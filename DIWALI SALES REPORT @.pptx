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4"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81" d="100"/>
          <a:sy n="81" d="100"/>
        </p:scale>
        <p:origin x="754" y="53"/>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557" name="Group 1556"/>
          <p:cNvGrpSpPr/>
          <p:nvPr/>
        </p:nvGrpSpPr>
        <p:grpSpPr>
          <a:xfrm>
            <a:off x="0" y="420256"/>
            <a:ext cx="12188952" cy="3795497"/>
            <a:chOff x="0" y="420256"/>
            <a:chExt cx="12188952" cy="3795497"/>
          </a:xfrm>
        </p:grpSpPr>
        <p:cxnSp>
          <p:nvCxnSpPr>
            <p:cNvPr id="1558" name="Straight Connector 1557"/>
            <p:cNvCxnSpPr/>
            <p:nvPr/>
          </p:nvCxnSpPr>
          <p:spPr>
            <a:xfrm>
              <a:off x="0" y="4215753"/>
              <a:ext cx="12188952" cy="0"/>
            </a:xfrm>
            <a:prstGeom prst="line">
              <a:avLst/>
            </a:prstGeom>
            <a:ln w="13970">
              <a:solidFill>
                <a:schemeClr val="accent3">
                  <a:lumMod val="75000"/>
                </a:schemeClr>
              </a:solidFill>
            </a:ln>
          </p:spPr>
          <p:style>
            <a:lnRef idx="1">
              <a:schemeClr val="accent1"/>
            </a:lnRef>
            <a:fillRef idx="0">
              <a:schemeClr val="accent1"/>
            </a:fillRef>
            <a:effectRef idx="0">
              <a:schemeClr val="accent1"/>
            </a:effectRef>
            <a:fontRef idx="minor">
              <a:schemeClr val="tx1"/>
            </a:fontRef>
          </p:style>
        </p:cxnSp>
        <p:cxnSp>
          <p:nvCxnSpPr>
            <p:cNvPr id="1559" name="Straight Connector 1558"/>
            <p:cNvCxnSpPr/>
            <p:nvPr/>
          </p:nvCxnSpPr>
          <p:spPr>
            <a:xfrm>
              <a:off x="0" y="3794032"/>
              <a:ext cx="12188952" cy="0"/>
            </a:xfrm>
            <a:prstGeom prst="line">
              <a:avLst/>
            </a:prstGeom>
            <a:ln w="13970">
              <a:solidFill>
                <a:schemeClr val="accent3">
                  <a:lumMod val="75000"/>
                </a:schemeClr>
              </a:solidFill>
            </a:ln>
          </p:spPr>
          <p:style>
            <a:lnRef idx="1">
              <a:schemeClr val="accent1"/>
            </a:lnRef>
            <a:fillRef idx="0">
              <a:schemeClr val="accent1"/>
            </a:fillRef>
            <a:effectRef idx="0">
              <a:schemeClr val="accent1"/>
            </a:effectRef>
            <a:fontRef idx="minor">
              <a:schemeClr val="tx1"/>
            </a:fontRef>
          </p:style>
        </p:cxnSp>
        <p:cxnSp>
          <p:nvCxnSpPr>
            <p:cNvPr id="1560" name="Straight Connector 1559"/>
            <p:cNvCxnSpPr/>
            <p:nvPr/>
          </p:nvCxnSpPr>
          <p:spPr>
            <a:xfrm>
              <a:off x="0" y="3372310"/>
              <a:ext cx="12188952" cy="0"/>
            </a:xfrm>
            <a:prstGeom prst="line">
              <a:avLst/>
            </a:prstGeom>
            <a:ln w="13970">
              <a:solidFill>
                <a:schemeClr val="accent3">
                  <a:lumMod val="75000"/>
                </a:schemeClr>
              </a:solidFill>
            </a:ln>
          </p:spPr>
          <p:style>
            <a:lnRef idx="1">
              <a:schemeClr val="accent1"/>
            </a:lnRef>
            <a:fillRef idx="0">
              <a:schemeClr val="accent1"/>
            </a:fillRef>
            <a:effectRef idx="0">
              <a:schemeClr val="accent1"/>
            </a:effectRef>
            <a:fontRef idx="minor">
              <a:schemeClr val="tx1"/>
            </a:fontRef>
          </p:style>
        </p:cxnSp>
        <p:cxnSp>
          <p:nvCxnSpPr>
            <p:cNvPr id="1561" name="Straight Connector 1560"/>
            <p:cNvCxnSpPr/>
            <p:nvPr/>
          </p:nvCxnSpPr>
          <p:spPr>
            <a:xfrm>
              <a:off x="0" y="2950588"/>
              <a:ext cx="12188952" cy="0"/>
            </a:xfrm>
            <a:prstGeom prst="line">
              <a:avLst/>
            </a:prstGeom>
            <a:ln w="13970">
              <a:solidFill>
                <a:schemeClr val="accent3">
                  <a:lumMod val="75000"/>
                </a:schemeClr>
              </a:solidFill>
            </a:ln>
          </p:spPr>
          <p:style>
            <a:lnRef idx="1">
              <a:schemeClr val="accent1"/>
            </a:lnRef>
            <a:fillRef idx="0">
              <a:schemeClr val="accent1"/>
            </a:fillRef>
            <a:effectRef idx="0">
              <a:schemeClr val="accent1"/>
            </a:effectRef>
            <a:fontRef idx="minor">
              <a:schemeClr val="tx1"/>
            </a:fontRef>
          </p:style>
        </p:cxnSp>
        <p:cxnSp>
          <p:nvCxnSpPr>
            <p:cNvPr id="1562" name="Straight Connector 1561"/>
            <p:cNvCxnSpPr/>
            <p:nvPr/>
          </p:nvCxnSpPr>
          <p:spPr>
            <a:xfrm>
              <a:off x="0" y="2528866"/>
              <a:ext cx="12188952" cy="0"/>
            </a:xfrm>
            <a:prstGeom prst="line">
              <a:avLst/>
            </a:prstGeom>
            <a:ln w="13970">
              <a:solidFill>
                <a:schemeClr val="accent3">
                  <a:lumMod val="75000"/>
                </a:schemeClr>
              </a:solidFill>
            </a:ln>
          </p:spPr>
          <p:style>
            <a:lnRef idx="1">
              <a:schemeClr val="accent1"/>
            </a:lnRef>
            <a:fillRef idx="0">
              <a:schemeClr val="accent1"/>
            </a:fillRef>
            <a:effectRef idx="0">
              <a:schemeClr val="accent1"/>
            </a:effectRef>
            <a:fontRef idx="minor">
              <a:schemeClr val="tx1"/>
            </a:fontRef>
          </p:style>
        </p:cxnSp>
        <p:cxnSp>
          <p:nvCxnSpPr>
            <p:cNvPr id="1563" name="Straight Connector 1562"/>
            <p:cNvCxnSpPr/>
            <p:nvPr/>
          </p:nvCxnSpPr>
          <p:spPr>
            <a:xfrm>
              <a:off x="0" y="2107144"/>
              <a:ext cx="12188952" cy="0"/>
            </a:xfrm>
            <a:prstGeom prst="line">
              <a:avLst/>
            </a:prstGeom>
            <a:ln w="13970">
              <a:solidFill>
                <a:schemeClr val="accent3">
                  <a:lumMod val="75000"/>
                </a:schemeClr>
              </a:solidFill>
            </a:ln>
          </p:spPr>
          <p:style>
            <a:lnRef idx="1">
              <a:schemeClr val="accent1"/>
            </a:lnRef>
            <a:fillRef idx="0">
              <a:schemeClr val="accent1"/>
            </a:fillRef>
            <a:effectRef idx="0">
              <a:schemeClr val="accent1"/>
            </a:effectRef>
            <a:fontRef idx="minor">
              <a:schemeClr val="tx1"/>
            </a:fontRef>
          </p:style>
        </p:cxnSp>
        <p:cxnSp>
          <p:nvCxnSpPr>
            <p:cNvPr id="1564" name="Straight Connector 1563"/>
            <p:cNvCxnSpPr/>
            <p:nvPr/>
          </p:nvCxnSpPr>
          <p:spPr>
            <a:xfrm>
              <a:off x="0" y="1685422"/>
              <a:ext cx="12188952" cy="0"/>
            </a:xfrm>
            <a:prstGeom prst="line">
              <a:avLst/>
            </a:prstGeom>
            <a:ln w="13970">
              <a:solidFill>
                <a:schemeClr val="accent3">
                  <a:lumMod val="75000"/>
                </a:schemeClr>
              </a:solidFill>
            </a:ln>
          </p:spPr>
          <p:style>
            <a:lnRef idx="1">
              <a:schemeClr val="accent1"/>
            </a:lnRef>
            <a:fillRef idx="0">
              <a:schemeClr val="accent1"/>
            </a:fillRef>
            <a:effectRef idx="0">
              <a:schemeClr val="accent1"/>
            </a:effectRef>
            <a:fontRef idx="minor">
              <a:schemeClr val="tx1"/>
            </a:fontRef>
          </p:style>
        </p:cxnSp>
        <p:cxnSp>
          <p:nvCxnSpPr>
            <p:cNvPr id="1565" name="Straight Connector 1564"/>
            <p:cNvCxnSpPr/>
            <p:nvPr/>
          </p:nvCxnSpPr>
          <p:spPr>
            <a:xfrm>
              <a:off x="0" y="1263700"/>
              <a:ext cx="12188952" cy="0"/>
            </a:xfrm>
            <a:prstGeom prst="line">
              <a:avLst/>
            </a:prstGeom>
            <a:ln w="13970">
              <a:solidFill>
                <a:schemeClr val="accent3">
                  <a:lumMod val="75000"/>
                </a:schemeClr>
              </a:solidFill>
            </a:ln>
          </p:spPr>
          <p:style>
            <a:lnRef idx="1">
              <a:schemeClr val="accent1"/>
            </a:lnRef>
            <a:fillRef idx="0">
              <a:schemeClr val="accent1"/>
            </a:fillRef>
            <a:effectRef idx="0">
              <a:schemeClr val="accent1"/>
            </a:effectRef>
            <a:fontRef idx="minor">
              <a:schemeClr val="tx1"/>
            </a:fontRef>
          </p:style>
        </p:cxnSp>
        <p:cxnSp>
          <p:nvCxnSpPr>
            <p:cNvPr id="1566" name="Straight Connector 1565"/>
            <p:cNvCxnSpPr/>
            <p:nvPr/>
          </p:nvCxnSpPr>
          <p:spPr>
            <a:xfrm>
              <a:off x="0" y="841978"/>
              <a:ext cx="12188952" cy="0"/>
            </a:xfrm>
            <a:prstGeom prst="line">
              <a:avLst/>
            </a:prstGeom>
            <a:ln w="13970">
              <a:solidFill>
                <a:schemeClr val="accent3">
                  <a:lumMod val="75000"/>
                </a:schemeClr>
              </a:solidFill>
            </a:ln>
          </p:spPr>
          <p:style>
            <a:lnRef idx="1">
              <a:schemeClr val="accent1"/>
            </a:lnRef>
            <a:fillRef idx="0">
              <a:schemeClr val="accent1"/>
            </a:fillRef>
            <a:effectRef idx="0">
              <a:schemeClr val="accent1"/>
            </a:effectRef>
            <a:fontRef idx="minor">
              <a:schemeClr val="tx1"/>
            </a:fontRef>
          </p:style>
        </p:cxnSp>
        <p:cxnSp>
          <p:nvCxnSpPr>
            <p:cNvPr id="1567" name="Straight Connector 1566"/>
            <p:cNvCxnSpPr/>
            <p:nvPr/>
          </p:nvCxnSpPr>
          <p:spPr>
            <a:xfrm>
              <a:off x="0" y="420256"/>
              <a:ext cx="12188952" cy="0"/>
            </a:xfrm>
            <a:prstGeom prst="line">
              <a:avLst/>
            </a:prstGeom>
            <a:ln w="13970">
              <a:solidFill>
                <a:schemeClr val="accent3">
                  <a:lumMod val="75000"/>
                </a:schemeClr>
              </a:solidFill>
            </a:ln>
          </p:spPr>
          <p:style>
            <a:lnRef idx="1">
              <a:schemeClr val="accent1"/>
            </a:lnRef>
            <a:fillRef idx="0">
              <a:schemeClr val="accent1"/>
            </a:fillRef>
            <a:effectRef idx="0">
              <a:schemeClr val="accent1"/>
            </a:effectRef>
            <a:fontRef idx="minor">
              <a:schemeClr val="tx1"/>
            </a:fontRef>
          </p:style>
        </p:cxnSp>
      </p:grpSp>
      <p:sp>
        <p:nvSpPr>
          <p:cNvPr id="1568" name="Rectangle 379"/>
          <p:cNvSpPr/>
          <p:nvPr/>
        </p:nvSpPr>
        <p:spPr>
          <a:xfrm rot="18900000" flipV="1">
            <a:off x="9445819" y="-965459"/>
            <a:ext cx="13717" cy="6493220"/>
          </a:xfrm>
          <a:custGeom>
            <a:avLst/>
            <a:gdLst/>
            <a:ahLst/>
            <a:cxnLst/>
            <a:rect l="l" t="t" r="r" b="b"/>
            <a:pathLst>
              <a:path w="13717" h="6493220">
                <a:moveTo>
                  <a:pt x="1" y="6493220"/>
                </a:moveTo>
                <a:lnTo>
                  <a:pt x="13717" y="6479504"/>
                </a:lnTo>
                <a:lnTo>
                  <a:pt x="13716" y="0"/>
                </a:lnTo>
                <a:lnTo>
                  <a:pt x="0" y="13716"/>
                </a:ln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569" name="Rectangle 56"/>
          <p:cNvSpPr/>
          <p:nvPr/>
        </p:nvSpPr>
        <p:spPr>
          <a:xfrm>
            <a:off x="0" y="0"/>
            <a:ext cx="11816540" cy="4572004"/>
          </a:xfrm>
          <a:custGeom>
            <a:avLst/>
            <a:gdLst/>
            <a:ahLst/>
            <a:cxnLst/>
            <a:rect l="l" t="t" r="r" b="b"/>
            <a:pathLst>
              <a:path w="11816540" h="4572004">
                <a:moveTo>
                  <a:pt x="11802824" y="4"/>
                </a:moveTo>
                <a:lnTo>
                  <a:pt x="11816540" y="4"/>
                </a:lnTo>
                <a:lnTo>
                  <a:pt x="11816540" y="4572004"/>
                </a:lnTo>
                <a:lnTo>
                  <a:pt x="11802824" y="4572004"/>
                </a:lnTo>
                <a:close/>
                <a:moveTo>
                  <a:pt x="5901406" y="4"/>
                </a:moveTo>
                <a:lnTo>
                  <a:pt x="5915122" y="4"/>
                </a:lnTo>
                <a:lnTo>
                  <a:pt x="5915122" y="4572004"/>
                </a:lnTo>
                <a:lnTo>
                  <a:pt x="5901406" y="4572004"/>
                </a:lnTo>
                <a:close/>
                <a:moveTo>
                  <a:pt x="10959754" y="3"/>
                </a:moveTo>
                <a:lnTo>
                  <a:pt x="10973470" y="3"/>
                </a:lnTo>
                <a:lnTo>
                  <a:pt x="10973470" y="4572003"/>
                </a:lnTo>
                <a:lnTo>
                  <a:pt x="10959754" y="4572003"/>
                </a:lnTo>
                <a:close/>
                <a:moveTo>
                  <a:pt x="5058348" y="3"/>
                </a:moveTo>
                <a:lnTo>
                  <a:pt x="5072064" y="3"/>
                </a:lnTo>
                <a:lnTo>
                  <a:pt x="5072064" y="4572003"/>
                </a:lnTo>
                <a:lnTo>
                  <a:pt x="5058348" y="4572003"/>
                </a:lnTo>
                <a:close/>
                <a:moveTo>
                  <a:pt x="11381283" y="2"/>
                </a:moveTo>
                <a:lnTo>
                  <a:pt x="11394999" y="2"/>
                </a:lnTo>
                <a:lnTo>
                  <a:pt x="11394999" y="4572002"/>
                </a:lnTo>
                <a:lnTo>
                  <a:pt x="11381283" y="4572002"/>
                </a:lnTo>
                <a:close/>
                <a:moveTo>
                  <a:pt x="10538225" y="2"/>
                </a:moveTo>
                <a:lnTo>
                  <a:pt x="10551941" y="2"/>
                </a:lnTo>
                <a:lnTo>
                  <a:pt x="10551941" y="4572002"/>
                </a:lnTo>
                <a:lnTo>
                  <a:pt x="10538225" y="4572002"/>
                </a:lnTo>
                <a:close/>
                <a:moveTo>
                  <a:pt x="10116696" y="2"/>
                </a:moveTo>
                <a:lnTo>
                  <a:pt x="10130412" y="2"/>
                </a:lnTo>
                <a:lnTo>
                  <a:pt x="10130412" y="4572002"/>
                </a:lnTo>
                <a:lnTo>
                  <a:pt x="10116696" y="4572002"/>
                </a:lnTo>
                <a:close/>
                <a:moveTo>
                  <a:pt x="6322935" y="2"/>
                </a:moveTo>
                <a:lnTo>
                  <a:pt x="6336651" y="2"/>
                </a:lnTo>
                <a:lnTo>
                  <a:pt x="6336651" y="4572002"/>
                </a:lnTo>
                <a:lnTo>
                  <a:pt x="6322935" y="4572002"/>
                </a:lnTo>
                <a:close/>
                <a:moveTo>
                  <a:pt x="5479877" y="2"/>
                </a:moveTo>
                <a:lnTo>
                  <a:pt x="5493593" y="2"/>
                </a:lnTo>
                <a:lnTo>
                  <a:pt x="5493593" y="4572002"/>
                </a:lnTo>
                <a:lnTo>
                  <a:pt x="5479877" y="4572002"/>
                </a:lnTo>
                <a:close/>
                <a:moveTo>
                  <a:pt x="4636819" y="2"/>
                </a:moveTo>
                <a:lnTo>
                  <a:pt x="4650535" y="2"/>
                </a:lnTo>
                <a:lnTo>
                  <a:pt x="4650535" y="4572002"/>
                </a:lnTo>
                <a:lnTo>
                  <a:pt x="4636819" y="4572002"/>
                </a:lnTo>
                <a:close/>
                <a:moveTo>
                  <a:pt x="4215290" y="2"/>
                </a:moveTo>
                <a:lnTo>
                  <a:pt x="4229006" y="2"/>
                </a:lnTo>
                <a:lnTo>
                  <a:pt x="4229006" y="4572002"/>
                </a:lnTo>
                <a:lnTo>
                  <a:pt x="4215290" y="4572002"/>
                </a:lnTo>
                <a:close/>
                <a:moveTo>
                  <a:pt x="421529" y="2"/>
                </a:moveTo>
                <a:lnTo>
                  <a:pt x="435245" y="2"/>
                </a:lnTo>
                <a:lnTo>
                  <a:pt x="435245" y="4572002"/>
                </a:lnTo>
                <a:lnTo>
                  <a:pt x="421529" y="4572002"/>
                </a:lnTo>
                <a:close/>
                <a:moveTo>
                  <a:pt x="0" y="2"/>
                </a:moveTo>
                <a:lnTo>
                  <a:pt x="13716" y="2"/>
                </a:lnTo>
                <a:lnTo>
                  <a:pt x="13716" y="4572002"/>
                </a:lnTo>
                <a:lnTo>
                  <a:pt x="0" y="4572002"/>
                </a:lnTo>
                <a:close/>
                <a:moveTo>
                  <a:pt x="9273638" y="1"/>
                </a:moveTo>
                <a:lnTo>
                  <a:pt x="9287354" y="1"/>
                </a:lnTo>
                <a:lnTo>
                  <a:pt x="9287354" y="4572001"/>
                </a:lnTo>
                <a:lnTo>
                  <a:pt x="9273638" y="4572001"/>
                </a:lnTo>
                <a:close/>
                <a:moveTo>
                  <a:pt x="3372232" y="1"/>
                </a:moveTo>
                <a:lnTo>
                  <a:pt x="3385948" y="1"/>
                </a:lnTo>
                <a:lnTo>
                  <a:pt x="3385948" y="4572001"/>
                </a:lnTo>
                <a:lnTo>
                  <a:pt x="3372232" y="4572001"/>
                </a:lnTo>
                <a:close/>
                <a:moveTo>
                  <a:pt x="9695167" y="0"/>
                </a:moveTo>
                <a:lnTo>
                  <a:pt x="9708883" y="0"/>
                </a:lnTo>
                <a:lnTo>
                  <a:pt x="9708883" y="4572000"/>
                </a:lnTo>
                <a:lnTo>
                  <a:pt x="9695167" y="4572000"/>
                </a:lnTo>
                <a:close/>
                <a:moveTo>
                  <a:pt x="8852109" y="0"/>
                </a:moveTo>
                <a:lnTo>
                  <a:pt x="8865825" y="0"/>
                </a:lnTo>
                <a:lnTo>
                  <a:pt x="8865825" y="4572000"/>
                </a:lnTo>
                <a:lnTo>
                  <a:pt x="8852109" y="4572000"/>
                </a:lnTo>
                <a:close/>
                <a:moveTo>
                  <a:pt x="8430580" y="0"/>
                </a:moveTo>
                <a:lnTo>
                  <a:pt x="8444296" y="0"/>
                </a:lnTo>
                <a:lnTo>
                  <a:pt x="8444296" y="4572000"/>
                </a:lnTo>
                <a:lnTo>
                  <a:pt x="8430580" y="4572000"/>
                </a:lnTo>
                <a:close/>
                <a:moveTo>
                  <a:pt x="8009051" y="0"/>
                </a:moveTo>
                <a:lnTo>
                  <a:pt x="8022767" y="0"/>
                </a:lnTo>
                <a:lnTo>
                  <a:pt x="8022767" y="4572000"/>
                </a:lnTo>
                <a:lnTo>
                  <a:pt x="8009051" y="4572000"/>
                </a:lnTo>
                <a:close/>
                <a:moveTo>
                  <a:pt x="7587522" y="0"/>
                </a:moveTo>
                <a:lnTo>
                  <a:pt x="7601238" y="0"/>
                </a:lnTo>
                <a:lnTo>
                  <a:pt x="7601238" y="4572000"/>
                </a:lnTo>
                <a:lnTo>
                  <a:pt x="7587522" y="4572000"/>
                </a:lnTo>
                <a:close/>
                <a:moveTo>
                  <a:pt x="7165993" y="0"/>
                </a:moveTo>
                <a:lnTo>
                  <a:pt x="7179709" y="0"/>
                </a:lnTo>
                <a:lnTo>
                  <a:pt x="7179709" y="4572000"/>
                </a:lnTo>
                <a:lnTo>
                  <a:pt x="7165993" y="4572000"/>
                </a:lnTo>
                <a:close/>
                <a:moveTo>
                  <a:pt x="6744464" y="0"/>
                </a:moveTo>
                <a:lnTo>
                  <a:pt x="6758180" y="0"/>
                </a:lnTo>
                <a:lnTo>
                  <a:pt x="6758180" y="4572000"/>
                </a:lnTo>
                <a:lnTo>
                  <a:pt x="6744464" y="4572000"/>
                </a:lnTo>
                <a:close/>
                <a:moveTo>
                  <a:pt x="3793761" y="0"/>
                </a:moveTo>
                <a:lnTo>
                  <a:pt x="3807477" y="0"/>
                </a:lnTo>
                <a:lnTo>
                  <a:pt x="3807477" y="4572000"/>
                </a:lnTo>
                <a:lnTo>
                  <a:pt x="3793761" y="4572000"/>
                </a:lnTo>
                <a:close/>
                <a:moveTo>
                  <a:pt x="2950703" y="0"/>
                </a:moveTo>
                <a:lnTo>
                  <a:pt x="2964419" y="0"/>
                </a:lnTo>
                <a:lnTo>
                  <a:pt x="2964419" y="4572000"/>
                </a:lnTo>
                <a:lnTo>
                  <a:pt x="2950703" y="4572000"/>
                </a:lnTo>
                <a:close/>
                <a:moveTo>
                  <a:pt x="2529174" y="0"/>
                </a:moveTo>
                <a:lnTo>
                  <a:pt x="2542890" y="0"/>
                </a:lnTo>
                <a:lnTo>
                  <a:pt x="2542890" y="4572000"/>
                </a:lnTo>
                <a:lnTo>
                  <a:pt x="2529174" y="4572000"/>
                </a:lnTo>
                <a:close/>
                <a:moveTo>
                  <a:pt x="2107645" y="0"/>
                </a:moveTo>
                <a:lnTo>
                  <a:pt x="2121361" y="0"/>
                </a:lnTo>
                <a:lnTo>
                  <a:pt x="2121361" y="4572000"/>
                </a:lnTo>
                <a:lnTo>
                  <a:pt x="2107645" y="4572000"/>
                </a:lnTo>
                <a:close/>
                <a:moveTo>
                  <a:pt x="1686116" y="0"/>
                </a:moveTo>
                <a:lnTo>
                  <a:pt x="1699832" y="0"/>
                </a:lnTo>
                <a:lnTo>
                  <a:pt x="1699832" y="4572000"/>
                </a:lnTo>
                <a:lnTo>
                  <a:pt x="1686116" y="4572000"/>
                </a:lnTo>
                <a:close/>
                <a:moveTo>
                  <a:pt x="1264587" y="0"/>
                </a:moveTo>
                <a:lnTo>
                  <a:pt x="1278303" y="0"/>
                </a:lnTo>
                <a:lnTo>
                  <a:pt x="1278303" y="4572000"/>
                </a:lnTo>
                <a:lnTo>
                  <a:pt x="1264587" y="4572000"/>
                </a:lnTo>
                <a:close/>
                <a:moveTo>
                  <a:pt x="843058" y="0"/>
                </a:moveTo>
                <a:lnTo>
                  <a:pt x="856774" y="0"/>
                </a:lnTo>
                <a:lnTo>
                  <a:pt x="856774" y="4572000"/>
                </a:lnTo>
                <a:lnTo>
                  <a:pt x="843058" y="4572000"/>
                </a:ln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570" name="Rectangle 87"/>
          <p:cNvSpPr/>
          <p:nvPr/>
        </p:nvSpPr>
        <p:spPr>
          <a:xfrm rot="2700000">
            <a:off x="2311242" y="-967047"/>
            <a:ext cx="13716" cy="6570294"/>
          </a:xfrm>
          <a:custGeom>
            <a:avLst/>
            <a:gdLst/>
            <a:ahLst/>
            <a:cxnLst/>
            <a:rect l="l" t="t" r="r" b="b"/>
            <a:pathLst>
              <a:path w="13716" h="6570294">
                <a:moveTo>
                  <a:pt x="0" y="6556578"/>
                </a:moveTo>
                <a:lnTo>
                  <a:pt x="13716" y="6570294"/>
                </a:lnTo>
                <a:lnTo>
                  <a:pt x="13716" y="6570294"/>
                </a:lnTo>
                <a:lnTo>
                  <a:pt x="0" y="6556578"/>
                </a:lnTo>
                <a:close/>
                <a:moveTo>
                  <a:pt x="0" y="13716"/>
                </a:moveTo>
                <a:lnTo>
                  <a:pt x="13716" y="0"/>
                </a:lnTo>
                <a:lnTo>
                  <a:pt x="13716" y="6465786"/>
                </a:lnTo>
                <a:lnTo>
                  <a:pt x="0" y="6479502"/>
                </a:ln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571" name="Rectangle 88"/>
          <p:cNvSpPr/>
          <p:nvPr/>
        </p:nvSpPr>
        <p:spPr>
          <a:xfrm rot="2700000">
            <a:off x="3186527" y="-953751"/>
            <a:ext cx="13716" cy="6479503"/>
          </a:xfrm>
          <a:custGeom>
            <a:avLst/>
            <a:gdLst/>
            <a:ahLst/>
            <a:cxnLst/>
            <a:rect l="l" t="t" r="r" b="b"/>
            <a:pathLst>
              <a:path w="13716" h="6479503">
                <a:moveTo>
                  <a:pt x="0" y="13716"/>
                </a:moveTo>
                <a:lnTo>
                  <a:pt x="13716" y="0"/>
                </a:lnTo>
                <a:lnTo>
                  <a:pt x="13716" y="6465786"/>
                </a:lnTo>
                <a:lnTo>
                  <a:pt x="0" y="6479503"/>
                </a:ln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572" name="Rectangle 89"/>
          <p:cNvSpPr/>
          <p:nvPr/>
        </p:nvSpPr>
        <p:spPr>
          <a:xfrm rot="2700000">
            <a:off x="4029713" y="-953750"/>
            <a:ext cx="13716" cy="6479503"/>
          </a:xfrm>
          <a:custGeom>
            <a:avLst/>
            <a:gdLst/>
            <a:ahLst/>
            <a:cxnLst/>
            <a:rect l="l" t="t" r="r" b="b"/>
            <a:pathLst>
              <a:path w="13716" h="6479503">
                <a:moveTo>
                  <a:pt x="0" y="13716"/>
                </a:moveTo>
                <a:lnTo>
                  <a:pt x="13716" y="0"/>
                </a:lnTo>
                <a:lnTo>
                  <a:pt x="13716" y="6465787"/>
                </a:lnTo>
                <a:lnTo>
                  <a:pt x="0" y="6479503"/>
                </a:ln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573" name="Rectangle 90"/>
          <p:cNvSpPr/>
          <p:nvPr/>
        </p:nvSpPr>
        <p:spPr>
          <a:xfrm rot="2700000">
            <a:off x="4872899" y="-953750"/>
            <a:ext cx="13716" cy="6479503"/>
          </a:xfrm>
          <a:custGeom>
            <a:avLst/>
            <a:gdLst/>
            <a:ahLst/>
            <a:cxnLst/>
            <a:rect l="l" t="t" r="r" b="b"/>
            <a:pathLst>
              <a:path w="13716" h="6479503">
                <a:moveTo>
                  <a:pt x="0" y="13716"/>
                </a:moveTo>
                <a:lnTo>
                  <a:pt x="13716" y="0"/>
                </a:lnTo>
                <a:lnTo>
                  <a:pt x="13716" y="6465786"/>
                </a:lnTo>
                <a:lnTo>
                  <a:pt x="0" y="6479503"/>
                </a:ln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574" name="Rectangle 91"/>
          <p:cNvSpPr/>
          <p:nvPr/>
        </p:nvSpPr>
        <p:spPr>
          <a:xfrm rot="2700000">
            <a:off x="5716086" y="-953749"/>
            <a:ext cx="13716" cy="6479501"/>
          </a:xfrm>
          <a:custGeom>
            <a:avLst/>
            <a:gdLst/>
            <a:ahLst/>
            <a:cxnLst/>
            <a:rect l="l" t="t" r="r" b="b"/>
            <a:pathLst>
              <a:path w="13716" h="6479501">
                <a:moveTo>
                  <a:pt x="0" y="13716"/>
                </a:moveTo>
                <a:lnTo>
                  <a:pt x="13716" y="0"/>
                </a:lnTo>
                <a:lnTo>
                  <a:pt x="13716" y="6465785"/>
                </a:lnTo>
                <a:lnTo>
                  <a:pt x="0" y="6479501"/>
                </a:ln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575" name="Rectangle 92"/>
          <p:cNvSpPr/>
          <p:nvPr/>
        </p:nvSpPr>
        <p:spPr>
          <a:xfrm rot="2700000">
            <a:off x="6559272" y="-953750"/>
            <a:ext cx="13716" cy="6479502"/>
          </a:xfrm>
          <a:custGeom>
            <a:avLst/>
            <a:gdLst/>
            <a:ahLst/>
            <a:cxnLst/>
            <a:rect l="l" t="t" r="r" b="b"/>
            <a:pathLst>
              <a:path w="13716" h="6479502">
                <a:moveTo>
                  <a:pt x="0" y="13716"/>
                </a:moveTo>
                <a:lnTo>
                  <a:pt x="13716" y="0"/>
                </a:lnTo>
                <a:lnTo>
                  <a:pt x="13715" y="6465787"/>
                </a:lnTo>
                <a:lnTo>
                  <a:pt x="0" y="6479502"/>
                </a:ln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576" name="Rectangle 93"/>
          <p:cNvSpPr/>
          <p:nvPr/>
        </p:nvSpPr>
        <p:spPr>
          <a:xfrm rot="2700000">
            <a:off x="7402457" y="-944051"/>
            <a:ext cx="13717" cy="6479502"/>
          </a:xfrm>
          <a:custGeom>
            <a:avLst/>
            <a:gdLst/>
            <a:ahLst/>
            <a:cxnLst/>
            <a:rect l="l" t="t" r="r" b="b"/>
            <a:pathLst>
              <a:path w="13717" h="6479502">
                <a:moveTo>
                  <a:pt x="0" y="13716"/>
                </a:moveTo>
                <a:lnTo>
                  <a:pt x="13717" y="0"/>
                </a:lnTo>
                <a:lnTo>
                  <a:pt x="13716" y="6465787"/>
                </a:lnTo>
                <a:lnTo>
                  <a:pt x="1" y="6479502"/>
                </a:ln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577" name="Rectangle 94"/>
          <p:cNvSpPr/>
          <p:nvPr/>
        </p:nvSpPr>
        <p:spPr>
          <a:xfrm rot="2700000">
            <a:off x="8245644" y="-953750"/>
            <a:ext cx="13716" cy="6479502"/>
          </a:xfrm>
          <a:custGeom>
            <a:avLst/>
            <a:gdLst/>
            <a:ahLst/>
            <a:cxnLst/>
            <a:rect l="l" t="t" r="r" b="b"/>
            <a:pathLst>
              <a:path w="13716" h="6479502">
                <a:moveTo>
                  <a:pt x="0" y="13716"/>
                </a:moveTo>
                <a:lnTo>
                  <a:pt x="13716" y="0"/>
                </a:lnTo>
                <a:lnTo>
                  <a:pt x="13715" y="6465787"/>
                </a:lnTo>
                <a:lnTo>
                  <a:pt x="0" y="6479502"/>
                </a:ln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578" name="Rectangle 95"/>
          <p:cNvSpPr/>
          <p:nvPr/>
        </p:nvSpPr>
        <p:spPr>
          <a:xfrm rot="2700000">
            <a:off x="9088831" y="-953750"/>
            <a:ext cx="13717" cy="6479503"/>
          </a:xfrm>
          <a:custGeom>
            <a:avLst/>
            <a:gdLst/>
            <a:ahLst/>
            <a:cxnLst/>
            <a:rect l="l" t="t" r="r" b="b"/>
            <a:pathLst>
              <a:path w="13717" h="6479503">
                <a:moveTo>
                  <a:pt x="13717" y="0"/>
                </a:moveTo>
                <a:lnTo>
                  <a:pt x="13716" y="6465787"/>
                </a:lnTo>
                <a:lnTo>
                  <a:pt x="0" y="6479503"/>
                </a:lnTo>
                <a:lnTo>
                  <a:pt x="1" y="13717"/>
                </a:ln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579" name="Rectangle 96"/>
          <p:cNvSpPr/>
          <p:nvPr/>
        </p:nvSpPr>
        <p:spPr>
          <a:xfrm rot="2700000">
            <a:off x="9912896" y="-907596"/>
            <a:ext cx="13716" cy="6425429"/>
          </a:xfrm>
          <a:custGeom>
            <a:avLst/>
            <a:gdLst/>
            <a:ahLst/>
            <a:cxnLst/>
            <a:rect l="l" t="t" r="r" b="b"/>
            <a:pathLst>
              <a:path w="13716" h="6425429">
                <a:moveTo>
                  <a:pt x="0" y="0"/>
                </a:moveTo>
                <a:lnTo>
                  <a:pt x="13716" y="13717"/>
                </a:lnTo>
                <a:lnTo>
                  <a:pt x="13716" y="6411713"/>
                </a:lnTo>
                <a:lnTo>
                  <a:pt x="0" y="6425429"/>
                </a:ln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580" name="Rectangle 97"/>
          <p:cNvSpPr/>
          <p:nvPr/>
        </p:nvSpPr>
        <p:spPr>
          <a:xfrm rot="2700000">
            <a:off x="10334491" y="110221"/>
            <a:ext cx="13717" cy="5232981"/>
          </a:xfrm>
          <a:custGeom>
            <a:avLst/>
            <a:gdLst/>
            <a:ahLst/>
            <a:cxnLst/>
            <a:rect l="l" t="t" r="r" b="b"/>
            <a:pathLst>
              <a:path w="13717" h="5232981">
                <a:moveTo>
                  <a:pt x="0" y="0"/>
                </a:moveTo>
                <a:lnTo>
                  <a:pt x="13717" y="13716"/>
                </a:lnTo>
                <a:lnTo>
                  <a:pt x="13717" y="5219264"/>
                </a:lnTo>
                <a:lnTo>
                  <a:pt x="1" y="5232981"/>
                </a:ln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581" name="Rectangle 98"/>
          <p:cNvSpPr/>
          <p:nvPr/>
        </p:nvSpPr>
        <p:spPr>
          <a:xfrm rot="2700000">
            <a:off x="10756084" y="1128037"/>
            <a:ext cx="13716" cy="4040537"/>
          </a:xfrm>
          <a:custGeom>
            <a:avLst/>
            <a:gdLst/>
            <a:ahLst/>
            <a:cxnLst/>
            <a:rect l="l" t="t" r="r" b="b"/>
            <a:pathLst>
              <a:path w="13716" h="4040537">
                <a:moveTo>
                  <a:pt x="0" y="0"/>
                </a:moveTo>
                <a:lnTo>
                  <a:pt x="13716" y="13716"/>
                </a:lnTo>
                <a:lnTo>
                  <a:pt x="13715" y="4026822"/>
                </a:lnTo>
                <a:lnTo>
                  <a:pt x="1" y="4040537"/>
                </a:ln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582" name="Rectangle 99"/>
          <p:cNvSpPr/>
          <p:nvPr/>
        </p:nvSpPr>
        <p:spPr>
          <a:xfrm rot="2700000">
            <a:off x="11177678" y="2145853"/>
            <a:ext cx="13716" cy="2848091"/>
          </a:xfrm>
          <a:custGeom>
            <a:avLst/>
            <a:gdLst/>
            <a:ahLst/>
            <a:cxnLst/>
            <a:rect l="l" t="t" r="r" b="b"/>
            <a:pathLst>
              <a:path w="13716" h="2848091">
                <a:moveTo>
                  <a:pt x="0" y="0"/>
                </a:moveTo>
                <a:lnTo>
                  <a:pt x="13716" y="13716"/>
                </a:lnTo>
                <a:lnTo>
                  <a:pt x="13715" y="2834375"/>
                </a:lnTo>
                <a:lnTo>
                  <a:pt x="0" y="2848091"/>
                </a:ln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583" name="Rectangle 100"/>
          <p:cNvSpPr/>
          <p:nvPr/>
        </p:nvSpPr>
        <p:spPr>
          <a:xfrm rot="2700000">
            <a:off x="11599272" y="3163669"/>
            <a:ext cx="13715" cy="1655644"/>
          </a:xfrm>
          <a:custGeom>
            <a:avLst/>
            <a:gdLst/>
            <a:ahLst/>
            <a:cxnLst/>
            <a:rect l="l" t="t" r="r" b="b"/>
            <a:pathLst>
              <a:path w="13715" h="1655644">
                <a:moveTo>
                  <a:pt x="0" y="0"/>
                </a:moveTo>
                <a:lnTo>
                  <a:pt x="13715" y="13716"/>
                </a:lnTo>
                <a:lnTo>
                  <a:pt x="13715" y="1641929"/>
                </a:lnTo>
                <a:lnTo>
                  <a:pt x="0" y="1655644"/>
                </a:ln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584" name="Rectangle 101"/>
          <p:cNvSpPr/>
          <p:nvPr/>
        </p:nvSpPr>
        <p:spPr>
          <a:xfrm rot="2700000">
            <a:off x="12020868" y="4181493"/>
            <a:ext cx="13715" cy="463189"/>
          </a:xfrm>
          <a:custGeom>
            <a:avLst/>
            <a:gdLst/>
            <a:ahLst/>
            <a:cxnLst/>
            <a:rect l="l" t="t" r="r" b="b"/>
            <a:pathLst>
              <a:path w="13715" h="463189">
                <a:moveTo>
                  <a:pt x="1" y="0"/>
                </a:moveTo>
                <a:lnTo>
                  <a:pt x="13715" y="13716"/>
                </a:lnTo>
                <a:lnTo>
                  <a:pt x="13715" y="449474"/>
                </a:lnTo>
                <a:lnTo>
                  <a:pt x="0" y="463189"/>
                </a:ln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585" name="Rectangle 102"/>
          <p:cNvSpPr/>
          <p:nvPr/>
        </p:nvSpPr>
        <p:spPr>
          <a:xfrm rot="2700000">
            <a:off x="203277" y="-93899"/>
            <a:ext cx="13716" cy="608068"/>
          </a:xfrm>
          <a:custGeom>
            <a:avLst/>
            <a:gdLst/>
            <a:ahLst/>
            <a:cxnLst/>
            <a:rect l="l" t="t" r="r" b="b"/>
            <a:pathLst>
              <a:path w="13716" h="608068">
                <a:moveTo>
                  <a:pt x="0" y="13716"/>
                </a:moveTo>
                <a:lnTo>
                  <a:pt x="13716" y="0"/>
                </a:lnTo>
                <a:lnTo>
                  <a:pt x="13716" y="608068"/>
                </a:lnTo>
                <a:lnTo>
                  <a:pt x="0" y="594352"/>
                </a:ln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586" name="Rectangle 103"/>
          <p:cNvSpPr/>
          <p:nvPr/>
        </p:nvSpPr>
        <p:spPr>
          <a:xfrm rot="2700000">
            <a:off x="624870" y="-268529"/>
            <a:ext cx="13716" cy="1800514"/>
          </a:xfrm>
          <a:custGeom>
            <a:avLst/>
            <a:gdLst/>
            <a:ahLst/>
            <a:cxnLst/>
            <a:rect l="l" t="t" r="r" b="b"/>
            <a:pathLst>
              <a:path w="13716" h="1800514">
                <a:moveTo>
                  <a:pt x="0" y="13716"/>
                </a:moveTo>
                <a:lnTo>
                  <a:pt x="13716" y="0"/>
                </a:lnTo>
                <a:lnTo>
                  <a:pt x="13716" y="1800514"/>
                </a:lnTo>
                <a:lnTo>
                  <a:pt x="0" y="1786798"/>
                </a:ln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587" name="Rectangle 104"/>
          <p:cNvSpPr/>
          <p:nvPr/>
        </p:nvSpPr>
        <p:spPr>
          <a:xfrm rot="2700000">
            <a:off x="1046463" y="-443158"/>
            <a:ext cx="13716" cy="2992958"/>
          </a:xfrm>
          <a:custGeom>
            <a:avLst/>
            <a:gdLst/>
            <a:ahLst/>
            <a:cxnLst/>
            <a:rect l="l" t="t" r="r" b="b"/>
            <a:pathLst>
              <a:path w="13716" h="2992958">
                <a:moveTo>
                  <a:pt x="0" y="13716"/>
                </a:moveTo>
                <a:lnTo>
                  <a:pt x="13716" y="0"/>
                </a:lnTo>
                <a:lnTo>
                  <a:pt x="13716" y="2992958"/>
                </a:lnTo>
                <a:lnTo>
                  <a:pt x="0" y="2979242"/>
                </a:ln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588" name="Rectangle 105"/>
          <p:cNvSpPr/>
          <p:nvPr/>
        </p:nvSpPr>
        <p:spPr>
          <a:xfrm rot="2700000">
            <a:off x="1468056" y="-617788"/>
            <a:ext cx="13716" cy="4185404"/>
          </a:xfrm>
          <a:custGeom>
            <a:avLst/>
            <a:gdLst/>
            <a:ahLst/>
            <a:cxnLst/>
            <a:rect l="l" t="t" r="r" b="b"/>
            <a:pathLst>
              <a:path w="13716" h="4185404">
                <a:moveTo>
                  <a:pt x="0" y="13716"/>
                </a:moveTo>
                <a:lnTo>
                  <a:pt x="13716" y="0"/>
                </a:lnTo>
                <a:lnTo>
                  <a:pt x="13716" y="4185404"/>
                </a:lnTo>
                <a:lnTo>
                  <a:pt x="0" y="4171688"/>
                </a:ln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589" name="Rectangle 106"/>
          <p:cNvSpPr/>
          <p:nvPr/>
        </p:nvSpPr>
        <p:spPr>
          <a:xfrm rot="2700000">
            <a:off x="1889649" y="-792416"/>
            <a:ext cx="13716" cy="5377849"/>
          </a:xfrm>
          <a:custGeom>
            <a:avLst/>
            <a:gdLst/>
            <a:ahLst/>
            <a:cxnLst/>
            <a:rect l="l" t="t" r="r" b="b"/>
            <a:pathLst>
              <a:path w="13716" h="5377849">
                <a:moveTo>
                  <a:pt x="0" y="13716"/>
                </a:moveTo>
                <a:lnTo>
                  <a:pt x="13716" y="0"/>
                </a:lnTo>
                <a:lnTo>
                  <a:pt x="13716" y="5377849"/>
                </a:lnTo>
                <a:lnTo>
                  <a:pt x="0" y="5364133"/>
                </a:ln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590" name="Rectangle 148"/>
          <p:cNvSpPr/>
          <p:nvPr/>
        </p:nvSpPr>
        <p:spPr>
          <a:xfrm rot="18900000" flipV="1">
            <a:off x="2070569" y="-450209"/>
            <a:ext cx="13716" cy="5889566"/>
          </a:xfrm>
          <a:custGeom>
            <a:avLst/>
            <a:gdLst/>
            <a:ahLst/>
            <a:cxnLst/>
            <a:rect l="l" t="t" r="r" b="b"/>
            <a:pathLst>
              <a:path w="13716" h="5889566">
                <a:moveTo>
                  <a:pt x="13716" y="5889566"/>
                </a:moveTo>
                <a:lnTo>
                  <a:pt x="13716" y="0"/>
                </a:lnTo>
                <a:lnTo>
                  <a:pt x="0" y="13716"/>
                </a:lnTo>
                <a:lnTo>
                  <a:pt x="0" y="5875850"/>
                </a:ln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591" name="Rectangle 323"/>
          <p:cNvSpPr/>
          <p:nvPr/>
        </p:nvSpPr>
        <p:spPr>
          <a:xfrm rot="18900000" flipV="1">
            <a:off x="1648976" y="567610"/>
            <a:ext cx="13716" cy="4697119"/>
          </a:xfrm>
          <a:custGeom>
            <a:avLst/>
            <a:gdLst/>
            <a:ahLst/>
            <a:cxnLst/>
            <a:rect l="l" t="t" r="r" b="b"/>
            <a:pathLst>
              <a:path w="13716" h="4697119">
                <a:moveTo>
                  <a:pt x="13716" y="4697119"/>
                </a:moveTo>
                <a:lnTo>
                  <a:pt x="13716" y="0"/>
                </a:lnTo>
                <a:lnTo>
                  <a:pt x="0" y="13716"/>
                </a:lnTo>
                <a:lnTo>
                  <a:pt x="0" y="4683403"/>
                </a:ln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592" name="Rectangle 324"/>
          <p:cNvSpPr/>
          <p:nvPr/>
        </p:nvSpPr>
        <p:spPr>
          <a:xfrm rot="18900000" flipV="1">
            <a:off x="1227383" y="1585424"/>
            <a:ext cx="13716" cy="3504674"/>
          </a:xfrm>
          <a:custGeom>
            <a:avLst/>
            <a:gdLst/>
            <a:ahLst/>
            <a:cxnLst/>
            <a:rect l="l" t="t" r="r" b="b"/>
            <a:pathLst>
              <a:path w="13716" h="3504674">
                <a:moveTo>
                  <a:pt x="13716" y="3504674"/>
                </a:moveTo>
                <a:lnTo>
                  <a:pt x="13716" y="0"/>
                </a:lnTo>
                <a:lnTo>
                  <a:pt x="0" y="13716"/>
                </a:lnTo>
                <a:lnTo>
                  <a:pt x="0" y="3490958"/>
                </a:ln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593" name="Rectangle 325"/>
          <p:cNvSpPr/>
          <p:nvPr/>
        </p:nvSpPr>
        <p:spPr>
          <a:xfrm rot="18900000" flipV="1">
            <a:off x="805790" y="2603242"/>
            <a:ext cx="13716" cy="2312226"/>
          </a:xfrm>
          <a:custGeom>
            <a:avLst/>
            <a:gdLst/>
            <a:ahLst/>
            <a:cxnLst/>
            <a:rect l="l" t="t" r="r" b="b"/>
            <a:pathLst>
              <a:path w="13716" h="2312226">
                <a:moveTo>
                  <a:pt x="13716" y="2312226"/>
                </a:moveTo>
                <a:lnTo>
                  <a:pt x="13716" y="0"/>
                </a:lnTo>
                <a:lnTo>
                  <a:pt x="0" y="13716"/>
                </a:lnTo>
                <a:lnTo>
                  <a:pt x="0" y="2298510"/>
                </a:ln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594" name="Rectangle 326"/>
          <p:cNvSpPr/>
          <p:nvPr/>
        </p:nvSpPr>
        <p:spPr>
          <a:xfrm rot="18900000" flipV="1">
            <a:off x="384198" y="3621057"/>
            <a:ext cx="13716" cy="1119782"/>
          </a:xfrm>
          <a:custGeom>
            <a:avLst/>
            <a:gdLst/>
            <a:ahLst/>
            <a:cxnLst/>
            <a:rect l="l" t="t" r="r" b="b"/>
            <a:pathLst>
              <a:path w="13716" h="1119782">
                <a:moveTo>
                  <a:pt x="13716" y="1119782"/>
                </a:moveTo>
                <a:lnTo>
                  <a:pt x="13716" y="0"/>
                </a:lnTo>
                <a:lnTo>
                  <a:pt x="0" y="13716"/>
                </a:lnTo>
                <a:lnTo>
                  <a:pt x="0" y="1106066"/>
                </a:ln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595" name="Rectangle 371"/>
          <p:cNvSpPr/>
          <p:nvPr/>
        </p:nvSpPr>
        <p:spPr>
          <a:xfrm rot="18900000" flipV="1">
            <a:off x="2705180" y="-953749"/>
            <a:ext cx="13716" cy="6479500"/>
          </a:xfrm>
          <a:custGeom>
            <a:avLst/>
            <a:gdLst/>
            <a:ahLst/>
            <a:cxnLst/>
            <a:rect l="l" t="t" r="r" b="b"/>
            <a:pathLst>
              <a:path w="13716" h="6479500">
                <a:moveTo>
                  <a:pt x="0" y="6479500"/>
                </a:moveTo>
                <a:lnTo>
                  <a:pt x="13716" y="6465784"/>
                </a:lnTo>
                <a:lnTo>
                  <a:pt x="13716" y="0"/>
                </a:lnTo>
                <a:lnTo>
                  <a:pt x="0" y="13716"/>
                </a:ln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596" name="Rectangle 373"/>
          <p:cNvSpPr/>
          <p:nvPr/>
        </p:nvSpPr>
        <p:spPr>
          <a:xfrm rot="18900000" flipV="1">
            <a:off x="4391552" y="-953749"/>
            <a:ext cx="13716" cy="6479500"/>
          </a:xfrm>
          <a:custGeom>
            <a:avLst/>
            <a:gdLst/>
            <a:ahLst/>
            <a:cxnLst/>
            <a:rect l="l" t="t" r="r" b="b"/>
            <a:pathLst>
              <a:path w="13716" h="6479500">
                <a:moveTo>
                  <a:pt x="0" y="6479500"/>
                </a:moveTo>
                <a:lnTo>
                  <a:pt x="13716" y="6465784"/>
                </a:lnTo>
                <a:lnTo>
                  <a:pt x="13716" y="0"/>
                </a:lnTo>
                <a:lnTo>
                  <a:pt x="0" y="13715"/>
                </a:ln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597" name="Rectangle 375"/>
          <p:cNvSpPr/>
          <p:nvPr/>
        </p:nvSpPr>
        <p:spPr>
          <a:xfrm rot="18900000" flipV="1">
            <a:off x="6077925" y="-953749"/>
            <a:ext cx="13716" cy="6479501"/>
          </a:xfrm>
          <a:custGeom>
            <a:avLst/>
            <a:gdLst/>
            <a:ahLst/>
            <a:cxnLst/>
            <a:rect l="l" t="t" r="r" b="b"/>
            <a:pathLst>
              <a:path w="13716" h="6479501">
                <a:moveTo>
                  <a:pt x="0" y="6479501"/>
                </a:moveTo>
                <a:lnTo>
                  <a:pt x="13716" y="6465785"/>
                </a:lnTo>
                <a:lnTo>
                  <a:pt x="13716" y="0"/>
                </a:lnTo>
                <a:lnTo>
                  <a:pt x="0" y="13716"/>
                </a:ln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598" name="Rectangle 376"/>
          <p:cNvSpPr/>
          <p:nvPr/>
        </p:nvSpPr>
        <p:spPr>
          <a:xfrm rot="18900000" flipV="1">
            <a:off x="6916261" y="-965458"/>
            <a:ext cx="13716" cy="6493219"/>
          </a:xfrm>
          <a:custGeom>
            <a:avLst/>
            <a:gdLst/>
            <a:ahLst/>
            <a:cxnLst/>
            <a:rect l="l" t="t" r="r" b="b"/>
            <a:pathLst>
              <a:path w="13716" h="6493219">
                <a:moveTo>
                  <a:pt x="13716" y="6479504"/>
                </a:moveTo>
                <a:lnTo>
                  <a:pt x="13716" y="0"/>
                </a:lnTo>
                <a:lnTo>
                  <a:pt x="0" y="13717"/>
                </a:lnTo>
                <a:lnTo>
                  <a:pt x="0" y="6493219"/>
                </a:ln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599" name="Rectangle 377"/>
          <p:cNvSpPr/>
          <p:nvPr/>
        </p:nvSpPr>
        <p:spPr>
          <a:xfrm rot="18900000" flipV="1">
            <a:off x="7759447" y="-965458"/>
            <a:ext cx="13717" cy="6493219"/>
          </a:xfrm>
          <a:custGeom>
            <a:avLst/>
            <a:gdLst/>
            <a:ahLst/>
            <a:cxnLst/>
            <a:rect l="l" t="t" r="r" b="b"/>
            <a:pathLst>
              <a:path w="13717" h="6493219">
                <a:moveTo>
                  <a:pt x="0" y="6493219"/>
                </a:moveTo>
                <a:lnTo>
                  <a:pt x="13716" y="6479502"/>
                </a:lnTo>
                <a:lnTo>
                  <a:pt x="13717" y="0"/>
                </a:lnTo>
                <a:lnTo>
                  <a:pt x="0" y="13716"/>
                </a:ln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600" name="Rectangle 378"/>
          <p:cNvSpPr/>
          <p:nvPr/>
        </p:nvSpPr>
        <p:spPr>
          <a:xfrm rot="18900000" flipV="1">
            <a:off x="8602633" y="-965458"/>
            <a:ext cx="13716" cy="6493219"/>
          </a:xfrm>
          <a:custGeom>
            <a:avLst/>
            <a:gdLst/>
            <a:ahLst/>
            <a:cxnLst/>
            <a:rect l="l" t="t" r="r" b="b"/>
            <a:pathLst>
              <a:path w="13716" h="6493219">
                <a:moveTo>
                  <a:pt x="13716" y="6479504"/>
                </a:moveTo>
                <a:lnTo>
                  <a:pt x="13716" y="0"/>
                </a:lnTo>
                <a:lnTo>
                  <a:pt x="0" y="13716"/>
                </a:lnTo>
                <a:lnTo>
                  <a:pt x="0" y="6493219"/>
                </a:ln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601" name="Rectangle 138"/>
          <p:cNvSpPr/>
          <p:nvPr/>
        </p:nvSpPr>
        <p:spPr>
          <a:xfrm rot="18900000" flipV="1">
            <a:off x="10088968" y="-882602"/>
            <a:ext cx="13716" cy="5927431"/>
          </a:xfrm>
          <a:custGeom>
            <a:avLst/>
            <a:gdLst/>
            <a:ahLst/>
            <a:cxnLst/>
            <a:rect l="l" t="t" r="r" b="b"/>
            <a:pathLst>
              <a:path w="13716" h="5927431">
                <a:moveTo>
                  <a:pt x="0" y="5927431"/>
                </a:moveTo>
                <a:lnTo>
                  <a:pt x="13715" y="5913716"/>
                </a:lnTo>
                <a:lnTo>
                  <a:pt x="13716" y="13716"/>
                </a:lnTo>
                <a:lnTo>
                  <a:pt x="0" y="0"/>
                </a:ln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602" name="Rectangle 139"/>
          <p:cNvSpPr/>
          <p:nvPr/>
        </p:nvSpPr>
        <p:spPr>
          <a:xfrm rot="18900000" flipV="1">
            <a:off x="10510562" y="-707971"/>
            <a:ext cx="13716" cy="4734985"/>
          </a:xfrm>
          <a:custGeom>
            <a:avLst/>
            <a:gdLst/>
            <a:ahLst/>
            <a:cxnLst/>
            <a:rect l="l" t="t" r="r" b="b"/>
            <a:pathLst>
              <a:path w="13716" h="4734985">
                <a:moveTo>
                  <a:pt x="0" y="4734985"/>
                </a:moveTo>
                <a:lnTo>
                  <a:pt x="13715" y="4721270"/>
                </a:lnTo>
                <a:lnTo>
                  <a:pt x="13716" y="13715"/>
                </a:lnTo>
                <a:lnTo>
                  <a:pt x="0" y="0"/>
                </a:ln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603" name="Rectangle 140"/>
          <p:cNvSpPr/>
          <p:nvPr/>
        </p:nvSpPr>
        <p:spPr>
          <a:xfrm rot="18900000" flipV="1">
            <a:off x="10932155" y="-533342"/>
            <a:ext cx="13716" cy="3542540"/>
          </a:xfrm>
          <a:custGeom>
            <a:avLst/>
            <a:gdLst/>
            <a:ahLst/>
            <a:cxnLst/>
            <a:rect l="l" t="t" r="r" b="b"/>
            <a:pathLst>
              <a:path w="13716" h="3542540">
                <a:moveTo>
                  <a:pt x="0" y="3542540"/>
                </a:moveTo>
                <a:lnTo>
                  <a:pt x="13715" y="3528825"/>
                </a:lnTo>
                <a:lnTo>
                  <a:pt x="13716" y="13716"/>
                </a:lnTo>
                <a:lnTo>
                  <a:pt x="0" y="0"/>
                </a:ln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604" name="Rectangle 141"/>
          <p:cNvSpPr/>
          <p:nvPr/>
        </p:nvSpPr>
        <p:spPr>
          <a:xfrm rot="18900000" flipV="1">
            <a:off x="11353748" y="-358712"/>
            <a:ext cx="13716" cy="2350095"/>
          </a:xfrm>
          <a:custGeom>
            <a:avLst/>
            <a:gdLst/>
            <a:ahLst/>
            <a:cxnLst/>
            <a:rect l="l" t="t" r="r" b="b"/>
            <a:pathLst>
              <a:path w="13716" h="2350095">
                <a:moveTo>
                  <a:pt x="0" y="2350095"/>
                </a:moveTo>
                <a:lnTo>
                  <a:pt x="13715" y="2336380"/>
                </a:lnTo>
                <a:lnTo>
                  <a:pt x="13716" y="13714"/>
                </a:lnTo>
                <a:lnTo>
                  <a:pt x="0" y="0"/>
                </a:ln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605" name="Rectangle 142"/>
          <p:cNvSpPr/>
          <p:nvPr/>
        </p:nvSpPr>
        <p:spPr>
          <a:xfrm rot="18900000" flipV="1">
            <a:off x="11775341" y="-184083"/>
            <a:ext cx="13716" cy="1157650"/>
          </a:xfrm>
          <a:custGeom>
            <a:avLst/>
            <a:gdLst/>
            <a:ahLst/>
            <a:cxnLst/>
            <a:rect l="l" t="t" r="r" b="b"/>
            <a:pathLst>
              <a:path w="13716" h="1157650">
                <a:moveTo>
                  <a:pt x="0" y="1157650"/>
                </a:moveTo>
                <a:lnTo>
                  <a:pt x="13716" y="1143934"/>
                </a:lnTo>
                <a:lnTo>
                  <a:pt x="13716" y="13716"/>
                </a:lnTo>
                <a:lnTo>
                  <a:pt x="0" y="0"/>
                </a:ln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606" name="Rectangle 372"/>
          <p:cNvSpPr/>
          <p:nvPr/>
        </p:nvSpPr>
        <p:spPr>
          <a:xfrm rot="18900000" flipV="1">
            <a:off x="3543517" y="-965458"/>
            <a:ext cx="13716" cy="6493219"/>
          </a:xfrm>
          <a:custGeom>
            <a:avLst/>
            <a:gdLst/>
            <a:ahLst/>
            <a:cxnLst/>
            <a:rect l="l" t="t" r="r" b="b"/>
            <a:pathLst>
              <a:path w="13716" h="6493219">
                <a:moveTo>
                  <a:pt x="0" y="6493219"/>
                </a:moveTo>
                <a:lnTo>
                  <a:pt x="13716" y="6479503"/>
                </a:lnTo>
                <a:lnTo>
                  <a:pt x="13716" y="0"/>
                </a:lnTo>
                <a:lnTo>
                  <a:pt x="0" y="13716"/>
                </a:ln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607" name="Rectangle 374"/>
          <p:cNvSpPr/>
          <p:nvPr/>
        </p:nvSpPr>
        <p:spPr>
          <a:xfrm rot="18900000" flipV="1">
            <a:off x="5229889" y="-965458"/>
            <a:ext cx="13716" cy="6493220"/>
          </a:xfrm>
          <a:custGeom>
            <a:avLst/>
            <a:gdLst/>
            <a:ahLst/>
            <a:cxnLst/>
            <a:rect l="l" t="t" r="r" b="b"/>
            <a:pathLst>
              <a:path w="13716" h="6493220">
                <a:moveTo>
                  <a:pt x="0" y="6493220"/>
                </a:moveTo>
                <a:lnTo>
                  <a:pt x="13716" y="6479504"/>
                </a:lnTo>
                <a:lnTo>
                  <a:pt x="13716" y="0"/>
                </a:lnTo>
                <a:lnTo>
                  <a:pt x="0" y="13716"/>
                </a:ln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608" name="Teardrop 3"/>
          <p:cNvSpPr/>
          <p:nvPr/>
        </p:nvSpPr>
        <p:spPr>
          <a:xfrm rot="5400000" flipH="1" flipV="1">
            <a:off x="6442772" y="109541"/>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609" name="Oval 1608"/>
          <p:cNvSpPr/>
          <p:nvPr/>
        </p:nvSpPr>
        <p:spPr>
          <a:xfrm>
            <a:off x="7120499" y="365858"/>
            <a:ext cx="100015" cy="100014"/>
          </a:xfrm>
          <a:prstGeom prst="ellipse">
            <a:avLst/>
          </a:prstGeom>
          <a:solidFill>
            <a:schemeClr val="bg1"/>
          </a:solidFill>
          <a:ln w="13970">
            <a:solidFill>
              <a:schemeClr val="accent3">
                <a:lumMod val="75000"/>
              </a:schemeClr>
            </a:solidFill>
          </a:ln>
        </p:spPr>
        <p:style>
          <a:lnRef idx="1">
            <a:schemeClr val="accent1"/>
          </a:lnRef>
          <a:fillRef idx="0">
            <a:schemeClr val="accent1"/>
          </a:fillRef>
          <a:effectRef idx="0">
            <a:schemeClr val="accent1"/>
          </a:effectRef>
          <a:fontRef idx="minor">
            <a:schemeClr val="tx1"/>
          </a:fontRef>
        </p:style>
      </p:sp>
      <p:sp>
        <p:nvSpPr>
          <p:cNvPr id="1610" name="Teardrop 3"/>
          <p:cNvSpPr/>
          <p:nvPr/>
        </p:nvSpPr>
        <p:spPr>
          <a:xfrm rot="5400000" flipH="1" flipV="1">
            <a:off x="-148774" y="258315"/>
            <a:ext cx="612648" cy="315100"/>
          </a:xfrm>
          <a:custGeom>
            <a:avLst/>
            <a:gdLst/>
            <a:ahLst/>
            <a:cxnLst/>
            <a:rect l="l" t="t" r="r" b="b"/>
            <a:pathLst>
              <a:path w="612648" h="315100">
                <a:moveTo>
                  <a:pt x="239386" y="75670"/>
                </a:moveTo>
                <a:cubicBezTo>
                  <a:pt x="230866" y="67149"/>
                  <a:pt x="224313" y="57406"/>
                  <a:pt x="219944" y="46909"/>
                </a:cubicBezTo>
                <a:cubicBezTo>
                  <a:pt x="207099" y="60107"/>
                  <a:pt x="182914" y="65356"/>
                  <a:pt x="163810" y="64989"/>
                </a:cubicBezTo>
                <a:cubicBezTo>
                  <a:pt x="113791" y="64989"/>
                  <a:pt x="73243" y="105538"/>
                  <a:pt x="73243" y="155556"/>
                </a:cubicBezTo>
                <a:cubicBezTo>
                  <a:pt x="73243" y="179467"/>
                  <a:pt x="82509" y="201213"/>
                  <a:pt x="97830" y="217225"/>
                </a:cubicBezTo>
                <a:close/>
                <a:moveTo>
                  <a:pt x="268191" y="95157"/>
                </a:moveTo>
                <a:cubicBezTo>
                  <a:pt x="257695" y="90787"/>
                  <a:pt x="247952" y="84234"/>
                  <a:pt x="239431" y="75715"/>
                </a:cubicBezTo>
                <a:lnTo>
                  <a:pt x="97875" y="217270"/>
                </a:lnTo>
                <a:cubicBezTo>
                  <a:pt x="113887" y="232591"/>
                  <a:pt x="135634" y="241857"/>
                  <a:pt x="159544" y="241857"/>
                </a:cubicBezTo>
                <a:cubicBezTo>
                  <a:pt x="184553" y="241857"/>
                  <a:pt x="207195" y="231720"/>
                  <a:pt x="223585" y="215331"/>
                </a:cubicBezTo>
                <a:cubicBezTo>
                  <a:pt x="239974" y="198941"/>
                  <a:pt x="250111" y="176299"/>
                  <a:pt x="250111" y="151290"/>
                </a:cubicBezTo>
                <a:cubicBezTo>
                  <a:pt x="249745" y="132187"/>
                  <a:pt x="254994" y="108002"/>
                  <a:pt x="268191" y="95157"/>
                </a:cubicBezTo>
                <a:close/>
                <a:moveTo>
                  <a:pt x="391275" y="232488"/>
                </a:moveTo>
                <a:cubicBezTo>
                  <a:pt x="366688" y="214199"/>
                  <a:pt x="350981" y="184860"/>
                  <a:pt x="350981" y="151853"/>
                </a:cubicBezTo>
                <a:cubicBezTo>
                  <a:pt x="351479" y="125869"/>
                  <a:pt x="347689" y="109892"/>
                  <a:pt x="331337" y="99934"/>
                </a:cubicBezTo>
                <a:cubicBezTo>
                  <a:pt x="315088" y="104415"/>
                  <a:pt x="297874" y="104335"/>
                  <a:pt x="281637" y="99721"/>
                </a:cubicBezTo>
                <a:cubicBezTo>
                  <a:pt x="265010" y="109675"/>
                  <a:pt x="261165" y="125694"/>
                  <a:pt x="261667" y="151853"/>
                </a:cubicBezTo>
                <a:cubicBezTo>
                  <a:pt x="261667" y="179968"/>
                  <a:pt x="250271" y="205421"/>
                  <a:pt x="231846" y="223846"/>
                </a:cubicBezTo>
                <a:lnTo>
                  <a:pt x="221347" y="232509"/>
                </a:lnTo>
                <a:cubicBezTo>
                  <a:pt x="224389" y="249009"/>
                  <a:pt x="232545" y="264623"/>
                  <a:pt x="245300" y="277378"/>
                </a:cubicBezTo>
                <a:cubicBezTo>
                  <a:pt x="262207" y="294285"/>
                  <a:pt x="284136" y="303111"/>
                  <a:pt x="306292" y="303599"/>
                </a:cubicBezTo>
                <a:lnTo>
                  <a:pt x="306292" y="218433"/>
                </a:lnTo>
                <a:lnTo>
                  <a:pt x="306356" y="218433"/>
                </a:lnTo>
                <a:lnTo>
                  <a:pt x="306356" y="303599"/>
                </a:lnTo>
                <a:cubicBezTo>
                  <a:pt x="328512" y="303110"/>
                  <a:pt x="350441" y="294285"/>
                  <a:pt x="367348" y="277378"/>
                </a:cubicBezTo>
                <a:cubicBezTo>
                  <a:pt x="380109" y="264617"/>
                  <a:pt x="388266" y="248996"/>
                  <a:pt x="391275" y="232488"/>
                </a:cubicBezTo>
                <a:close/>
                <a:moveTo>
                  <a:pt x="514773" y="217271"/>
                </a:moveTo>
                <a:lnTo>
                  <a:pt x="373218" y="75716"/>
                </a:lnTo>
                <a:cubicBezTo>
                  <a:pt x="364700" y="84231"/>
                  <a:pt x="354962" y="90781"/>
                  <a:pt x="344508" y="95209"/>
                </a:cubicBezTo>
                <a:cubicBezTo>
                  <a:pt x="357668" y="108066"/>
                  <a:pt x="362903" y="132212"/>
                  <a:pt x="362537" y="151290"/>
                </a:cubicBezTo>
                <a:cubicBezTo>
                  <a:pt x="362537" y="201309"/>
                  <a:pt x="403085" y="241857"/>
                  <a:pt x="453104" y="241857"/>
                </a:cubicBezTo>
                <a:cubicBezTo>
                  <a:pt x="477015" y="241857"/>
                  <a:pt x="498761" y="232592"/>
                  <a:pt x="514773" y="217271"/>
                </a:cubicBezTo>
                <a:close/>
                <a:moveTo>
                  <a:pt x="539405" y="155556"/>
                </a:moveTo>
                <a:cubicBezTo>
                  <a:pt x="539405" y="105538"/>
                  <a:pt x="498856" y="64989"/>
                  <a:pt x="448838" y="64989"/>
                </a:cubicBezTo>
                <a:cubicBezTo>
                  <a:pt x="429760" y="65355"/>
                  <a:pt x="405614" y="60121"/>
                  <a:pt x="392756" y="46961"/>
                </a:cubicBezTo>
                <a:cubicBezTo>
                  <a:pt x="388329" y="57415"/>
                  <a:pt x="381778" y="67153"/>
                  <a:pt x="373263" y="75671"/>
                </a:cubicBezTo>
                <a:lnTo>
                  <a:pt x="514818" y="217225"/>
                </a:lnTo>
                <a:cubicBezTo>
                  <a:pt x="530139" y="201213"/>
                  <a:pt x="539405" y="179467"/>
                  <a:pt x="539405" y="155556"/>
                </a:cubicBezTo>
                <a:close/>
                <a:moveTo>
                  <a:pt x="612648" y="8776"/>
                </a:moveTo>
                <a:cubicBezTo>
                  <a:pt x="612257" y="34030"/>
                  <a:pt x="602326" y="59101"/>
                  <a:pt x="583058" y="78369"/>
                </a:cubicBezTo>
                <a:cubicBezTo>
                  <a:pt x="569890" y="91537"/>
                  <a:pt x="554014" y="100343"/>
                  <a:pt x="537134" y="104416"/>
                </a:cubicBezTo>
                <a:cubicBezTo>
                  <a:pt x="546224" y="119205"/>
                  <a:pt x="551214" y="136643"/>
                  <a:pt x="551214" y="155247"/>
                </a:cubicBezTo>
                <a:cubicBezTo>
                  <a:pt x="551214" y="182497"/>
                  <a:pt x="540509" y="207247"/>
                  <a:pt x="522928" y="225380"/>
                </a:cubicBezTo>
                <a:lnTo>
                  <a:pt x="522928" y="225380"/>
                </a:lnTo>
                <a:cubicBezTo>
                  <a:pt x="504794" y="242961"/>
                  <a:pt x="480044" y="253667"/>
                  <a:pt x="452794" y="253667"/>
                </a:cubicBezTo>
                <a:cubicBezTo>
                  <a:pt x="434191" y="253667"/>
                  <a:pt x="416753" y="248677"/>
                  <a:pt x="401964" y="239586"/>
                </a:cubicBezTo>
                <a:cubicBezTo>
                  <a:pt x="397891" y="256466"/>
                  <a:pt x="389084" y="272342"/>
                  <a:pt x="375917" y="285509"/>
                </a:cubicBezTo>
                <a:cubicBezTo>
                  <a:pt x="356649" y="304778"/>
                  <a:pt x="331578" y="314709"/>
                  <a:pt x="306324" y="315100"/>
                </a:cubicBezTo>
                <a:lnTo>
                  <a:pt x="306324" y="315100"/>
                </a:lnTo>
                <a:cubicBezTo>
                  <a:pt x="281070" y="314709"/>
                  <a:pt x="255999" y="304778"/>
                  <a:pt x="236731" y="285509"/>
                </a:cubicBezTo>
                <a:cubicBezTo>
                  <a:pt x="223570" y="272349"/>
                  <a:pt x="214766" y="256482"/>
                  <a:pt x="210610" y="239626"/>
                </a:cubicBezTo>
                <a:cubicBezTo>
                  <a:pt x="195839" y="248693"/>
                  <a:pt x="178427" y="253666"/>
                  <a:pt x="159854" y="253666"/>
                </a:cubicBezTo>
                <a:cubicBezTo>
                  <a:pt x="132604" y="253666"/>
                  <a:pt x="107854" y="242961"/>
                  <a:pt x="89720" y="225380"/>
                </a:cubicBezTo>
                <a:lnTo>
                  <a:pt x="89720" y="225380"/>
                </a:lnTo>
                <a:cubicBezTo>
                  <a:pt x="72139" y="207247"/>
                  <a:pt x="61434" y="182497"/>
                  <a:pt x="61434" y="155247"/>
                </a:cubicBezTo>
                <a:cubicBezTo>
                  <a:pt x="61434" y="136673"/>
                  <a:pt x="66407" y="119262"/>
                  <a:pt x="75474" y="104490"/>
                </a:cubicBezTo>
                <a:cubicBezTo>
                  <a:pt x="58618" y="100334"/>
                  <a:pt x="42751" y="91530"/>
                  <a:pt x="29591" y="78369"/>
                </a:cubicBezTo>
                <a:cubicBezTo>
                  <a:pt x="10322" y="59101"/>
                  <a:pt x="391" y="34030"/>
                  <a:pt x="0" y="8776"/>
                </a:cubicBezTo>
                <a:lnTo>
                  <a:pt x="0" y="8776"/>
                </a:lnTo>
                <a:lnTo>
                  <a:pt x="1828" y="0"/>
                </a:lnTo>
                <a:lnTo>
                  <a:pt x="13374" y="0"/>
                </a:lnTo>
                <a:cubicBezTo>
                  <a:pt x="11782" y="2802"/>
                  <a:pt x="11567" y="5771"/>
                  <a:pt x="11501" y="8744"/>
                </a:cubicBezTo>
                <a:lnTo>
                  <a:pt x="96667" y="8744"/>
                </a:lnTo>
                <a:lnTo>
                  <a:pt x="96667" y="8808"/>
                </a:lnTo>
                <a:lnTo>
                  <a:pt x="11501" y="8808"/>
                </a:lnTo>
                <a:cubicBezTo>
                  <a:pt x="11989" y="30964"/>
                  <a:pt x="20815" y="52893"/>
                  <a:pt x="37722" y="69800"/>
                </a:cubicBezTo>
                <a:cubicBezTo>
                  <a:pt x="50477" y="82555"/>
                  <a:pt x="66091" y="90711"/>
                  <a:pt x="82591" y="93753"/>
                </a:cubicBezTo>
                <a:cubicBezTo>
                  <a:pt x="100880" y="69151"/>
                  <a:pt x="130228" y="53433"/>
                  <a:pt x="163247" y="53433"/>
                </a:cubicBezTo>
                <a:cubicBezTo>
                  <a:pt x="186137" y="53872"/>
                  <a:pt x="201262" y="50984"/>
                  <a:pt x="211354" y="39116"/>
                </a:cubicBezTo>
                <a:cubicBezTo>
                  <a:pt x="212796" y="37420"/>
                  <a:pt x="214135" y="35542"/>
                  <a:pt x="215380" y="33463"/>
                </a:cubicBezTo>
                <a:lnTo>
                  <a:pt x="215236" y="0"/>
                </a:lnTo>
                <a:lnTo>
                  <a:pt x="223506" y="0"/>
                </a:lnTo>
                <a:cubicBezTo>
                  <a:pt x="219687" y="24354"/>
                  <a:pt x="227777" y="49750"/>
                  <a:pt x="246535" y="68520"/>
                </a:cubicBezTo>
                <a:lnTo>
                  <a:pt x="254763" y="60293"/>
                </a:lnTo>
                <a:cubicBezTo>
                  <a:pt x="254771" y="60299"/>
                  <a:pt x="254778" y="60307"/>
                  <a:pt x="254786" y="60315"/>
                </a:cubicBezTo>
                <a:lnTo>
                  <a:pt x="254808" y="60338"/>
                </a:lnTo>
                <a:lnTo>
                  <a:pt x="246580" y="68565"/>
                </a:lnTo>
                <a:cubicBezTo>
                  <a:pt x="279582" y="101547"/>
                  <a:pt x="333066" y="101547"/>
                  <a:pt x="366068" y="68565"/>
                </a:cubicBezTo>
                <a:lnTo>
                  <a:pt x="357840" y="60338"/>
                </a:lnTo>
                <a:cubicBezTo>
                  <a:pt x="357847" y="60330"/>
                  <a:pt x="357855" y="60322"/>
                  <a:pt x="357862" y="60315"/>
                </a:cubicBezTo>
                <a:lnTo>
                  <a:pt x="357885" y="60293"/>
                </a:lnTo>
                <a:lnTo>
                  <a:pt x="366113" y="68520"/>
                </a:lnTo>
                <a:cubicBezTo>
                  <a:pt x="384871" y="49750"/>
                  <a:pt x="392961" y="24354"/>
                  <a:pt x="389142" y="0"/>
                </a:cubicBezTo>
                <a:lnTo>
                  <a:pt x="397337" y="0"/>
                </a:lnTo>
                <a:cubicBezTo>
                  <a:pt x="401478" y="11094"/>
                  <a:pt x="400548" y="22668"/>
                  <a:pt x="397481" y="33790"/>
                </a:cubicBezTo>
                <a:cubicBezTo>
                  <a:pt x="407439" y="50142"/>
                  <a:pt x="423417" y="53932"/>
                  <a:pt x="449401" y="53433"/>
                </a:cubicBezTo>
                <a:cubicBezTo>
                  <a:pt x="482407" y="53434"/>
                  <a:pt x="511746" y="69140"/>
                  <a:pt x="530035" y="93727"/>
                </a:cubicBezTo>
                <a:cubicBezTo>
                  <a:pt x="546543" y="90718"/>
                  <a:pt x="562165" y="82561"/>
                  <a:pt x="574926" y="69800"/>
                </a:cubicBezTo>
                <a:cubicBezTo>
                  <a:pt x="591833" y="52893"/>
                  <a:pt x="600658" y="30964"/>
                  <a:pt x="601147" y="8808"/>
                </a:cubicBezTo>
                <a:lnTo>
                  <a:pt x="515981" y="8808"/>
                </a:lnTo>
                <a:lnTo>
                  <a:pt x="515981" y="8744"/>
                </a:lnTo>
                <a:lnTo>
                  <a:pt x="601147" y="8744"/>
                </a:lnTo>
                <a:lnTo>
                  <a:pt x="599274" y="0"/>
                </a:lnTo>
                <a:lnTo>
                  <a:pt x="610820" y="0"/>
                </a:lnTo>
                <a:cubicBezTo>
                  <a:pt x="612423" y="2826"/>
                  <a:pt x="612602" y="5800"/>
                  <a:pt x="612648" y="8776"/>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611" name="Oval 1610"/>
          <p:cNvSpPr/>
          <p:nvPr/>
        </p:nvSpPr>
        <p:spPr>
          <a:xfrm>
            <a:off x="377459" y="365858"/>
            <a:ext cx="100015" cy="100014"/>
          </a:xfrm>
          <a:prstGeom prst="ellipse">
            <a:avLst/>
          </a:prstGeom>
          <a:solidFill>
            <a:schemeClr val="bg1"/>
          </a:solidFill>
          <a:ln w="13970">
            <a:solidFill>
              <a:schemeClr val="accent3">
                <a:lumMod val="75000"/>
              </a:schemeClr>
            </a:solidFill>
          </a:ln>
        </p:spPr>
        <p:style>
          <a:lnRef idx="1">
            <a:schemeClr val="accent1"/>
          </a:lnRef>
          <a:fillRef idx="0">
            <a:schemeClr val="accent1"/>
          </a:fillRef>
          <a:effectRef idx="0">
            <a:schemeClr val="accent1"/>
          </a:effectRef>
          <a:fontRef idx="minor">
            <a:schemeClr val="tx1"/>
          </a:fontRef>
        </p:style>
      </p:sp>
      <p:sp>
        <p:nvSpPr>
          <p:cNvPr id="1612" name="Teardrop 3"/>
          <p:cNvSpPr/>
          <p:nvPr/>
        </p:nvSpPr>
        <p:spPr>
          <a:xfrm rot="5400000" flipH="1" flipV="1">
            <a:off x="1387532" y="109541"/>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613" name="Teardrop 3"/>
          <p:cNvSpPr/>
          <p:nvPr/>
        </p:nvSpPr>
        <p:spPr>
          <a:xfrm rot="5400000" flipH="1" flipV="1">
            <a:off x="2230072" y="109541"/>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614" name="Teardrop 3"/>
          <p:cNvSpPr/>
          <p:nvPr/>
        </p:nvSpPr>
        <p:spPr>
          <a:xfrm rot="5400000" flipH="1" flipV="1">
            <a:off x="3072612" y="109541"/>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615" name="Teardrop 3"/>
          <p:cNvSpPr/>
          <p:nvPr/>
        </p:nvSpPr>
        <p:spPr>
          <a:xfrm rot="5400000" flipH="1" flipV="1">
            <a:off x="3915152" y="109541"/>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616" name="Teardrop 3"/>
          <p:cNvSpPr/>
          <p:nvPr/>
        </p:nvSpPr>
        <p:spPr>
          <a:xfrm rot="5400000" flipH="1" flipV="1">
            <a:off x="4757692" y="109541"/>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617" name="Teardrop 3"/>
          <p:cNvSpPr/>
          <p:nvPr/>
        </p:nvSpPr>
        <p:spPr>
          <a:xfrm rot="5400000" flipH="1" flipV="1">
            <a:off x="5600232" y="109541"/>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618" name="Oval 1617"/>
          <p:cNvSpPr/>
          <p:nvPr/>
        </p:nvSpPr>
        <p:spPr>
          <a:xfrm>
            <a:off x="1220339" y="365858"/>
            <a:ext cx="100015" cy="100014"/>
          </a:xfrm>
          <a:prstGeom prst="ellipse">
            <a:avLst/>
          </a:prstGeom>
          <a:solidFill>
            <a:schemeClr val="bg1"/>
          </a:solidFill>
          <a:ln w="13970">
            <a:solidFill>
              <a:schemeClr val="accent3">
                <a:lumMod val="75000"/>
              </a:schemeClr>
            </a:solidFill>
          </a:ln>
        </p:spPr>
        <p:style>
          <a:lnRef idx="1">
            <a:schemeClr val="accent1"/>
          </a:lnRef>
          <a:fillRef idx="0">
            <a:schemeClr val="accent1"/>
          </a:fillRef>
          <a:effectRef idx="0">
            <a:schemeClr val="accent1"/>
          </a:effectRef>
          <a:fontRef idx="minor">
            <a:schemeClr val="tx1"/>
          </a:fontRef>
        </p:style>
      </p:sp>
      <p:sp>
        <p:nvSpPr>
          <p:cNvPr id="1619" name="Oval 1618"/>
          <p:cNvSpPr/>
          <p:nvPr/>
        </p:nvSpPr>
        <p:spPr>
          <a:xfrm>
            <a:off x="2063219" y="365858"/>
            <a:ext cx="100015" cy="100014"/>
          </a:xfrm>
          <a:prstGeom prst="ellipse">
            <a:avLst/>
          </a:prstGeom>
          <a:solidFill>
            <a:schemeClr val="bg1"/>
          </a:solidFill>
          <a:ln w="13970">
            <a:solidFill>
              <a:schemeClr val="accent3">
                <a:lumMod val="75000"/>
              </a:schemeClr>
            </a:solidFill>
          </a:ln>
        </p:spPr>
        <p:style>
          <a:lnRef idx="1">
            <a:schemeClr val="accent1"/>
          </a:lnRef>
          <a:fillRef idx="0">
            <a:schemeClr val="accent1"/>
          </a:fillRef>
          <a:effectRef idx="0">
            <a:schemeClr val="accent1"/>
          </a:effectRef>
          <a:fontRef idx="minor">
            <a:schemeClr val="tx1"/>
          </a:fontRef>
        </p:style>
      </p:sp>
      <p:sp>
        <p:nvSpPr>
          <p:cNvPr id="1620" name="Oval 1619"/>
          <p:cNvSpPr/>
          <p:nvPr/>
        </p:nvSpPr>
        <p:spPr>
          <a:xfrm>
            <a:off x="2906099" y="365858"/>
            <a:ext cx="100015" cy="100014"/>
          </a:xfrm>
          <a:prstGeom prst="ellipse">
            <a:avLst/>
          </a:prstGeom>
          <a:solidFill>
            <a:schemeClr val="bg1"/>
          </a:solidFill>
          <a:ln w="13970">
            <a:solidFill>
              <a:schemeClr val="accent3">
                <a:lumMod val="75000"/>
              </a:schemeClr>
            </a:solidFill>
          </a:ln>
        </p:spPr>
        <p:style>
          <a:lnRef idx="1">
            <a:schemeClr val="accent1"/>
          </a:lnRef>
          <a:fillRef idx="0">
            <a:schemeClr val="accent1"/>
          </a:fillRef>
          <a:effectRef idx="0">
            <a:schemeClr val="accent1"/>
          </a:effectRef>
          <a:fontRef idx="minor">
            <a:schemeClr val="tx1"/>
          </a:fontRef>
        </p:style>
      </p:sp>
      <p:sp>
        <p:nvSpPr>
          <p:cNvPr id="1621" name="Oval 1620"/>
          <p:cNvSpPr/>
          <p:nvPr/>
        </p:nvSpPr>
        <p:spPr>
          <a:xfrm>
            <a:off x="3748979" y="365858"/>
            <a:ext cx="100015" cy="100014"/>
          </a:xfrm>
          <a:prstGeom prst="ellipse">
            <a:avLst/>
          </a:prstGeom>
          <a:solidFill>
            <a:schemeClr val="bg1"/>
          </a:solidFill>
          <a:ln w="13970">
            <a:solidFill>
              <a:schemeClr val="accent3">
                <a:lumMod val="75000"/>
              </a:schemeClr>
            </a:solidFill>
          </a:ln>
        </p:spPr>
        <p:style>
          <a:lnRef idx="1">
            <a:schemeClr val="accent1"/>
          </a:lnRef>
          <a:fillRef idx="0">
            <a:schemeClr val="accent1"/>
          </a:fillRef>
          <a:effectRef idx="0">
            <a:schemeClr val="accent1"/>
          </a:effectRef>
          <a:fontRef idx="minor">
            <a:schemeClr val="tx1"/>
          </a:fontRef>
        </p:style>
      </p:sp>
      <p:sp>
        <p:nvSpPr>
          <p:cNvPr id="1622" name="Oval 1621"/>
          <p:cNvSpPr/>
          <p:nvPr/>
        </p:nvSpPr>
        <p:spPr>
          <a:xfrm>
            <a:off x="4591859" y="365858"/>
            <a:ext cx="100015" cy="100014"/>
          </a:xfrm>
          <a:prstGeom prst="ellipse">
            <a:avLst/>
          </a:prstGeom>
          <a:solidFill>
            <a:schemeClr val="bg1"/>
          </a:solidFill>
          <a:ln w="13970">
            <a:solidFill>
              <a:schemeClr val="accent3">
                <a:lumMod val="75000"/>
              </a:schemeClr>
            </a:solidFill>
          </a:ln>
        </p:spPr>
        <p:style>
          <a:lnRef idx="1">
            <a:schemeClr val="accent1"/>
          </a:lnRef>
          <a:fillRef idx="0">
            <a:schemeClr val="accent1"/>
          </a:fillRef>
          <a:effectRef idx="0">
            <a:schemeClr val="accent1"/>
          </a:effectRef>
          <a:fontRef idx="minor">
            <a:schemeClr val="tx1"/>
          </a:fontRef>
        </p:style>
      </p:sp>
      <p:sp>
        <p:nvSpPr>
          <p:cNvPr id="1623" name="Oval 1622"/>
          <p:cNvSpPr/>
          <p:nvPr/>
        </p:nvSpPr>
        <p:spPr>
          <a:xfrm>
            <a:off x="5434739" y="365858"/>
            <a:ext cx="100015" cy="100014"/>
          </a:xfrm>
          <a:prstGeom prst="ellipse">
            <a:avLst/>
          </a:prstGeom>
          <a:solidFill>
            <a:schemeClr val="bg1"/>
          </a:solidFill>
          <a:ln w="13970">
            <a:solidFill>
              <a:schemeClr val="accent3">
                <a:lumMod val="75000"/>
              </a:schemeClr>
            </a:solidFill>
          </a:ln>
        </p:spPr>
        <p:style>
          <a:lnRef idx="1">
            <a:schemeClr val="accent1"/>
          </a:lnRef>
          <a:fillRef idx="0">
            <a:schemeClr val="accent1"/>
          </a:fillRef>
          <a:effectRef idx="0">
            <a:schemeClr val="accent1"/>
          </a:effectRef>
          <a:fontRef idx="minor">
            <a:schemeClr val="tx1"/>
          </a:fontRef>
        </p:style>
      </p:sp>
      <p:sp>
        <p:nvSpPr>
          <p:cNvPr id="1624" name="Oval 1623"/>
          <p:cNvSpPr/>
          <p:nvPr/>
        </p:nvSpPr>
        <p:spPr>
          <a:xfrm>
            <a:off x="6277619" y="365858"/>
            <a:ext cx="100015" cy="100014"/>
          </a:xfrm>
          <a:prstGeom prst="ellipse">
            <a:avLst/>
          </a:prstGeom>
          <a:solidFill>
            <a:schemeClr val="bg1"/>
          </a:solidFill>
          <a:ln w="13970">
            <a:solidFill>
              <a:schemeClr val="accent3">
                <a:lumMod val="75000"/>
              </a:schemeClr>
            </a:solidFill>
          </a:ln>
        </p:spPr>
        <p:style>
          <a:lnRef idx="1">
            <a:schemeClr val="accent1"/>
          </a:lnRef>
          <a:fillRef idx="0">
            <a:schemeClr val="accent1"/>
          </a:fillRef>
          <a:effectRef idx="0">
            <a:schemeClr val="accent1"/>
          </a:effectRef>
          <a:fontRef idx="minor">
            <a:schemeClr val="tx1"/>
          </a:fontRef>
        </p:style>
      </p:sp>
      <p:sp>
        <p:nvSpPr>
          <p:cNvPr id="1625" name="Teardrop 3"/>
          <p:cNvSpPr/>
          <p:nvPr/>
        </p:nvSpPr>
        <p:spPr>
          <a:xfrm rot="5400000" flipH="1" flipV="1">
            <a:off x="8127852" y="109541"/>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626" name="Oval 1625"/>
          <p:cNvSpPr/>
          <p:nvPr/>
        </p:nvSpPr>
        <p:spPr>
          <a:xfrm>
            <a:off x="8806259" y="365858"/>
            <a:ext cx="100015" cy="100014"/>
          </a:xfrm>
          <a:prstGeom prst="ellipse">
            <a:avLst/>
          </a:prstGeom>
          <a:solidFill>
            <a:schemeClr val="bg1"/>
          </a:solidFill>
          <a:ln w="13970">
            <a:solidFill>
              <a:schemeClr val="accent3">
                <a:lumMod val="75000"/>
              </a:schemeClr>
            </a:solidFill>
          </a:ln>
        </p:spPr>
        <p:style>
          <a:lnRef idx="1">
            <a:schemeClr val="accent1"/>
          </a:lnRef>
          <a:fillRef idx="0">
            <a:schemeClr val="accent1"/>
          </a:fillRef>
          <a:effectRef idx="0">
            <a:schemeClr val="accent1"/>
          </a:effectRef>
          <a:fontRef idx="minor">
            <a:schemeClr val="tx1"/>
          </a:fontRef>
        </p:style>
      </p:sp>
      <p:sp>
        <p:nvSpPr>
          <p:cNvPr id="1627" name="Teardrop 3"/>
          <p:cNvSpPr/>
          <p:nvPr/>
        </p:nvSpPr>
        <p:spPr>
          <a:xfrm rot="5400000" flipH="1" flipV="1">
            <a:off x="7285312" y="109541"/>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628" name="Oval 1627"/>
          <p:cNvSpPr/>
          <p:nvPr/>
        </p:nvSpPr>
        <p:spPr>
          <a:xfrm>
            <a:off x="7963379" y="365858"/>
            <a:ext cx="100015" cy="100014"/>
          </a:xfrm>
          <a:prstGeom prst="ellipse">
            <a:avLst/>
          </a:prstGeom>
          <a:solidFill>
            <a:schemeClr val="bg1"/>
          </a:solidFill>
          <a:ln w="13970">
            <a:solidFill>
              <a:schemeClr val="accent3">
                <a:lumMod val="75000"/>
              </a:schemeClr>
            </a:solidFill>
          </a:ln>
        </p:spPr>
        <p:style>
          <a:lnRef idx="1">
            <a:schemeClr val="accent1"/>
          </a:lnRef>
          <a:fillRef idx="0">
            <a:schemeClr val="accent1"/>
          </a:fillRef>
          <a:effectRef idx="0">
            <a:schemeClr val="accent1"/>
          </a:effectRef>
          <a:fontRef idx="minor">
            <a:schemeClr val="tx1"/>
          </a:fontRef>
        </p:style>
      </p:sp>
      <p:sp>
        <p:nvSpPr>
          <p:cNvPr id="1629" name="Teardrop 3"/>
          <p:cNvSpPr/>
          <p:nvPr/>
        </p:nvSpPr>
        <p:spPr>
          <a:xfrm rot="5400000" flipH="1" flipV="1">
            <a:off x="9812932" y="109541"/>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630" name="Oval 1629"/>
          <p:cNvSpPr/>
          <p:nvPr/>
        </p:nvSpPr>
        <p:spPr>
          <a:xfrm>
            <a:off x="10492019" y="365858"/>
            <a:ext cx="100015" cy="100014"/>
          </a:xfrm>
          <a:prstGeom prst="ellipse">
            <a:avLst/>
          </a:prstGeom>
          <a:solidFill>
            <a:schemeClr val="bg1"/>
          </a:solidFill>
          <a:ln w="13970">
            <a:solidFill>
              <a:schemeClr val="accent3">
                <a:lumMod val="75000"/>
              </a:schemeClr>
            </a:solidFill>
          </a:ln>
        </p:spPr>
        <p:style>
          <a:lnRef idx="1">
            <a:schemeClr val="accent1"/>
          </a:lnRef>
          <a:fillRef idx="0">
            <a:schemeClr val="accent1"/>
          </a:fillRef>
          <a:effectRef idx="0">
            <a:schemeClr val="accent1"/>
          </a:effectRef>
          <a:fontRef idx="minor">
            <a:schemeClr val="tx1"/>
          </a:fontRef>
        </p:style>
      </p:sp>
      <p:sp>
        <p:nvSpPr>
          <p:cNvPr id="1631" name="Teardrop 3"/>
          <p:cNvSpPr/>
          <p:nvPr/>
        </p:nvSpPr>
        <p:spPr>
          <a:xfrm rot="5400000" flipH="1" flipV="1">
            <a:off x="8970392" y="109541"/>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632" name="Oval 1631"/>
          <p:cNvSpPr/>
          <p:nvPr/>
        </p:nvSpPr>
        <p:spPr>
          <a:xfrm>
            <a:off x="9649139" y="365858"/>
            <a:ext cx="100015" cy="100014"/>
          </a:xfrm>
          <a:prstGeom prst="ellipse">
            <a:avLst/>
          </a:prstGeom>
          <a:solidFill>
            <a:schemeClr val="bg1"/>
          </a:solidFill>
          <a:ln w="13970">
            <a:solidFill>
              <a:schemeClr val="accent3">
                <a:lumMod val="75000"/>
              </a:schemeClr>
            </a:solidFill>
          </a:ln>
        </p:spPr>
        <p:style>
          <a:lnRef idx="1">
            <a:schemeClr val="accent1"/>
          </a:lnRef>
          <a:fillRef idx="0">
            <a:schemeClr val="accent1"/>
          </a:fillRef>
          <a:effectRef idx="0">
            <a:schemeClr val="accent1"/>
          </a:effectRef>
          <a:fontRef idx="minor">
            <a:schemeClr val="tx1"/>
          </a:fontRef>
        </p:style>
      </p:sp>
      <p:sp>
        <p:nvSpPr>
          <p:cNvPr id="1633" name="Teardrop 3"/>
          <p:cNvSpPr/>
          <p:nvPr/>
        </p:nvSpPr>
        <p:spPr>
          <a:xfrm rot="5400000" flipH="1" flipV="1">
            <a:off x="11498011" y="109541"/>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634" name="Teardrop 3"/>
          <p:cNvSpPr/>
          <p:nvPr/>
        </p:nvSpPr>
        <p:spPr>
          <a:xfrm rot="5400000" flipH="1" flipV="1">
            <a:off x="10655472" y="109541"/>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635" name="Oval 1634"/>
          <p:cNvSpPr/>
          <p:nvPr/>
        </p:nvSpPr>
        <p:spPr>
          <a:xfrm>
            <a:off x="11334899" y="365858"/>
            <a:ext cx="100015" cy="100014"/>
          </a:xfrm>
          <a:prstGeom prst="ellipse">
            <a:avLst/>
          </a:prstGeom>
          <a:solidFill>
            <a:schemeClr val="bg1"/>
          </a:solidFill>
          <a:ln w="13970">
            <a:solidFill>
              <a:schemeClr val="accent3">
                <a:lumMod val="75000"/>
              </a:schemeClr>
            </a:solidFill>
          </a:ln>
        </p:spPr>
        <p:style>
          <a:lnRef idx="1">
            <a:schemeClr val="accent1"/>
          </a:lnRef>
          <a:fillRef idx="0">
            <a:schemeClr val="accent1"/>
          </a:fillRef>
          <a:effectRef idx="0">
            <a:schemeClr val="accent1"/>
          </a:effectRef>
          <a:fontRef idx="minor">
            <a:schemeClr val="tx1"/>
          </a:fontRef>
        </p:style>
      </p:sp>
      <p:sp>
        <p:nvSpPr>
          <p:cNvPr id="1636" name="Teardrop 3"/>
          <p:cNvSpPr/>
          <p:nvPr/>
        </p:nvSpPr>
        <p:spPr>
          <a:xfrm rot="5400000" flipH="1" flipV="1">
            <a:off x="544992" y="109541"/>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637" name="Oval 1636"/>
          <p:cNvSpPr/>
          <p:nvPr/>
        </p:nvSpPr>
        <p:spPr>
          <a:xfrm>
            <a:off x="6664511" y="331699"/>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638" name="Oval 167"/>
          <p:cNvSpPr/>
          <p:nvPr/>
        </p:nvSpPr>
        <p:spPr>
          <a:xfrm>
            <a:off x="0" y="331699"/>
            <a:ext cx="93942" cy="4240302"/>
          </a:xfrm>
          <a:custGeom>
            <a:avLst/>
            <a:gdLst/>
            <a:ahLst/>
            <a:cxnLst/>
            <a:rect l="l" t="t" r="r" b="b"/>
            <a:pathLst>
              <a:path w="93942" h="4240302">
                <a:moveTo>
                  <a:pt x="9066" y="4229620"/>
                </a:moveTo>
                <a:cubicBezTo>
                  <a:pt x="23324" y="4229620"/>
                  <a:pt x="36761" y="4233136"/>
                  <a:pt x="48054" y="4240302"/>
                </a:cubicBezTo>
                <a:lnTo>
                  <a:pt x="0" y="4240302"/>
                </a:lnTo>
                <a:lnTo>
                  <a:pt x="0" y="4231451"/>
                </a:lnTo>
                <a:cubicBezTo>
                  <a:pt x="2881" y="4229788"/>
                  <a:pt x="5954" y="4229620"/>
                  <a:pt x="9066" y="4229620"/>
                </a:cubicBezTo>
                <a:close/>
                <a:moveTo>
                  <a:pt x="9066" y="3380947"/>
                </a:moveTo>
                <a:cubicBezTo>
                  <a:pt x="55942" y="3380947"/>
                  <a:pt x="93942" y="3418947"/>
                  <a:pt x="93942" y="3465822"/>
                </a:cubicBezTo>
                <a:cubicBezTo>
                  <a:pt x="93942" y="3512697"/>
                  <a:pt x="55942" y="3550697"/>
                  <a:pt x="9066" y="3550697"/>
                </a:cubicBezTo>
                <a:lnTo>
                  <a:pt x="0" y="3548867"/>
                </a:lnTo>
                <a:lnTo>
                  <a:pt x="0" y="3382777"/>
                </a:lnTo>
                <a:cubicBezTo>
                  <a:pt x="2881" y="3381115"/>
                  <a:pt x="5954" y="3380947"/>
                  <a:pt x="9066" y="3380947"/>
                </a:cubicBezTo>
                <a:close/>
                <a:moveTo>
                  <a:pt x="9066" y="2536768"/>
                </a:moveTo>
                <a:cubicBezTo>
                  <a:pt x="55942" y="2536768"/>
                  <a:pt x="93942" y="2574768"/>
                  <a:pt x="93942" y="2621643"/>
                </a:cubicBezTo>
                <a:cubicBezTo>
                  <a:pt x="93942" y="2668518"/>
                  <a:pt x="55942" y="2706518"/>
                  <a:pt x="9066" y="2706518"/>
                </a:cubicBezTo>
                <a:lnTo>
                  <a:pt x="0" y="2704688"/>
                </a:lnTo>
                <a:lnTo>
                  <a:pt x="0" y="2538598"/>
                </a:lnTo>
                <a:cubicBezTo>
                  <a:pt x="2881" y="2536936"/>
                  <a:pt x="5954" y="2536768"/>
                  <a:pt x="9066" y="2536768"/>
                </a:cubicBezTo>
                <a:close/>
                <a:moveTo>
                  <a:pt x="9066" y="1688095"/>
                </a:moveTo>
                <a:cubicBezTo>
                  <a:pt x="55942" y="1688095"/>
                  <a:pt x="93942" y="1726095"/>
                  <a:pt x="93942" y="1772970"/>
                </a:cubicBezTo>
                <a:cubicBezTo>
                  <a:pt x="93942" y="1819845"/>
                  <a:pt x="55942" y="1857845"/>
                  <a:pt x="9066" y="1857845"/>
                </a:cubicBezTo>
                <a:lnTo>
                  <a:pt x="0" y="1856015"/>
                </a:lnTo>
                <a:lnTo>
                  <a:pt x="0" y="1689925"/>
                </a:lnTo>
                <a:cubicBezTo>
                  <a:pt x="2881" y="1688263"/>
                  <a:pt x="5954" y="1688095"/>
                  <a:pt x="9066" y="1688095"/>
                </a:cubicBezTo>
                <a:close/>
                <a:moveTo>
                  <a:pt x="9066" y="845498"/>
                </a:moveTo>
                <a:cubicBezTo>
                  <a:pt x="55942" y="845498"/>
                  <a:pt x="93942" y="883498"/>
                  <a:pt x="93942" y="930373"/>
                </a:cubicBezTo>
                <a:cubicBezTo>
                  <a:pt x="93942" y="977248"/>
                  <a:pt x="55942" y="1015248"/>
                  <a:pt x="9066" y="1015248"/>
                </a:cubicBezTo>
                <a:lnTo>
                  <a:pt x="0" y="1013418"/>
                </a:lnTo>
                <a:lnTo>
                  <a:pt x="0" y="847328"/>
                </a:lnTo>
                <a:cubicBezTo>
                  <a:pt x="2881" y="845666"/>
                  <a:pt x="5954" y="845498"/>
                  <a:pt x="9066" y="845498"/>
                </a:cubicBezTo>
                <a:close/>
                <a:moveTo>
                  <a:pt x="9066" y="0"/>
                </a:moveTo>
                <a:cubicBezTo>
                  <a:pt x="55942" y="0"/>
                  <a:pt x="93942" y="38000"/>
                  <a:pt x="93942" y="84875"/>
                </a:cubicBezTo>
                <a:cubicBezTo>
                  <a:pt x="93942" y="131750"/>
                  <a:pt x="55942" y="169750"/>
                  <a:pt x="9066" y="169750"/>
                </a:cubicBezTo>
                <a:lnTo>
                  <a:pt x="0" y="167920"/>
                </a:lnTo>
                <a:lnTo>
                  <a:pt x="0" y="1830"/>
                </a:lnTo>
                <a:cubicBezTo>
                  <a:pt x="2881" y="167"/>
                  <a:pt x="5954" y="0"/>
                  <a:pt x="9066"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639" name="Oval 1638"/>
          <p:cNvSpPr/>
          <p:nvPr/>
        </p:nvSpPr>
        <p:spPr>
          <a:xfrm>
            <a:off x="766731" y="331699"/>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640" name="Oval 1639"/>
          <p:cNvSpPr/>
          <p:nvPr/>
        </p:nvSpPr>
        <p:spPr>
          <a:xfrm>
            <a:off x="1609271" y="331699"/>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641" name="Oval 1640"/>
          <p:cNvSpPr/>
          <p:nvPr/>
        </p:nvSpPr>
        <p:spPr>
          <a:xfrm>
            <a:off x="2451811" y="331699"/>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642" name="Oval 1641"/>
          <p:cNvSpPr/>
          <p:nvPr/>
        </p:nvSpPr>
        <p:spPr>
          <a:xfrm>
            <a:off x="3294351" y="331699"/>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643" name="Oval 1642"/>
          <p:cNvSpPr/>
          <p:nvPr/>
        </p:nvSpPr>
        <p:spPr>
          <a:xfrm>
            <a:off x="4136891" y="331699"/>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644" name="Oval 1643"/>
          <p:cNvSpPr/>
          <p:nvPr/>
        </p:nvSpPr>
        <p:spPr>
          <a:xfrm>
            <a:off x="4979431" y="331699"/>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645" name="Oval 1644"/>
          <p:cNvSpPr/>
          <p:nvPr/>
        </p:nvSpPr>
        <p:spPr>
          <a:xfrm>
            <a:off x="5821971" y="331699"/>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646" name="Oval 1645"/>
          <p:cNvSpPr/>
          <p:nvPr/>
        </p:nvSpPr>
        <p:spPr>
          <a:xfrm>
            <a:off x="8349591" y="331699"/>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647" name="Oval 1646"/>
          <p:cNvSpPr/>
          <p:nvPr/>
        </p:nvSpPr>
        <p:spPr>
          <a:xfrm>
            <a:off x="7507051" y="331699"/>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648" name="Oval 1647"/>
          <p:cNvSpPr/>
          <p:nvPr/>
        </p:nvSpPr>
        <p:spPr>
          <a:xfrm>
            <a:off x="10034671" y="331699"/>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649" name="Oval 1648"/>
          <p:cNvSpPr/>
          <p:nvPr/>
        </p:nvSpPr>
        <p:spPr>
          <a:xfrm>
            <a:off x="9192131" y="331699"/>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650" name="Oval 1649"/>
          <p:cNvSpPr/>
          <p:nvPr/>
        </p:nvSpPr>
        <p:spPr>
          <a:xfrm>
            <a:off x="11719750" y="331699"/>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651" name="Oval 1650"/>
          <p:cNvSpPr/>
          <p:nvPr/>
        </p:nvSpPr>
        <p:spPr>
          <a:xfrm>
            <a:off x="10877211" y="331699"/>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652" name="Teardrop 3"/>
          <p:cNvSpPr/>
          <p:nvPr/>
        </p:nvSpPr>
        <p:spPr>
          <a:xfrm rot="5400000" flipH="1" flipV="1">
            <a:off x="6021182" y="530229"/>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653" name="Teardrop 3"/>
          <p:cNvSpPr/>
          <p:nvPr/>
        </p:nvSpPr>
        <p:spPr>
          <a:xfrm rot="5400000" flipH="1" flipV="1">
            <a:off x="965942" y="530229"/>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654" name="Teardrop 3"/>
          <p:cNvSpPr/>
          <p:nvPr/>
        </p:nvSpPr>
        <p:spPr>
          <a:xfrm rot="5400000" flipH="1" flipV="1">
            <a:off x="1808482" y="530229"/>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655" name="Teardrop 3"/>
          <p:cNvSpPr/>
          <p:nvPr/>
        </p:nvSpPr>
        <p:spPr>
          <a:xfrm rot="5400000" flipH="1" flipV="1">
            <a:off x="2651022" y="530229"/>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656" name="Teardrop 3"/>
          <p:cNvSpPr/>
          <p:nvPr/>
        </p:nvSpPr>
        <p:spPr>
          <a:xfrm rot="5400000" flipH="1" flipV="1">
            <a:off x="3493562" y="530229"/>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657" name="Teardrop 3"/>
          <p:cNvSpPr/>
          <p:nvPr/>
        </p:nvSpPr>
        <p:spPr>
          <a:xfrm rot="5400000" flipH="1" flipV="1">
            <a:off x="4336102" y="530229"/>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658" name="Teardrop 3"/>
          <p:cNvSpPr/>
          <p:nvPr/>
        </p:nvSpPr>
        <p:spPr>
          <a:xfrm rot="5400000" flipH="1" flipV="1">
            <a:off x="5178642" y="530229"/>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659" name="Teardrop 3"/>
          <p:cNvSpPr/>
          <p:nvPr/>
        </p:nvSpPr>
        <p:spPr>
          <a:xfrm rot="5400000" flipH="1" flipV="1">
            <a:off x="7706262" y="530229"/>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660" name="Teardrop 3"/>
          <p:cNvSpPr/>
          <p:nvPr/>
        </p:nvSpPr>
        <p:spPr>
          <a:xfrm rot="5400000" flipH="1" flipV="1">
            <a:off x="6863722" y="530229"/>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661" name="Teardrop 3"/>
          <p:cNvSpPr/>
          <p:nvPr/>
        </p:nvSpPr>
        <p:spPr>
          <a:xfrm rot="5400000" flipH="1" flipV="1">
            <a:off x="9391342" y="530229"/>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662" name="Teardrop 3"/>
          <p:cNvSpPr/>
          <p:nvPr/>
        </p:nvSpPr>
        <p:spPr>
          <a:xfrm rot="5400000" flipH="1" flipV="1">
            <a:off x="8548802" y="530229"/>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663" name="Teardrop 3"/>
          <p:cNvSpPr/>
          <p:nvPr/>
        </p:nvSpPr>
        <p:spPr>
          <a:xfrm rot="5400000" flipH="1" flipV="1">
            <a:off x="11076421" y="530229"/>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664" name="Teardrop 3"/>
          <p:cNvSpPr/>
          <p:nvPr/>
        </p:nvSpPr>
        <p:spPr>
          <a:xfrm rot="5400000" flipH="1" flipV="1">
            <a:off x="10233882" y="530229"/>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665" name="Teardrop 3"/>
          <p:cNvSpPr/>
          <p:nvPr/>
        </p:nvSpPr>
        <p:spPr>
          <a:xfrm rot="5400000" flipH="1" flipV="1">
            <a:off x="123402" y="530229"/>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666" name="Teardrop 3"/>
          <p:cNvSpPr/>
          <p:nvPr/>
        </p:nvSpPr>
        <p:spPr>
          <a:xfrm rot="5400000" flipH="1" flipV="1">
            <a:off x="11760003" y="685578"/>
            <a:ext cx="595780" cy="268215"/>
          </a:xfrm>
          <a:custGeom>
            <a:avLst/>
            <a:gdLst/>
            <a:ahLst/>
            <a:cxnLst/>
            <a:rect l="l" t="t" r="r" b="b"/>
            <a:pathLst>
              <a:path w="595780" h="268215">
                <a:moveTo>
                  <a:pt x="230951" y="239431"/>
                </a:moveTo>
                <a:lnTo>
                  <a:pt x="89396" y="97876"/>
                </a:lnTo>
                <a:cubicBezTo>
                  <a:pt x="74075" y="113887"/>
                  <a:pt x="64809" y="135634"/>
                  <a:pt x="64809" y="159544"/>
                </a:cubicBezTo>
                <a:cubicBezTo>
                  <a:pt x="64809" y="209563"/>
                  <a:pt x="105357" y="250112"/>
                  <a:pt x="155376" y="250112"/>
                </a:cubicBezTo>
                <a:cubicBezTo>
                  <a:pt x="174454" y="249746"/>
                  <a:pt x="198601" y="254980"/>
                  <a:pt x="211458" y="268141"/>
                </a:cubicBezTo>
                <a:cubicBezTo>
                  <a:pt x="215885" y="257686"/>
                  <a:pt x="222436" y="247948"/>
                  <a:pt x="230951" y="239431"/>
                </a:cubicBezTo>
                <a:close/>
                <a:moveTo>
                  <a:pt x="259706" y="219892"/>
                </a:moveTo>
                <a:cubicBezTo>
                  <a:pt x="246546" y="207035"/>
                  <a:pt x="241311" y="182889"/>
                  <a:pt x="241677" y="163811"/>
                </a:cubicBezTo>
                <a:cubicBezTo>
                  <a:pt x="241677" y="113792"/>
                  <a:pt x="201129" y="73244"/>
                  <a:pt x="151110" y="73244"/>
                </a:cubicBezTo>
                <a:cubicBezTo>
                  <a:pt x="127200" y="73244"/>
                  <a:pt x="105453" y="82510"/>
                  <a:pt x="89441" y="97831"/>
                </a:cubicBezTo>
                <a:lnTo>
                  <a:pt x="230996" y="239386"/>
                </a:lnTo>
                <a:cubicBezTo>
                  <a:pt x="239514" y="230871"/>
                  <a:pt x="249252" y="224320"/>
                  <a:pt x="259706" y="219892"/>
                </a:cubicBezTo>
                <a:close/>
                <a:moveTo>
                  <a:pt x="382868" y="82592"/>
                </a:moveTo>
                <a:cubicBezTo>
                  <a:pt x="379825" y="66091"/>
                  <a:pt x="371670" y="50477"/>
                  <a:pt x="358914" y="37722"/>
                </a:cubicBezTo>
                <a:cubicBezTo>
                  <a:pt x="342007" y="20815"/>
                  <a:pt x="320078" y="11989"/>
                  <a:pt x="297922" y="11501"/>
                </a:cubicBezTo>
                <a:lnTo>
                  <a:pt x="297922" y="96667"/>
                </a:lnTo>
                <a:lnTo>
                  <a:pt x="297858" y="96667"/>
                </a:lnTo>
                <a:lnTo>
                  <a:pt x="297858" y="11501"/>
                </a:lnTo>
                <a:cubicBezTo>
                  <a:pt x="275703" y="11990"/>
                  <a:pt x="253773" y="20815"/>
                  <a:pt x="236866" y="37722"/>
                </a:cubicBezTo>
                <a:cubicBezTo>
                  <a:pt x="224105" y="50483"/>
                  <a:pt x="215948" y="66105"/>
                  <a:pt x="212939" y="82613"/>
                </a:cubicBezTo>
                <a:cubicBezTo>
                  <a:pt x="237526" y="100902"/>
                  <a:pt x="253233" y="130241"/>
                  <a:pt x="253233" y="163248"/>
                </a:cubicBezTo>
                <a:cubicBezTo>
                  <a:pt x="252735" y="189232"/>
                  <a:pt x="256525" y="205210"/>
                  <a:pt x="272877" y="215167"/>
                </a:cubicBezTo>
                <a:cubicBezTo>
                  <a:pt x="289126" y="210687"/>
                  <a:pt x="306340" y="210767"/>
                  <a:pt x="322577" y="215380"/>
                </a:cubicBezTo>
                <a:cubicBezTo>
                  <a:pt x="324655" y="214136"/>
                  <a:pt x="326534" y="212797"/>
                  <a:pt x="328229" y="211355"/>
                </a:cubicBezTo>
                <a:cubicBezTo>
                  <a:pt x="340097" y="201263"/>
                  <a:pt x="342986" y="186138"/>
                  <a:pt x="342547" y="163248"/>
                </a:cubicBezTo>
                <a:cubicBezTo>
                  <a:pt x="342547" y="130228"/>
                  <a:pt x="358265" y="100880"/>
                  <a:pt x="382868" y="82592"/>
                </a:cubicBezTo>
                <a:close/>
                <a:moveTo>
                  <a:pt x="506339" y="97830"/>
                </a:moveTo>
                <a:cubicBezTo>
                  <a:pt x="490327" y="82509"/>
                  <a:pt x="468581" y="73244"/>
                  <a:pt x="444670" y="73244"/>
                </a:cubicBezTo>
                <a:cubicBezTo>
                  <a:pt x="394651" y="73244"/>
                  <a:pt x="354103" y="113792"/>
                  <a:pt x="354103" y="163811"/>
                </a:cubicBezTo>
                <a:cubicBezTo>
                  <a:pt x="354469" y="182914"/>
                  <a:pt x="349220" y="207099"/>
                  <a:pt x="336023" y="219944"/>
                </a:cubicBezTo>
                <a:cubicBezTo>
                  <a:pt x="346519" y="224314"/>
                  <a:pt x="356263" y="230867"/>
                  <a:pt x="364783" y="239386"/>
                </a:cubicBezTo>
                <a:close/>
                <a:moveTo>
                  <a:pt x="530971" y="159544"/>
                </a:moveTo>
                <a:cubicBezTo>
                  <a:pt x="530971" y="135634"/>
                  <a:pt x="521705" y="113887"/>
                  <a:pt x="506384" y="97876"/>
                </a:cubicBezTo>
                <a:lnTo>
                  <a:pt x="364828" y="239431"/>
                </a:lnTo>
                <a:cubicBezTo>
                  <a:pt x="373348" y="247952"/>
                  <a:pt x="379901" y="257695"/>
                  <a:pt x="384270" y="268192"/>
                </a:cubicBezTo>
                <a:cubicBezTo>
                  <a:pt x="397115" y="254994"/>
                  <a:pt x="421300" y="249745"/>
                  <a:pt x="440404" y="250111"/>
                </a:cubicBezTo>
                <a:cubicBezTo>
                  <a:pt x="465413" y="250112"/>
                  <a:pt x="488055" y="239974"/>
                  <a:pt x="504444" y="223585"/>
                </a:cubicBezTo>
                <a:cubicBezTo>
                  <a:pt x="520834" y="207196"/>
                  <a:pt x="530971" y="184554"/>
                  <a:pt x="530971" y="159544"/>
                </a:cubicBezTo>
                <a:close/>
                <a:moveTo>
                  <a:pt x="595780" y="268215"/>
                </a:moveTo>
                <a:lnTo>
                  <a:pt x="581969" y="268215"/>
                </a:lnTo>
                <a:cubicBezTo>
                  <a:pt x="578743" y="259654"/>
                  <a:pt x="573266" y="252074"/>
                  <a:pt x="566492" y="245300"/>
                </a:cubicBezTo>
                <a:cubicBezTo>
                  <a:pt x="553737" y="232545"/>
                  <a:pt x="538123" y="224389"/>
                  <a:pt x="521623" y="221347"/>
                </a:cubicBezTo>
                <a:cubicBezTo>
                  <a:pt x="519174" y="225205"/>
                  <a:pt x="516174" y="228633"/>
                  <a:pt x="512960" y="231847"/>
                </a:cubicBezTo>
                <a:cubicBezTo>
                  <a:pt x="494535" y="250272"/>
                  <a:pt x="469082" y="261667"/>
                  <a:pt x="440967" y="261667"/>
                </a:cubicBezTo>
                <a:cubicBezTo>
                  <a:pt x="425629" y="261373"/>
                  <a:pt x="413777" y="262574"/>
                  <a:pt x="405186" y="268215"/>
                </a:cubicBezTo>
                <a:lnTo>
                  <a:pt x="372038" y="268215"/>
                </a:lnTo>
                <a:cubicBezTo>
                  <a:pt x="369178" y="260078"/>
                  <a:pt x="364042" y="252948"/>
                  <a:pt x="357679" y="246581"/>
                </a:cubicBezTo>
                <a:lnTo>
                  <a:pt x="349451" y="254808"/>
                </a:lnTo>
                <a:lnTo>
                  <a:pt x="349428" y="254786"/>
                </a:lnTo>
                <a:cubicBezTo>
                  <a:pt x="349421" y="254779"/>
                  <a:pt x="349413" y="254771"/>
                  <a:pt x="349406" y="254763"/>
                </a:cubicBezTo>
                <a:lnTo>
                  <a:pt x="357634" y="246536"/>
                </a:lnTo>
                <a:cubicBezTo>
                  <a:pt x="324632" y="213554"/>
                  <a:pt x="271148" y="213554"/>
                  <a:pt x="238147" y="246536"/>
                </a:cubicBezTo>
                <a:lnTo>
                  <a:pt x="246374" y="254763"/>
                </a:lnTo>
                <a:cubicBezTo>
                  <a:pt x="246367" y="254771"/>
                  <a:pt x="246359" y="254779"/>
                  <a:pt x="246352" y="254786"/>
                </a:cubicBezTo>
                <a:cubicBezTo>
                  <a:pt x="246344" y="254794"/>
                  <a:pt x="246337" y="254801"/>
                  <a:pt x="246329" y="254808"/>
                </a:cubicBezTo>
                <a:lnTo>
                  <a:pt x="238101" y="246581"/>
                </a:lnTo>
                <a:lnTo>
                  <a:pt x="223742" y="268215"/>
                </a:lnTo>
                <a:lnTo>
                  <a:pt x="190546" y="268215"/>
                </a:lnTo>
                <a:cubicBezTo>
                  <a:pt x="181969" y="262570"/>
                  <a:pt x="170130" y="261374"/>
                  <a:pt x="154813" y="261668"/>
                </a:cubicBezTo>
                <a:cubicBezTo>
                  <a:pt x="121806" y="261668"/>
                  <a:pt x="92467" y="245961"/>
                  <a:pt x="74178" y="221373"/>
                </a:cubicBezTo>
                <a:cubicBezTo>
                  <a:pt x="57671" y="224382"/>
                  <a:pt x="42049" y="232539"/>
                  <a:pt x="29288" y="245300"/>
                </a:cubicBezTo>
                <a:lnTo>
                  <a:pt x="13811" y="268215"/>
                </a:lnTo>
                <a:lnTo>
                  <a:pt x="0" y="268215"/>
                </a:lnTo>
                <a:cubicBezTo>
                  <a:pt x="4705" y="256723"/>
                  <a:pt x="11839" y="246048"/>
                  <a:pt x="21157" y="236731"/>
                </a:cubicBezTo>
                <a:cubicBezTo>
                  <a:pt x="34324" y="223564"/>
                  <a:pt x="50200" y="214757"/>
                  <a:pt x="67080" y="210684"/>
                </a:cubicBezTo>
                <a:cubicBezTo>
                  <a:pt x="57989" y="195895"/>
                  <a:pt x="53000" y="178457"/>
                  <a:pt x="53000" y="159854"/>
                </a:cubicBezTo>
                <a:cubicBezTo>
                  <a:pt x="53000" y="132604"/>
                  <a:pt x="63705" y="107854"/>
                  <a:pt x="81286" y="89721"/>
                </a:cubicBezTo>
                <a:lnTo>
                  <a:pt x="81286" y="89721"/>
                </a:lnTo>
                <a:cubicBezTo>
                  <a:pt x="99420" y="72140"/>
                  <a:pt x="124170" y="61435"/>
                  <a:pt x="151420" y="61435"/>
                </a:cubicBezTo>
                <a:cubicBezTo>
                  <a:pt x="170023" y="61435"/>
                  <a:pt x="187461" y="66424"/>
                  <a:pt x="202250" y="75515"/>
                </a:cubicBezTo>
                <a:cubicBezTo>
                  <a:pt x="206323" y="58635"/>
                  <a:pt x="215130" y="42758"/>
                  <a:pt x="228297" y="29591"/>
                </a:cubicBezTo>
                <a:cubicBezTo>
                  <a:pt x="247566" y="10322"/>
                  <a:pt x="272636" y="391"/>
                  <a:pt x="297890" y="0"/>
                </a:cubicBezTo>
                <a:lnTo>
                  <a:pt x="297890" y="0"/>
                </a:lnTo>
                <a:cubicBezTo>
                  <a:pt x="323144" y="391"/>
                  <a:pt x="348215" y="10322"/>
                  <a:pt x="367484" y="29591"/>
                </a:cubicBezTo>
                <a:cubicBezTo>
                  <a:pt x="380644" y="42751"/>
                  <a:pt x="389448" y="58618"/>
                  <a:pt x="393604" y="75474"/>
                </a:cubicBezTo>
                <a:cubicBezTo>
                  <a:pt x="408376" y="66408"/>
                  <a:pt x="425787" y="61434"/>
                  <a:pt x="444360" y="61434"/>
                </a:cubicBezTo>
                <a:cubicBezTo>
                  <a:pt x="471610" y="61434"/>
                  <a:pt x="496360" y="72140"/>
                  <a:pt x="514494" y="89721"/>
                </a:cubicBezTo>
                <a:cubicBezTo>
                  <a:pt x="532075" y="107854"/>
                  <a:pt x="542780" y="132604"/>
                  <a:pt x="542780" y="159854"/>
                </a:cubicBezTo>
                <a:cubicBezTo>
                  <a:pt x="542780" y="178427"/>
                  <a:pt x="537807" y="195839"/>
                  <a:pt x="528740" y="210610"/>
                </a:cubicBezTo>
                <a:cubicBezTo>
                  <a:pt x="545596" y="214766"/>
                  <a:pt x="561463" y="223570"/>
                  <a:pt x="574624" y="236731"/>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667" name="Oval 1666"/>
          <p:cNvSpPr/>
          <p:nvPr/>
        </p:nvSpPr>
        <p:spPr>
          <a:xfrm>
            <a:off x="7086653" y="751016"/>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668" name="Oval 1667"/>
          <p:cNvSpPr/>
          <p:nvPr/>
        </p:nvSpPr>
        <p:spPr>
          <a:xfrm>
            <a:off x="346333" y="751016"/>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669" name="Oval 1668"/>
          <p:cNvSpPr/>
          <p:nvPr/>
        </p:nvSpPr>
        <p:spPr>
          <a:xfrm>
            <a:off x="1188873" y="751016"/>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670" name="Oval 1669"/>
          <p:cNvSpPr/>
          <p:nvPr/>
        </p:nvSpPr>
        <p:spPr>
          <a:xfrm>
            <a:off x="2031413" y="751016"/>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671" name="Oval 1670"/>
          <p:cNvSpPr/>
          <p:nvPr/>
        </p:nvSpPr>
        <p:spPr>
          <a:xfrm>
            <a:off x="2873953" y="751016"/>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672" name="Oval 1671"/>
          <p:cNvSpPr/>
          <p:nvPr/>
        </p:nvSpPr>
        <p:spPr>
          <a:xfrm>
            <a:off x="3716493" y="751016"/>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673" name="Oval 1672"/>
          <p:cNvSpPr/>
          <p:nvPr/>
        </p:nvSpPr>
        <p:spPr>
          <a:xfrm>
            <a:off x="4559033" y="751016"/>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674" name="Oval 1673"/>
          <p:cNvSpPr/>
          <p:nvPr/>
        </p:nvSpPr>
        <p:spPr>
          <a:xfrm>
            <a:off x="5401573" y="751016"/>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675" name="Oval 1674"/>
          <p:cNvSpPr/>
          <p:nvPr/>
        </p:nvSpPr>
        <p:spPr>
          <a:xfrm>
            <a:off x="6244113" y="751016"/>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676" name="Oval 1675"/>
          <p:cNvSpPr/>
          <p:nvPr/>
        </p:nvSpPr>
        <p:spPr>
          <a:xfrm>
            <a:off x="8771733" y="751016"/>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677" name="Oval 1676"/>
          <p:cNvSpPr/>
          <p:nvPr/>
        </p:nvSpPr>
        <p:spPr>
          <a:xfrm>
            <a:off x="7929193" y="751016"/>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678" name="Oval 1677"/>
          <p:cNvSpPr/>
          <p:nvPr/>
        </p:nvSpPr>
        <p:spPr>
          <a:xfrm>
            <a:off x="10456813" y="751016"/>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679" name="Oval 1678"/>
          <p:cNvSpPr/>
          <p:nvPr/>
        </p:nvSpPr>
        <p:spPr>
          <a:xfrm>
            <a:off x="9614273" y="751016"/>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680" name="Oval 860"/>
          <p:cNvSpPr/>
          <p:nvPr/>
        </p:nvSpPr>
        <p:spPr>
          <a:xfrm>
            <a:off x="12141892" y="758852"/>
            <a:ext cx="50109" cy="3538433"/>
          </a:xfrm>
          <a:custGeom>
            <a:avLst/>
            <a:gdLst/>
            <a:ahLst/>
            <a:cxnLst/>
            <a:rect l="l" t="t" r="r" b="b"/>
            <a:pathLst>
              <a:path w="50109" h="3538433">
                <a:moveTo>
                  <a:pt x="50109" y="3384355"/>
                </a:moveTo>
                <a:lnTo>
                  <a:pt x="50109" y="3538433"/>
                </a:lnTo>
                <a:cubicBezTo>
                  <a:pt x="20497" y="3525461"/>
                  <a:pt x="0" y="3495821"/>
                  <a:pt x="0" y="3461394"/>
                </a:cubicBezTo>
                <a:cubicBezTo>
                  <a:pt x="0" y="3426967"/>
                  <a:pt x="20497" y="3397327"/>
                  <a:pt x="50109" y="3384355"/>
                </a:cubicBezTo>
                <a:close/>
                <a:moveTo>
                  <a:pt x="50109" y="2538350"/>
                </a:moveTo>
                <a:lnTo>
                  <a:pt x="50109" y="2692428"/>
                </a:lnTo>
                <a:cubicBezTo>
                  <a:pt x="20497" y="2679456"/>
                  <a:pt x="0" y="2649816"/>
                  <a:pt x="0" y="2615389"/>
                </a:cubicBezTo>
                <a:cubicBezTo>
                  <a:pt x="0" y="2580962"/>
                  <a:pt x="20497" y="2551322"/>
                  <a:pt x="50109" y="2538350"/>
                </a:cubicBezTo>
                <a:close/>
                <a:moveTo>
                  <a:pt x="50109" y="1688095"/>
                </a:moveTo>
                <a:lnTo>
                  <a:pt x="50109" y="1842173"/>
                </a:lnTo>
                <a:cubicBezTo>
                  <a:pt x="20497" y="1829201"/>
                  <a:pt x="0" y="1799561"/>
                  <a:pt x="0" y="1765134"/>
                </a:cubicBezTo>
                <a:cubicBezTo>
                  <a:pt x="0" y="1730707"/>
                  <a:pt x="20497" y="1701067"/>
                  <a:pt x="50109" y="1688095"/>
                </a:cubicBezTo>
                <a:close/>
                <a:moveTo>
                  <a:pt x="50109" y="845498"/>
                </a:moveTo>
                <a:lnTo>
                  <a:pt x="50109" y="999576"/>
                </a:lnTo>
                <a:cubicBezTo>
                  <a:pt x="20497" y="986604"/>
                  <a:pt x="0" y="956964"/>
                  <a:pt x="0" y="922537"/>
                </a:cubicBezTo>
                <a:cubicBezTo>
                  <a:pt x="0" y="888110"/>
                  <a:pt x="20497" y="858470"/>
                  <a:pt x="50109" y="845498"/>
                </a:cubicBezTo>
                <a:close/>
                <a:moveTo>
                  <a:pt x="50109" y="0"/>
                </a:moveTo>
                <a:lnTo>
                  <a:pt x="50109" y="154078"/>
                </a:lnTo>
                <a:cubicBezTo>
                  <a:pt x="20497" y="141106"/>
                  <a:pt x="0" y="111466"/>
                  <a:pt x="0" y="77039"/>
                </a:cubicBezTo>
                <a:cubicBezTo>
                  <a:pt x="0" y="42612"/>
                  <a:pt x="20497" y="12972"/>
                  <a:pt x="50109"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681" name="Oval 1680"/>
          <p:cNvSpPr/>
          <p:nvPr/>
        </p:nvSpPr>
        <p:spPr>
          <a:xfrm>
            <a:off x="11299353" y="751016"/>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682" name="Teardrop 3"/>
          <p:cNvSpPr/>
          <p:nvPr/>
        </p:nvSpPr>
        <p:spPr>
          <a:xfrm rot="5400000" flipH="1" flipV="1">
            <a:off x="6174013" y="-163077"/>
            <a:ext cx="306986" cy="612648"/>
          </a:xfrm>
          <a:custGeom>
            <a:avLst/>
            <a:gdLst/>
            <a:ahLst/>
            <a:cxnLst/>
            <a:rect l="l" t="t" r="r" b="b"/>
            <a:pathLst>
              <a:path w="306986" h="612648">
                <a:moveTo>
                  <a:pt x="215380" y="331012"/>
                </a:moveTo>
                <a:cubicBezTo>
                  <a:pt x="210766" y="314775"/>
                  <a:pt x="210686" y="297561"/>
                  <a:pt x="215167" y="281312"/>
                </a:cubicBezTo>
                <a:cubicBezTo>
                  <a:pt x="205209" y="264960"/>
                  <a:pt x="189231" y="261169"/>
                  <a:pt x="163247" y="261668"/>
                </a:cubicBezTo>
                <a:cubicBezTo>
                  <a:pt x="130240" y="261668"/>
                  <a:pt x="100901" y="245961"/>
                  <a:pt x="82612" y="221373"/>
                </a:cubicBezTo>
                <a:cubicBezTo>
                  <a:pt x="66104" y="224383"/>
                  <a:pt x="50483" y="232539"/>
                  <a:pt x="37722" y="245300"/>
                </a:cubicBezTo>
                <a:cubicBezTo>
                  <a:pt x="20815" y="262208"/>
                  <a:pt x="11990" y="284137"/>
                  <a:pt x="11501" y="306292"/>
                </a:cubicBezTo>
                <a:lnTo>
                  <a:pt x="96667" y="306292"/>
                </a:lnTo>
                <a:lnTo>
                  <a:pt x="96667" y="306356"/>
                </a:lnTo>
                <a:lnTo>
                  <a:pt x="11501" y="306356"/>
                </a:lnTo>
                <a:cubicBezTo>
                  <a:pt x="11989" y="328512"/>
                  <a:pt x="20815" y="350441"/>
                  <a:pt x="37722" y="367348"/>
                </a:cubicBezTo>
                <a:cubicBezTo>
                  <a:pt x="50477" y="380104"/>
                  <a:pt x="66091" y="388259"/>
                  <a:pt x="82591" y="391302"/>
                </a:cubicBezTo>
                <a:cubicBezTo>
                  <a:pt x="100880" y="366700"/>
                  <a:pt x="130228" y="350982"/>
                  <a:pt x="163247" y="350982"/>
                </a:cubicBezTo>
                <a:cubicBezTo>
                  <a:pt x="186137" y="351421"/>
                  <a:pt x="201262" y="348532"/>
                  <a:pt x="211354" y="336664"/>
                </a:cubicBezTo>
                <a:cubicBezTo>
                  <a:pt x="212796" y="334969"/>
                  <a:pt x="214135" y="333090"/>
                  <a:pt x="215380" y="331012"/>
                </a:cubicBezTo>
                <a:close/>
                <a:moveTo>
                  <a:pt x="239385" y="239431"/>
                </a:moveTo>
                <a:lnTo>
                  <a:pt x="97830" y="97876"/>
                </a:lnTo>
                <a:cubicBezTo>
                  <a:pt x="82509" y="113888"/>
                  <a:pt x="73243" y="135634"/>
                  <a:pt x="73243" y="159545"/>
                </a:cubicBezTo>
                <a:cubicBezTo>
                  <a:pt x="73243" y="209563"/>
                  <a:pt x="113791" y="250112"/>
                  <a:pt x="163810" y="250112"/>
                </a:cubicBezTo>
                <a:cubicBezTo>
                  <a:pt x="182888" y="249746"/>
                  <a:pt x="207035" y="254980"/>
                  <a:pt x="219892" y="268141"/>
                </a:cubicBezTo>
                <a:cubicBezTo>
                  <a:pt x="224319" y="257687"/>
                  <a:pt x="230870" y="247949"/>
                  <a:pt x="239385" y="239431"/>
                </a:cubicBezTo>
                <a:close/>
                <a:moveTo>
                  <a:pt x="239386" y="373218"/>
                </a:moveTo>
                <a:cubicBezTo>
                  <a:pt x="230866" y="364697"/>
                  <a:pt x="224313" y="354954"/>
                  <a:pt x="219944" y="344457"/>
                </a:cubicBezTo>
                <a:cubicBezTo>
                  <a:pt x="207099" y="357655"/>
                  <a:pt x="182914" y="362904"/>
                  <a:pt x="163810" y="362538"/>
                </a:cubicBezTo>
                <a:cubicBezTo>
                  <a:pt x="113791" y="362537"/>
                  <a:pt x="73243" y="403086"/>
                  <a:pt x="73243" y="453105"/>
                </a:cubicBezTo>
                <a:cubicBezTo>
                  <a:pt x="73243" y="477015"/>
                  <a:pt x="82509" y="498762"/>
                  <a:pt x="97830" y="514773"/>
                </a:cubicBezTo>
                <a:close/>
                <a:moveTo>
                  <a:pt x="268140" y="219893"/>
                </a:moveTo>
                <a:cubicBezTo>
                  <a:pt x="254980" y="207035"/>
                  <a:pt x="249745" y="182889"/>
                  <a:pt x="250111" y="163811"/>
                </a:cubicBezTo>
                <a:cubicBezTo>
                  <a:pt x="250111" y="113793"/>
                  <a:pt x="209563" y="73244"/>
                  <a:pt x="159544" y="73244"/>
                </a:cubicBezTo>
                <a:cubicBezTo>
                  <a:pt x="135634" y="73244"/>
                  <a:pt x="113887" y="82510"/>
                  <a:pt x="97875" y="97831"/>
                </a:cubicBezTo>
                <a:lnTo>
                  <a:pt x="239430" y="239386"/>
                </a:lnTo>
                <a:cubicBezTo>
                  <a:pt x="247948" y="230871"/>
                  <a:pt x="257686" y="224320"/>
                  <a:pt x="268140" y="219893"/>
                </a:cubicBezTo>
                <a:close/>
                <a:moveTo>
                  <a:pt x="268191" y="392705"/>
                </a:moveTo>
                <a:cubicBezTo>
                  <a:pt x="257695" y="388335"/>
                  <a:pt x="247952" y="381782"/>
                  <a:pt x="239431" y="373263"/>
                </a:cubicBezTo>
                <a:lnTo>
                  <a:pt x="97875" y="514819"/>
                </a:lnTo>
                <a:cubicBezTo>
                  <a:pt x="113887" y="530139"/>
                  <a:pt x="135634" y="539405"/>
                  <a:pt x="159544" y="539405"/>
                </a:cubicBezTo>
                <a:cubicBezTo>
                  <a:pt x="184553" y="539405"/>
                  <a:pt x="207195" y="529268"/>
                  <a:pt x="223584" y="512879"/>
                </a:cubicBezTo>
                <a:cubicBezTo>
                  <a:pt x="239974" y="496489"/>
                  <a:pt x="250111" y="473848"/>
                  <a:pt x="250111" y="448838"/>
                </a:cubicBezTo>
                <a:cubicBezTo>
                  <a:pt x="249745" y="429735"/>
                  <a:pt x="254994" y="405550"/>
                  <a:pt x="268191" y="392705"/>
                </a:cubicBezTo>
                <a:close/>
                <a:moveTo>
                  <a:pt x="306986" y="138"/>
                </a:moveTo>
                <a:lnTo>
                  <a:pt x="306986" y="11636"/>
                </a:lnTo>
                <a:cubicBezTo>
                  <a:pt x="306778" y="11511"/>
                  <a:pt x="306567" y="11506"/>
                  <a:pt x="306356" y="11501"/>
                </a:cubicBezTo>
                <a:lnTo>
                  <a:pt x="306356" y="96668"/>
                </a:lnTo>
                <a:lnTo>
                  <a:pt x="306292" y="96667"/>
                </a:lnTo>
                <a:lnTo>
                  <a:pt x="306292" y="11501"/>
                </a:lnTo>
                <a:cubicBezTo>
                  <a:pt x="284137" y="11990"/>
                  <a:pt x="262207" y="20815"/>
                  <a:pt x="245300" y="37722"/>
                </a:cubicBezTo>
                <a:cubicBezTo>
                  <a:pt x="232539" y="50484"/>
                  <a:pt x="224382" y="66106"/>
                  <a:pt x="221373" y="82614"/>
                </a:cubicBezTo>
                <a:cubicBezTo>
                  <a:pt x="245960" y="100903"/>
                  <a:pt x="261667" y="130241"/>
                  <a:pt x="261667" y="163248"/>
                </a:cubicBezTo>
                <a:cubicBezTo>
                  <a:pt x="261168" y="189232"/>
                  <a:pt x="264959" y="205210"/>
                  <a:pt x="281311" y="215168"/>
                </a:cubicBezTo>
                <a:lnTo>
                  <a:pt x="306986" y="215277"/>
                </a:lnTo>
                <a:lnTo>
                  <a:pt x="306986" y="221929"/>
                </a:lnTo>
                <a:cubicBezTo>
                  <a:pt x="285145" y="221632"/>
                  <a:pt x="263250" y="229877"/>
                  <a:pt x="246580" y="246536"/>
                </a:cubicBezTo>
                <a:lnTo>
                  <a:pt x="254808" y="254763"/>
                </a:lnTo>
                <a:cubicBezTo>
                  <a:pt x="254801" y="254772"/>
                  <a:pt x="254793" y="254779"/>
                  <a:pt x="254786" y="254787"/>
                </a:cubicBezTo>
                <a:cubicBezTo>
                  <a:pt x="254778" y="254794"/>
                  <a:pt x="254771" y="254802"/>
                  <a:pt x="254763" y="254808"/>
                </a:cubicBezTo>
                <a:lnTo>
                  <a:pt x="246535" y="246581"/>
                </a:lnTo>
                <a:cubicBezTo>
                  <a:pt x="213554" y="279582"/>
                  <a:pt x="213554" y="333067"/>
                  <a:pt x="246535" y="366068"/>
                </a:cubicBezTo>
                <a:lnTo>
                  <a:pt x="254763" y="357841"/>
                </a:lnTo>
                <a:cubicBezTo>
                  <a:pt x="254771" y="357848"/>
                  <a:pt x="254778" y="357855"/>
                  <a:pt x="254786" y="357863"/>
                </a:cubicBezTo>
                <a:lnTo>
                  <a:pt x="254808" y="357886"/>
                </a:lnTo>
                <a:lnTo>
                  <a:pt x="246580" y="366113"/>
                </a:lnTo>
                <a:cubicBezTo>
                  <a:pt x="263250" y="382773"/>
                  <a:pt x="285145" y="391017"/>
                  <a:pt x="306986" y="390721"/>
                </a:cubicBezTo>
                <a:lnTo>
                  <a:pt x="306986" y="397378"/>
                </a:lnTo>
                <a:cubicBezTo>
                  <a:pt x="298457" y="400796"/>
                  <a:pt x="289920" y="399623"/>
                  <a:pt x="281637" y="397269"/>
                </a:cubicBezTo>
                <a:cubicBezTo>
                  <a:pt x="265010" y="407224"/>
                  <a:pt x="261165" y="423242"/>
                  <a:pt x="261667" y="449401"/>
                </a:cubicBezTo>
                <a:cubicBezTo>
                  <a:pt x="261667" y="477516"/>
                  <a:pt x="250271" y="502969"/>
                  <a:pt x="231847" y="521394"/>
                </a:cubicBezTo>
                <a:lnTo>
                  <a:pt x="221347" y="530057"/>
                </a:lnTo>
                <a:cubicBezTo>
                  <a:pt x="224389" y="546557"/>
                  <a:pt x="232545" y="562171"/>
                  <a:pt x="245300" y="574926"/>
                </a:cubicBezTo>
                <a:cubicBezTo>
                  <a:pt x="262207" y="591834"/>
                  <a:pt x="284136" y="600659"/>
                  <a:pt x="306292" y="601147"/>
                </a:cubicBezTo>
                <a:lnTo>
                  <a:pt x="306292" y="515981"/>
                </a:lnTo>
                <a:lnTo>
                  <a:pt x="306356" y="515982"/>
                </a:lnTo>
                <a:lnTo>
                  <a:pt x="306356" y="601147"/>
                </a:lnTo>
                <a:lnTo>
                  <a:pt x="306986" y="601012"/>
                </a:lnTo>
                <a:lnTo>
                  <a:pt x="306986" y="612510"/>
                </a:lnTo>
                <a:cubicBezTo>
                  <a:pt x="306767" y="612641"/>
                  <a:pt x="306546" y="612645"/>
                  <a:pt x="306324" y="612648"/>
                </a:cubicBezTo>
                <a:cubicBezTo>
                  <a:pt x="281070" y="612257"/>
                  <a:pt x="255999" y="602326"/>
                  <a:pt x="236731" y="583058"/>
                </a:cubicBezTo>
                <a:cubicBezTo>
                  <a:pt x="223570" y="569897"/>
                  <a:pt x="214766" y="554031"/>
                  <a:pt x="210610" y="537175"/>
                </a:cubicBezTo>
                <a:cubicBezTo>
                  <a:pt x="195839" y="546241"/>
                  <a:pt x="178427" y="551215"/>
                  <a:pt x="159854" y="551215"/>
                </a:cubicBezTo>
                <a:cubicBezTo>
                  <a:pt x="132604" y="551215"/>
                  <a:pt x="107854" y="540509"/>
                  <a:pt x="89720" y="522928"/>
                </a:cubicBezTo>
                <a:lnTo>
                  <a:pt x="89720" y="522928"/>
                </a:lnTo>
                <a:cubicBezTo>
                  <a:pt x="72139" y="504795"/>
                  <a:pt x="61434" y="480045"/>
                  <a:pt x="61434" y="452795"/>
                </a:cubicBezTo>
                <a:cubicBezTo>
                  <a:pt x="61434" y="434222"/>
                  <a:pt x="66407" y="416810"/>
                  <a:pt x="75474" y="402038"/>
                </a:cubicBezTo>
                <a:cubicBezTo>
                  <a:pt x="58618" y="397882"/>
                  <a:pt x="42751" y="389078"/>
                  <a:pt x="29591" y="375918"/>
                </a:cubicBezTo>
                <a:cubicBezTo>
                  <a:pt x="10322" y="356649"/>
                  <a:pt x="391" y="331578"/>
                  <a:pt x="0" y="306324"/>
                </a:cubicBezTo>
                <a:lnTo>
                  <a:pt x="0" y="306324"/>
                </a:lnTo>
                <a:cubicBezTo>
                  <a:pt x="391" y="281070"/>
                  <a:pt x="10322" y="256000"/>
                  <a:pt x="29591" y="236731"/>
                </a:cubicBezTo>
                <a:cubicBezTo>
                  <a:pt x="42758" y="223564"/>
                  <a:pt x="58634" y="214757"/>
                  <a:pt x="75514" y="210684"/>
                </a:cubicBezTo>
                <a:cubicBezTo>
                  <a:pt x="66423" y="195896"/>
                  <a:pt x="61434" y="178458"/>
                  <a:pt x="61434" y="159855"/>
                </a:cubicBezTo>
                <a:cubicBezTo>
                  <a:pt x="61434" y="132604"/>
                  <a:pt x="72139" y="107855"/>
                  <a:pt x="89720" y="89721"/>
                </a:cubicBezTo>
                <a:lnTo>
                  <a:pt x="89720" y="89721"/>
                </a:lnTo>
                <a:cubicBezTo>
                  <a:pt x="107854" y="72140"/>
                  <a:pt x="132604" y="61435"/>
                  <a:pt x="159854" y="61435"/>
                </a:cubicBezTo>
                <a:cubicBezTo>
                  <a:pt x="178457" y="61435"/>
                  <a:pt x="195895" y="66424"/>
                  <a:pt x="210684" y="75515"/>
                </a:cubicBezTo>
                <a:cubicBezTo>
                  <a:pt x="214757" y="58635"/>
                  <a:pt x="223563" y="42758"/>
                  <a:pt x="236731" y="29591"/>
                </a:cubicBezTo>
                <a:cubicBezTo>
                  <a:pt x="256000" y="10322"/>
                  <a:pt x="281070" y="391"/>
                  <a:pt x="306324" y="0"/>
                </a:cubicBezTo>
                <a:lnTo>
                  <a:pt x="306324" y="0"/>
                </a:ln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683" name="Teardrop 3"/>
          <p:cNvSpPr/>
          <p:nvPr/>
        </p:nvSpPr>
        <p:spPr>
          <a:xfrm rot="5400000" flipH="1" flipV="1">
            <a:off x="1118773" y="-163077"/>
            <a:ext cx="306986" cy="612648"/>
          </a:xfrm>
          <a:custGeom>
            <a:avLst/>
            <a:gdLst/>
            <a:ahLst/>
            <a:cxnLst/>
            <a:rect l="l" t="t" r="r" b="b"/>
            <a:pathLst>
              <a:path w="306986" h="612648">
                <a:moveTo>
                  <a:pt x="215380" y="331011"/>
                </a:moveTo>
                <a:cubicBezTo>
                  <a:pt x="210766" y="314774"/>
                  <a:pt x="210686" y="297561"/>
                  <a:pt x="215167" y="281312"/>
                </a:cubicBezTo>
                <a:cubicBezTo>
                  <a:pt x="205209" y="264959"/>
                  <a:pt x="189231" y="261169"/>
                  <a:pt x="163247" y="261668"/>
                </a:cubicBezTo>
                <a:cubicBezTo>
                  <a:pt x="130240" y="261668"/>
                  <a:pt x="100901" y="245961"/>
                  <a:pt x="82612" y="221373"/>
                </a:cubicBezTo>
                <a:cubicBezTo>
                  <a:pt x="66104" y="224383"/>
                  <a:pt x="50483" y="232539"/>
                  <a:pt x="37722" y="245300"/>
                </a:cubicBezTo>
                <a:cubicBezTo>
                  <a:pt x="20815" y="262208"/>
                  <a:pt x="11990" y="284137"/>
                  <a:pt x="11501" y="306292"/>
                </a:cubicBezTo>
                <a:lnTo>
                  <a:pt x="96667" y="306292"/>
                </a:lnTo>
                <a:lnTo>
                  <a:pt x="96667" y="306356"/>
                </a:lnTo>
                <a:lnTo>
                  <a:pt x="11501" y="306356"/>
                </a:lnTo>
                <a:cubicBezTo>
                  <a:pt x="11989" y="328512"/>
                  <a:pt x="20815" y="350441"/>
                  <a:pt x="37722" y="367348"/>
                </a:cubicBezTo>
                <a:cubicBezTo>
                  <a:pt x="50477" y="380104"/>
                  <a:pt x="66091" y="388259"/>
                  <a:pt x="82591" y="391301"/>
                </a:cubicBezTo>
                <a:cubicBezTo>
                  <a:pt x="100880" y="366699"/>
                  <a:pt x="130228" y="350981"/>
                  <a:pt x="163247" y="350981"/>
                </a:cubicBezTo>
                <a:cubicBezTo>
                  <a:pt x="186137" y="351421"/>
                  <a:pt x="201262" y="348532"/>
                  <a:pt x="211354" y="336664"/>
                </a:cubicBezTo>
                <a:cubicBezTo>
                  <a:pt x="212796" y="334968"/>
                  <a:pt x="214135" y="333090"/>
                  <a:pt x="215380" y="331011"/>
                </a:cubicBezTo>
                <a:close/>
                <a:moveTo>
                  <a:pt x="239385" y="239431"/>
                </a:moveTo>
                <a:lnTo>
                  <a:pt x="97830" y="97876"/>
                </a:lnTo>
                <a:cubicBezTo>
                  <a:pt x="82509" y="113888"/>
                  <a:pt x="73243" y="135634"/>
                  <a:pt x="73243" y="159544"/>
                </a:cubicBezTo>
                <a:cubicBezTo>
                  <a:pt x="73243" y="209563"/>
                  <a:pt x="113791" y="250112"/>
                  <a:pt x="163810" y="250112"/>
                </a:cubicBezTo>
                <a:cubicBezTo>
                  <a:pt x="182888" y="249746"/>
                  <a:pt x="207035" y="254980"/>
                  <a:pt x="219892" y="268141"/>
                </a:cubicBezTo>
                <a:cubicBezTo>
                  <a:pt x="224319" y="257687"/>
                  <a:pt x="230870" y="247948"/>
                  <a:pt x="239385" y="239431"/>
                </a:cubicBezTo>
                <a:close/>
                <a:moveTo>
                  <a:pt x="239386" y="373218"/>
                </a:moveTo>
                <a:cubicBezTo>
                  <a:pt x="230866" y="364697"/>
                  <a:pt x="224313" y="354954"/>
                  <a:pt x="219944" y="344457"/>
                </a:cubicBezTo>
                <a:cubicBezTo>
                  <a:pt x="207099" y="357655"/>
                  <a:pt x="182914" y="362904"/>
                  <a:pt x="163810" y="362537"/>
                </a:cubicBezTo>
                <a:cubicBezTo>
                  <a:pt x="113791" y="362537"/>
                  <a:pt x="73243" y="403086"/>
                  <a:pt x="73243" y="453104"/>
                </a:cubicBezTo>
                <a:cubicBezTo>
                  <a:pt x="73243" y="477015"/>
                  <a:pt x="82509" y="498761"/>
                  <a:pt x="97830" y="514773"/>
                </a:cubicBezTo>
                <a:close/>
                <a:moveTo>
                  <a:pt x="268140" y="219892"/>
                </a:moveTo>
                <a:cubicBezTo>
                  <a:pt x="254980" y="207035"/>
                  <a:pt x="249745" y="182889"/>
                  <a:pt x="250111" y="163811"/>
                </a:cubicBezTo>
                <a:cubicBezTo>
                  <a:pt x="250111" y="113792"/>
                  <a:pt x="209563" y="73244"/>
                  <a:pt x="159544" y="73244"/>
                </a:cubicBezTo>
                <a:cubicBezTo>
                  <a:pt x="135634" y="73244"/>
                  <a:pt x="113887" y="82510"/>
                  <a:pt x="97875" y="97831"/>
                </a:cubicBezTo>
                <a:lnTo>
                  <a:pt x="239430" y="239386"/>
                </a:lnTo>
                <a:cubicBezTo>
                  <a:pt x="247948" y="230871"/>
                  <a:pt x="257686" y="224320"/>
                  <a:pt x="268140" y="219892"/>
                </a:cubicBezTo>
                <a:close/>
                <a:moveTo>
                  <a:pt x="268191" y="392705"/>
                </a:moveTo>
                <a:cubicBezTo>
                  <a:pt x="257695" y="388335"/>
                  <a:pt x="247952" y="381782"/>
                  <a:pt x="239431" y="373263"/>
                </a:cubicBezTo>
                <a:lnTo>
                  <a:pt x="97875" y="514819"/>
                </a:lnTo>
                <a:cubicBezTo>
                  <a:pt x="113887" y="530139"/>
                  <a:pt x="135634" y="539405"/>
                  <a:pt x="159544" y="539405"/>
                </a:cubicBezTo>
                <a:cubicBezTo>
                  <a:pt x="184553" y="539405"/>
                  <a:pt x="207195" y="529268"/>
                  <a:pt x="223584" y="512879"/>
                </a:cubicBezTo>
                <a:cubicBezTo>
                  <a:pt x="239974" y="496489"/>
                  <a:pt x="250111" y="473847"/>
                  <a:pt x="250111" y="448838"/>
                </a:cubicBezTo>
                <a:cubicBezTo>
                  <a:pt x="249745" y="429735"/>
                  <a:pt x="254994" y="405550"/>
                  <a:pt x="268191" y="392705"/>
                </a:cubicBezTo>
                <a:close/>
                <a:moveTo>
                  <a:pt x="306986" y="138"/>
                </a:moveTo>
                <a:lnTo>
                  <a:pt x="306986" y="11636"/>
                </a:lnTo>
                <a:cubicBezTo>
                  <a:pt x="306778" y="11511"/>
                  <a:pt x="306567" y="11506"/>
                  <a:pt x="306356" y="11501"/>
                </a:cubicBezTo>
                <a:lnTo>
                  <a:pt x="306356" y="96667"/>
                </a:lnTo>
                <a:lnTo>
                  <a:pt x="306292" y="96667"/>
                </a:lnTo>
                <a:lnTo>
                  <a:pt x="306292" y="11501"/>
                </a:lnTo>
                <a:cubicBezTo>
                  <a:pt x="284137" y="11990"/>
                  <a:pt x="262207" y="20815"/>
                  <a:pt x="245300" y="37722"/>
                </a:cubicBezTo>
                <a:cubicBezTo>
                  <a:pt x="232539" y="50483"/>
                  <a:pt x="224382" y="66105"/>
                  <a:pt x="221373" y="82614"/>
                </a:cubicBezTo>
                <a:cubicBezTo>
                  <a:pt x="245960" y="100902"/>
                  <a:pt x="261667" y="130241"/>
                  <a:pt x="261667" y="163248"/>
                </a:cubicBezTo>
                <a:cubicBezTo>
                  <a:pt x="261168" y="189232"/>
                  <a:pt x="264959" y="205210"/>
                  <a:pt x="281311" y="215167"/>
                </a:cubicBezTo>
                <a:lnTo>
                  <a:pt x="306986" y="215277"/>
                </a:lnTo>
                <a:lnTo>
                  <a:pt x="306986" y="221929"/>
                </a:lnTo>
                <a:cubicBezTo>
                  <a:pt x="285145" y="221632"/>
                  <a:pt x="263250" y="229877"/>
                  <a:pt x="246580" y="246536"/>
                </a:cubicBezTo>
                <a:lnTo>
                  <a:pt x="254808" y="254763"/>
                </a:lnTo>
                <a:cubicBezTo>
                  <a:pt x="254801" y="254771"/>
                  <a:pt x="254793" y="254779"/>
                  <a:pt x="254786" y="254786"/>
                </a:cubicBezTo>
                <a:cubicBezTo>
                  <a:pt x="254778" y="254794"/>
                  <a:pt x="254771" y="254801"/>
                  <a:pt x="254763" y="254808"/>
                </a:cubicBezTo>
                <a:lnTo>
                  <a:pt x="246535" y="246581"/>
                </a:lnTo>
                <a:cubicBezTo>
                  <a:pt x="213554" y="279582"/>
                  <a:pt x="213554" y="333067"/>
                  <a:pt x="246535" y="366068"/>
                </a:cubicBezTo>
                <a:lnTo>
                  <a:pt x="254763" y="357841"/>
                </a:lnTo>
                <a:cubicBezTo>
                  <a:pt x="254771" y="357848"/>
                  <a:pt x="254778" y="357855"/>
                  <a:pt x="254786" y="357863"/>
                </a:cubicBezTo>
                <a:lnTo>
                  <a:pt x="254808" y="357886"/>
                </a:lnTo>
                <a:lnTo>
                  <a:pt x="246580" y="366113"/>
                </a:lnTo>
                <a:cubicBezTo>
                  <a:pt x="263250" y="382773"/>
                  <a:pt x="285145" y="391017"/>
                  <a:pt x="306986" y="390721"/>
                </a:cubicBezTo>
                <a:lnTo>
                  <a:pt x="306986" y="397378"/>
                </a:lnTo>
                <a:cubicBezTo>
                  <a:pt x="298457" y="400796"/>
                  <a:pt x="289920" y="399623"/>
                  <a:pt x="281637" y="397269"/>
                </a:cubicBezTo>
                <a:cubicBezTo>
                  <a:pt x="265010" y="407223"/>
                  <a:pt x="261165" y="423242"/>
                  <a:pt x="261667" y="449401"/>
                </a:cubicBezTo>
                <a:cubicBezTo>
                  <a:pt x="261667" y="477516"/>
                  <a:pt x="250271" y="502969"/>
                  <a:pt x="231847" y="521394"/>
                </a:cubicBezTo>
                <a:lnTo>
                  <a:pt x="221347" y="530057"/>
                </a:lnTo>
                <a:cubicBezTo>
                  <a:pt x="224389" y="546557"/>
                  <a:pt x="232545" y="562171"/>
                  <a:pt x="245300" y="574926"/>
                </a:cubicBezTo>
                <a:cubicBezTo>
                  <a:pt x="262207" y="591833"/>
                  <a:pt x="284136" y="600659"/>
                  <a:pt x="306292" y="601147"/>
                </a:cubicBezTo>
                <a:lnTo>
                  <a:pt x="306292" y="515981"/>
                </a:lnTo>
                <a:lnTo>
                  <a:pt x="306356" y="515981"/>
                </a:lnTo>
                <a:lnTo>
                  <a:pt x="306356" y="601147"/>
                </a:lnTo>
                <a:lnTo>
                  <a:pt x="306986" y="601012"/>
                </a:lnTo>
                <a:lnTo>
                  <a:pt x="306986" y="612510"/>
                </a:lnTo>
                <a:cubicBezTo>
                  <a:pt x="306767" y="612640"/>
                  <a:pt x="306546" y="612644"/>
                  <a:pt x="306324" y="612648"/>
                </a:cubicBezTo>
                <a:lnTo>
                  <a:pt x="306324" y="612648"/>
                </a:lnTo>
                <a:cubicBezTo>
                  <a:pt x="281070" y="612257"/>
                  <a:pt x="255999" y="602326"/>
                  <a:pt x="236731" y="583058"/>
                </a:cubicBezTo>
                <a:cubicBezTo>
                  <a:pt x="223570" y="569897"/>
                  <a:pt x="214766" y="554030"/>
                  <a:pt x="210610" y="537174"/>
                </a:cubicBezTo>
                <a:cubicBezTo>
                  <a:pt x="195839" y="546241"/>
                  <a:pt x="178427" y="551214"/>
                  <a:pt x="159854" y="551214"/>
                </a:cubicBezTo>
                <a:cubicBezTo>
                  <a:pt x="132604" y="551214"/>
                  <a:pt x="107854" y="540509"/>
                  <a:pt x="89720" y="522928"/>
                </a:cubicBezTo>
                <a:lnTo>
                  <a:pt x="89720" y="522928"/>
                </a:lnTo>
                <a:cubicBezTo>
                  <a:pt x="72139" y="504795"/>
                  <a:pt x="61434" y="480045"/>
                  <a:pt x="61434" y="452795"/>
                </a:cubicBezTo>
                <a:cubicBezTo>
                  <a:pt x="61434" y="434221"/>
                  <a:pt x="66407" y="416810"/>
                  <a:pt x="75474" y="402038"/>
                </a:cubicBezTo>
                <a:cubicBezTo>
                  <a:pt x="58618" y="397882"/>
                  <a:pt x="42751" y="389078"/>
                  <a:pt x="29591" y="375918"/>
                </a:cubicBezTo>
                <a:cubicBezTo>
                  <a:pt x="10322" y="356649"/>
                  <a:pt x="391" y="331578"/>
                  <a:pt x="0" y="306324"/>
                </a:cubicBezTo>
                <a:lnTo>
                  <a:pt x="0" y="306324"/>
                </a:lnTo>
                <a:cubicBezTo>
                  <a:pt x="391" y="281070"/>
                  <a:pt x="10322" y="255999"/>
                  <a:pt x="29591" y="236731"/>
                </a:cubicBezTo>
                <a:cubicBezTo>
                  <a:pt x="42758" y="223564"/>
                  <a:pt x="58634" y="214757"/>
                  <a:pt x="75514" y="210684"/>
                </a:cubicBezTo>
                <a:cubicBezTo>
                  <a:pt x="66423" y="195895"/>
                  <a:pt x="61434" y="178457"/>
                  <a:pt x="61434" y="159854"/>
                </a:cubicBezTo>
                <a:cubicBezTo>
                  <a:pt x="61434" y="132604"/>
                  <a:pt x="72139" y="107854"/>
                  <a:pt x="89720" y="89721"/>
                </a:cubicBezTo>
                <a:lnTo>
                  <a:pt x="89720" y="89721"/>
                </a:lnTo>
                <a:cubicBezTo>
                  <a:pt x="107854" y="72140"/>
                  <a:pt x="132604" y="61435"/>
                  <a:pt x="159854" y="61435"/>
                </a:cubicBezTo>
                <a:cubicBezTo>
                  <a:pt x="178457" y="61435"/>
                  <a:pt x="195895" y="66424"/>
                  <a:pt x="210684" y="75515"/>
                </a:cubicBezTo>
                <a:cubicBezTo>
                  <a:pt x="214757" y="58635"/>
                  <a:pt x="223563" y="42758"/>
                  <a:pt x="236731" y="29591"/>
                </a:cubicBezTo>
                <a:cubicBezTo>
                  <a:pt x="256000" y="10322"/>
                  <a:pt x="281070" y="391"/>
                  <a:pt x="306324" y="0"/>
                </a:cubicBezTo>
                <a:lnTo>
                  <a:pt x="306324" y="0"/>
                </a:ln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684" name="Teardrop 3"/>
          <p:cNvSpPr/>
          <p:nvPr/>
        </p:nvSpPr>
        <p:spPr>
          <a:xfrm rot="5400000" flipH="1" flipV="1">
            <a:off x="1961313" y="-163077"/>
            <a:ext cx="306986" cy="612648"/>
          </a:xfrm>
          <a:custGeom>
            <a:avLst/>
            <a:gdLst/>
            <a:ahLst/>
            <a:cxnLst/>
            <a:rect l="l" t="t" r="r" b="b"/>
            <a:pathLst>
              <a:path w="306986" h="612648">
                <a:moveTo>
                  <a:pt x="215380" y="331011"/>
                </a:moveTo>
                <a:cubicBezTo>
                  <a:pt x="210766" y="314774"/>
                  <a:pt x="210686" y="297561"/>
                  <a:pt x="215167" y="281312"/>
                </a:cubicBezTo>
                <a:cubicBezTo>
                  <a:pt x="205209" y="264959"/>
                  <a:pt x="189231" y="261169"/>
                  <a:pt x="163247" y="261668"/>
                </a:cubicBezTo>
                <a:cubicBezTo>
                  <a:pt x="130240" y="261668"/>
                  <a:pt x="100901" y="245961"/>
                  <a:pt x="82612" y="221373"/>
                </a:cubicBezTo>
                <a:cubicBezTo>
                  <a:pt x="66104" y="224383"/>
                  <a:pt x="50483" y="232539"/>
                  <a:pt x="37722" y="245300"/>
                </a:cubicBezTo>
                <a:cubicBezTo>
                  <a:pt x="20815" y="262208"/>
                  <a:pt x="11990" y="284137"/>
                  <a:pt x="11501" y="306292"/>
                </a:cubicBezTo>
                <a:lnTo>
                  <a:pt x="96667" y="306292"/>
                </a:lnTo>
                <a:lnTo>
                  <a:pt x="96667" y="306356"/>
                </a:lnTo>
                <a:lnTo>
                  <a:pt x="11501" y="306356"/>
                </a:lnTo>
                <a:cubicBezTo>
                  <a:pt x="11989" y="328512"/>
                  <a:pt x="20815" y="350441"/>
                  <a:pt x="37722" y="367348"/>
                </a:cubicBezTo>
                <a:cubicBezTo>
                  <a:pt x="50477" y="380104"/>
                  <a:pt x="66091" y="388259"/>
                  <a:pt x="82591" y="391301"/>
                </a:cubicBezTo>
                <a:cubicBezTo>
                  <a:pt x="100880" y="366700"/>
                  <a:pt x="130228" y="350981"/>
                  <a:pt x="163247" y="350981"/>
                </a:cubicBezTo>
                <a:cubicBezTo>
                  <a:pt x="186137" y="351421"/>
                  <a:pt x="201262" y="348532"/>
                  <a:pt x="211354" y="336664"/>
                </a:cubicBezTo>
                <a:cubicBezTo>
                  <a:pt x="212796" y="334968"/>
                  <a:pt x="214135" y="333090"/>
                  <a:pt x="215380" y="331011"/>
                </a:cubicBezTo>
                <a:close/>
                <a:moveTo>
                  <a:pt x="239385" y="239431"/>
                </a:moveTo>
                <a:lnTo>
                  <a:pt x="97830" y="97876"/>
                </a:lnTo>
                <a:cubicBezTo>
                  <a:pt x="82509" y="113888"/>
                  <a:pt x="73243" y="135634"/>
                  <a:pt x="73243" y="159544"/>
                </a:cubicBezTo>
                <a:cubicBezTo>
                  <a:pt x="73243" y="209563"/>
                  <a:pt x="113791" y="250112"/>
                  <a:pt x="163810" y="250112"/>
                </a:cubicBezTo>
                <a:cubicBezTo>
                  <a:pt x="182888" y="249746"/>
                  <a:pt x="207035" y="254980"/>
                  <a:pt x="219892" y="268141"/>
                </a:cubicBezTo>
                <a:cubicBezTo>
                  <a:pt x="224319" y="257687"/>
                  <a:pt x="230870" y="247948"/>
                  <a:pt x="239385" y="239431"/>
                </a:cubicBezTo>
                <a:close/>
                <a:moveTo>
                  <a:pt x="239386" y="373218"/>
                </a:moveTo>
                <a:cubicBezTo>
                  <a:pt x="230866" y="364697"/>
                  <a:pt x="224313" y="354954"/>
                  <a:pt x="219944" y="344457"/>
                </a:cubicBezTo>
                <a:cubicBezTo>
                  <a:pt x="207099" y="357655"/>
                  <a:pt x="182914" y="362904"/>
                  <a:pt x="163810" y="362538"/>
                </a:cubicBezTo>
                <a:cubicBezTo>
                  <a:pt x="113791" y="362537"/>
                  <a:pt x="73243" y="403086"/>
                  <a:pt x="73243" y="453105"/>
                </a:cubicBezTo>
                <a:cubicBezTo>
                  <a:pt x="73243" y="477015"/>
                  <a:pt x="82509" y="498761"/>
                  <a:pt x="97830" y="514773"/>
                </a:cubicBezTo>
                <a:close/>
                <a:moveTo>
                  <a:pt x="268140" y="219893"/>
                </a:moveTo>
                <a:cubicBezTo>
                  <a:pt x="254980" y="207035"/>
                  <a:pt x="249745" y="182889"/>
                  <a:pt x="250111" y="163811"/>
                </a:cubicBezTo>
                <a:cubicBezTo>
                  <a:pt x="250111" y="113792"/>
                  <a:pt x="209563" y="73244"/>
                  <a:pt x="159544" y="73244"/>
                </a:cubicBezTo>
                <a:cubicBezTo>
                  <a:pt x="135634" y="73244"/>
                  <a:pt x="113887" y="82510"/>
                  <a:pt x="97875" y="97831"/>
                </a:cubicBezTo>
                <a:lnTo>
                  <a:pt x="239430" y="239386"/>
                </a:lnTo>
                <a:cubicBezTo>
                  <a:pt x="247948" y="230871"/>
                  <a:pt x="257686" y="224320"/>
                  <a:pt x="268140" y="219893"/>
                </a:cubicBezTo>
                <a:close/>
                <a:moveTo>
                  <a:pt x="268191" y="392705"/>
                </a:moveTo>
                <a:cubicBezTo>
                  <a:pt x="257695" y="388335"/>
                  <a:pt x="247952" y="381782"/>
                  <a:pt x="239431" y="373263"/>
                </a:cubicBezTo>
                <a:lnTo>
                  <a:pt x="97875" y="514819"/>
                </a:lnTo>
                <a:cubicBezTo>
                  <a:pt x="113887" y="530139"/>
                  <a:pt x="135634" y="539405"/>
                  <a:pt x="159544" y="539405"/>
                </a:cubicBezTo>
                <a:cubicBezTo>
                  <a:pt x="184553" y="539405"/>
                  <a:pt x="207195" y="529268"/>
                  <a:pt x="223584" y="512879"/>
                </a:cubicBezTo>
                <a:cubicBezTo>
                  <a:pt x="239974" y="496489"/>
                  <a:pt x="250111" y="473848"/>
                  <a:pt x="250111" y="448838"/>
                </a:cubicBezTo>
                <a:cubicBezTo>
                  <a:pt x="249745" y="429735"/>
                  <a:pt x="254994" y="405550"/>
                  <a:pt x="268191" y="392705"/>
                </a:cubicBezTo>
                <a:close/>
                <a:moveTo>
                  <a:pt x="306986" y="138"/>
                </a:moveTo>
                <a:lnTo>
                  <a:pt x="306986" y="11636"/>
                </a:lnTo>
                <a:cubicBezTo>
                  <a:pt x="306778" y="11511"/>
                  <a:pt x="306567" y="11506"/>
                  <a:pt x="306356" y="11501"/>
                </a:cubicBezTo>
                <a:lnTo>
                  <a:pt x="306356" y="96667"/>
                </a:lnTo>
                <a:lnTo>
                  <a:pt x="306292" y="96667"/>
                </a:lnTo>
                <a:lnTo>
                  <a:pt x="306292" y="11501"/>
                </a:lnTo>
                <a:cubicBezTo>
                  <a:pt x="284137" y="11990"/>
                  <a:pt x="262207" y="20815"/>
                  <a:pt x="245300" y="37722"/>
                </a:cubicBezTo>
                <a:cubicBezTo>
                  <a:pt x="232539" y="50483"/>
                  <a:pt x="224382" y="66105"/>
                  <a:pt x="221373" y="82614"/>
                </a:cubicBezTo>
                <a:cubicBezTo>
                  <a:pt x="245960" y="100902"/>
                  <a:pt x="261667" y="130241"/>
                  <a:pt x="261667" y="163248"/>
                </a:cubicBezTo>
                <a:cubicBezTo>
                  <a:pt x="261168" y="189232"/>
                  <a:pt x="264959" y="205210"/>
                  <a:pt x="281311" y="215167"/>
                </a:cubicBezTo>
                <a:lnTo>
                  <a:pt x="306986" y="215277"/>
                </a:lnTo>
                <a:lnTo>
                  <a:pt x="306986" y="221929"/>
                </a:lnTo>
                <a:cubicBezTo>
                  <a:pt x="285145" y="221632"/>
                  <a:pt x="263250" y="229877"/>
                  <a:pt x="246580" y="246536"/>
                </a:cubicBezTo>
                <a:lnTo>
                  <a:pt x="254808" y="254763"/>
                </a:lnTo>
                <a:cubicBezTo>
                  <a:pt x="254801" y="254771"/>
                  <a:pt x="254793" y="254779"/>
                  <a:pt x="254786" y="254786"/>
                </a:cubicBezTo>
                <a:cubicBezTo>
                  <a:pt x="254778" y="254794"/>
                  <a:pt x="254771" y="254801"/>
                  <a:pt x="254763" y="254808"/>
                </a:cubicBezTo>
                <a:lnTo>
                  <a:pt x="246535" y="246581"/>
                </a:lnTo>
                <a:cubicBezTo>
                  <a:pt x="213554" y="279582"/>
                  <a:pt x="213554" y="333067"/>
                  <a:pt x="246535" y="366068"/>
                </a:cubicBezTo>
                <a:lnTo>
                  <a:pt x="254763" y="357841"/>
                </a:lnTo>
                <a:cubicBezTo>
                  <a:pt x="254771" y="357848"/>
                  <a:pt x="254778" y="357855"/>
                  <a:pt x="254786" y="357863"/>
                </a:cubicBezTo>
                <a:lnTo>
                  <a:pt x="254808" y="357886"/>
                </a:lnTo>
                <a:lnTo>
                  <a:pt x="246580" y="366113"/>
                </a:lnTo>
                <a:cubicBezTo>
                  <a:pt x="263250" y="382773"/>
                  <a:pt x="285145" y="391017"/>
                  <a:pt x="306986" y="390721"/>
                </a:cubicBezTo>
                <a:lnTo>
                  <a:pt x="306986" y="397378"/>
                </a:lnTo>
                <a:cubicBezTo>
                  <a:pt x="298457" y="400796"/>
                  <a:pt x="289920" y="399623"/>
                  <a:pt x="281637" y="397269"/>
                </a:cubicBezTo>
                <a:cubicBezTo>
                  <a:pt x="265010" y="407224"/>
                  <a:pt x="261165" y="423242"/>
                  <a:pt x="261667" y="449401"/>
                </a:cubicBezTo>
                <a:cubicBezTo>
                  <a:pt x="261667" y="477516"/>
                  <a:pt x="250271" y="502969"/>
                  <a:pt x="231847" y="521394"/>
                </a:cubicBezTo>
                <a:lnTo>
                  <a:pt x="221347" y="530057"/>
                </a:lnTo>
                <a:cubicBezTo>
                  <a:pt x="224390" y="546557"/>
                  <a:pt x="232545" y="562171"/>
                  <a:pt x="245300" y="574926"/>
                </a:cubicBezTo>
                <a:cubicBezTo>
                  <a:pt x="262207" y="591833"/>
                  <a:pt x="284136" y="600659"/>
                  <a:pt x="306292" y="601147"/>
                </a:cubicBezTo>
                <a:lnTo>
                  <a:pt x="306292" y="515981"/>
                </a:lnTo>
                <a:lnTo>
                  <a:pt x="306356" y="515981"/>
                </a:lnTo>
                <a:lnTo>
                  <a:pt x="306356" y="601147"/>
                </a:lnTo>
                <a:lnTo>
                  <a:pt x="306986" y="601012"/>
                </a:lnTo>
                <a:lnTo>
                  <a:pt x="306986" y="612510"/>
                </a:lnTo>
                <a:cubicBezTo>
                  <a:pt x="306767" y="612640"/>
                  <a:pt x="306546" y="612644"/>
                  <a:pt x="306324" y="612648"/>
                </a:cubicBezTo>
                <a:lnTo>
                  <a:pt x="306324" y="612648"/>
                </a:lnTo>
                <a:cubicBezTo>
                  <a:pt x="281070" y="612257"/>
                  <a:pt x="255999" y="602326"/>
                  <a:pt x="236731" y="583057"/>
                </a:cubicBezTo>
                <a:cubicBezTo>
                  <a:pt x="223570" y="569897"/>
                  <a:pt x="214766" y="554030"/>
                  <a:pt x="210610" y="537175"/>
                </a:cubicBezTo>
                <a:cubicBezTo>
                  <a:pt x="195839" y="546241"/>
                  <a:pt x="178427" y="551214"/>
                  <a:pt x="159854" y="551214"/>
                </a:cubicBezTo>
                <a:cubicBezTo>
                  <a:pt x="132604" y="551214"/>
                  <a:pt x="107854" y="540509"/>
                  <a:pt x="89720" y="522928"/>
                </a:cubicBezTo>
                <a:lnTo>
                  <a:pt x="89720" y="522928"/>
                </a:lnTo>
                <a:cubicBezTo>
                  <a:pt x="72139" y="504795"/>
                  <a:pt x="61434" y="480045"/>
                  <a:pt x="61434" y="452795"/>
                </a:cubicBezTo>
                <a:cubicBezTo>
                  <a:pt x="61434" y="434221"/>
                  <a:pt x="66407" y="416810"/>
                  <a:pt x="75474" y="402038"/>
                </a:cubicBezTo>
                <a:cubicBezTo>
                  <a:pt x="58618" y="397882"/>
                  <a:pt x="42751" y="389078"/>
                  <a:pt x="29591" y="375918"/>
                </a:cubicBezTo>
                <a:cubicBezTo>
                  <a:pt x="10322" y="356649"/>
                  <a:pt x="391" y="331578"/>
                  <a:pt x="0" y="306324"/>
                </a:cubicBezTo>
                <a:lnTo>
                  <a:pt x="0" y="306324"/>
                </a:lnTo>
                <a:cubicBezTo>
                  <a:pt x="391" y="281070"/>
                  <a:pt x="10322" y="255999"/>
                  <a:pt x="29591" y="236731"/>
                </a:cubicBezTo>
                <a:cubicBezTo>
                  <a:pt x="42758" y="223564"/>
                  <a:pt x="58634" y="214757"/>
                  <a:pt x="75514" y="210684"/>
                </a:cubicBezTo>
                <a:cubicBezTo>
                  <a:pt x="66423" y="195895"/>
                  <a:pt x="61434" y="178457"/>
                  <a:pt x="61434" y="159855"/>
                </a:cubicBezTo>
                <a:cubicBezTo>
                  <a:pt x="61434" y="132604"/>
                  <a:pt x="72139" y="107854"/>
                  <a:pt x="89720" y="89721"/>
                </a:cubicBezTo>
                <a:lnTo>
                  <a:pt x="89720" y="89721"/>
                </a:lnTo>
                <a:cubicBezTo>
                  <a:pt x="107854" y="72140"/>
                  <a:pt x="132604" y="61435"/>
                  <a:pt x="159854" y="61435"/>
                </a:cubicBezTo>
                <a:cubicBezTo>
                  <a:pt x="178457" y="61435"/>
                  <a:pt x="195895" y="66424"/>
                  <a:pt x="210684" y="75515"/>
                </a:cubicBezTo>
                <a:cubicBezTo>
                  <a:pt x="214757" y="58635"/>
                  <a:pt x="223563" y="42758"/>
                  <a:pt x="236731" y="29591"/>
                </a:cubicBezTo>
                <a:cubicBezTo>
                  <a:pt x="256000" y="10322"/>
                  <a:pt x="281070" y="391"/>
                  <a:pt x="306324" y="0"/>
                </a:cubicBezTo>
                <a:lnTo>
                  <a:pt x="306324" y="0"/>
                </a:ln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685" name="Teardrop 3"/>
          <p:cNvSpPr/>
          <p:nvPr/>
        </p:nvSpPr>
        <p:spPr>
          <a:xfrm rot="5400000" flipH="1" flipV="1">
            <a:off x="2803853" y="-163077"/>
            <a:ext cx="306986" cy="612648"/>
          </a:xfrm>
          <a:custGeom>
            <a:avLst/>
            <a:gdLst/>
            <a:ahLst/>
            <a:cxnLst/>
            <a:rect l="l" t="t" r="r" b="b"/>
            <a:pathLst>
              <a:path w="306986" h="612648">
                <a:moveTo>
                  <a:pt x="215380" y="331011"/>
                </a:moveTo>
                <a:cubicBezTo>
                  <a:pt x="210766" y="314774"/>
                  <a:pt x="210686" y="297561"/>
                  <a:pt x="215167" y="281312"/>
                </a:cubicBezTo>
                <a:cubicBezTo>
                  <a:pt x="205209" y="264959"/>
                  <a:pt x="189231" y="261169"/>
                  <a:pt x="163247" y="261668"/>
                </a:cubicBezTo>
                <a:cubicBezTo>
                  <a:pt x="130240" y="261668"/>
                  <a:pt x="100901" y="245961"/>
                  <a:pt x="82612" y="221373"/>
                </a:cubicBezTo>
                <a:cubicBezTo>
                  <a:pt x="66104" y="224383"/>
                  <a:pt x="50483" y="232539"/>
                  <a:pt x="37722" y="245300"/>
                </a:cubicBezTo>
                <a:cubicBezTo>
                  <a:pt x="20815" y="262208"/>
                  <a:pt x="11990" y="284137"/>
                  <a:pt x="11501" y="306292"/>
                </a:cubicBezTo>
                <a:lnTo>
                  <a:pt x="96667" y="306292"/>
                </a:lnTo>
                <a:lnTo>
                  <a:pt x="96667" y="306356"/>
                </a:lnTo>
                <a:lnTo>
                  <a:pt x="11501" y="306356"/>
                </a:lnTo>
                <a:cubicBezTo>
                  <a:pt x="11989" y="328512"/>
                  <a:pt x="20815" y="350441"/>
                  <a:pt x="37722" y="367348"/>
                </a:cubicBezTo>
                <a:cubicBezTo>
                  <a:pt x="50477" y="380104"/>
                  <a:pt x="66091" y="388259"/>
                  <a:pt x="82591" y="391301"/>
                </a:cubicBezTo>
                <a:cubicBezTo>
                  <a:pt x="100880" y="366700"/>
                  <a:pt x="130228" y="350981"/>
                  <a:pt x="163247" y="350981"/>
                </a:cubicBezTo>
                <a:cubicBezTo>
                  <a:pt x="186137" y="351421"/>
                  <a:pt x="201262" y="348532"/>
                  <a:pt x="211354" y="336664"/>
                </a:cubicBezTo>
                <a:cubicBezTo>
                  <a:pt x="212796" y="334968"/>
                  <a:pt x="214135" y="333090"/>
                  <a:pt x="215380" y="331011"/>
                </a:cubicBezTo>
                <a:close/>
                <a:moveTo>
                  <a:pt x="239385" y="239431"/>
                </a:moveTo>
                <a:lnTo>
                  <a:pt x="97830" y="97876"/>
                </a:lnTo>
                <a:cubicBezTo>
                  <a:pt x="82509" y="113888"/>
                  <a:pt x="73243" y="135634"/>
                  <a:pt x="73243" y="159545"/>
                </a:cubicBezTo>
                <a:cubicBezTo>
                  <a:pt x="73243" y="209563"/>
                  <a:pt x="113791" y="250112"/>
                  <a:pt x="163810" y="250112"/>
                </a:cubicBezTo>
                <a:cubicBezTo>
                  <a:pt x="182888" y="249746"/>
                  <a:pt x="207035" y="254980"/>
                  <a:pt x="219892" y="268141"/>
                </a:cubicBezTo>
                <a:cubicBezTo>
                  <a:pt x="224319" y="257687"/>
                  <a:pt x="230870" y="247948"/>
                  <a:pt x="239385" y="239431"/>
                </a:cubicBezTo>
                <a:close/>
                <a:moveTo>
                  <a:pt x="239386" y="373218"/>
                </a:moveTo>
                <a:cubicBezTo>
                  <a:pt x="230866" y="364697"/>
                  <a:pt x="224313" y="354954"/>
                  <a:pt x="219944" y="344457"/>
                </a:cubicBezTo>
                <a:cubicBezTo>
                  <a:pt x="207099" y="357655"/>
                  <a:pt x="182914" y="362904"/>
                  <a:pt x="163810" y="362538"/>
                </a:cubicBezTo>
                <a:cubicBezTo>
                  <a:pt x="113791" y="362537"/>
                  <a:pt x="73243" y="403086"/>
                  <a:pt x="73243" y="453105"/>
                </a:cubicBezTo>
                <a:cubicBezTo>
                  <a:pt x="73243" y="477015"/>
                  <a:pt x="82509" y="498761"/>
                  <a:pt x="97830" y="514773"/>
                </a:cubicBezTo>
                <a:close/>
                <a:moveTo>
                  <a:pt x="268140" y="219893"/>
                </a:moveTo>
                <a:cubicBezTo>
                  <a:pt x="254980" y="207035"/>
                  <a:pt x="249745" y="182889"/>
                  <a:pt x="250111" y="163811"/>
                </a:cubicBezTo>
                <a:cubicBezTo>
                  <a:pt x="250111" y="113792"/>
                  <a:pt x="209563" y="73244"/>
                  <a:pt x="159544" y="73244"/>
                </a:cubicBezTo>
                <a:cubicBezTo>
                  <a:pt x="135634" y="73244"/>
                  <a:pt x="113887" y="82510"/>
                  <a:pt x="97875" y="97831"/>
                </a:cubicBezTo>
                <a:lnTo>
                  <a:pt x="239430" y="239386"/>
                </a:lnTo>
                <a:cubicBezTo>
                  <a:pt x="247948" y="230871"/>
                  <a:pt x="257686" y="224320"/>
                  <a:pt x="268140" y="219893"/>
                </a:cubicBezTo>
                <a:close/>
                <a:moveTo>
                  <a:pt x="268191" y="392705"/>
                </a:moveTo>
                <a:cubicBezTo>
                  <a:pt x="257695" y="388335"/>
                  <a:pt x="247952" y="381782"/>
                  <a:pt x="239431" y="373263"/>
                </a:cubicBezTo>
                <a:lnTo>
                  <a:pt x="97875" y="514819"/>
                </a:lnTo>
                <a:cubicBezTo>
                  <a:pt x="113887" y="530139"/>
                  <a:pt x="135634" y="539405"/>
                  <a:pt x="159544" y="539405"/>
                </a:cubicBezTo>
                <a:cubicBezTo>
                  <a:pt x="184553" y="539405"/>
                  <a:pt x="207195" y="529268"/>
                  <a:pt x="223584" y="512879"/>
                </a:cubicBezTo>
                <a:cubicBezTo>
                  <a:pt x="239974" y="496489"/>
                  <a:pt x="250111" y="473848"/>
                  <a:pt x="250111" y="448838"/>
                </a:cubicBezTo>
                <a:cubicBezTo>
                  <a:pt x="249745" y="429735"/>
                  <a:pt x="254994" y="405550"/>
                  <a:pt x="268191" y="392705"/>
                </a:cubicBezTo>
                <a:close/>
                <a:moveTo>
                  <a:pt x="306986" y="138"/>
                </a:moveTo>
                <a:lnTo>
                  <a:pt x="306986" y="11636"/>
                </a:lnTo>
                <a:cubicBezTo>
                  <a:pt x="306778" y="11511"/>
                  <a:pt x="306567" y="11506"/>
                  <a:pt x="306356" y="11501"/>
                </a:cubicBezTo>
                <a:lnTo>
                  <a:pt x="306356" y="96667"/>
                </a:lnTo>
                <a:lnTo>
                  <a:pt x="306292" y="96667"/>
                </a:lnTo>
                <a:lnTo>
                  <a:pt x="306292" y="11501"/>
                </a:lnTo>
                <a:cubicBezTo>
                  <a:pt x="284137" y="11990"/>
                  <a:pt x="262207" y="20815"/>
                  <a:pt x="245300" y="37722"/>
                </a:cubicBezTo>
                <a:cubicBezTo>
                  <a:pt x="232539" y="50483"/>
                  <a:pt x="224382" y="66105"/>
                  <a:pt x="221373" y="82614"/>
                </a:cubicBezTo>
                <a:cubicBezTo>
                  <a:pt x="245960" y="100902"/>
                  <a:pt x="261667" y="130241"/>
                  <a:pt x="261667" y="163248"/>
                </a:cubicBezTo>
                <a:cubicBezTo>
                  <a:pt x="261168" y="189232"/>
                  <a:pt x="264959" y="205210"/>
                  <a:pt x="281311" y="215167"/>
                </a:cubicBezTo>
                <a:lnTo>
                  <a:pt x="306986" y="215277"/>
                </a:lnTo>
                <a:lnTo>
                  <a:pt x="306986" y="221929"/>
                </a:lnTo>
                <a:cubicBezTo>
                  <a:pt x="285145" y="221632"/>
                  <a:pt x="263250" y="229877"/>
                  <a:pt x="246580" y="246536"/>
                </a:cubicBezTo>
                <a:lnTo>
                  <a:pt x="254808" y="254763"/>
                </a:lnTo>
                <a:cubicBezTo>
                  <a:pt x="254801" y="254772"/>
                  <a:pt x="254793" y="254779"/>
                  <a:pt x="254786" y="254786"/>
                </a:cubicBezTo>
                <a:cubicBezTo>
                  <a:pt x="254778" y="254794"/>
                  <a:pt x="254771" y="254801"/>
                  <a:pt x="254763" y="254808"/>
                </a:cubicBezTo>
                <a:lnTo>
                  <a:pt x="246535" y="246581"/>
                </a:lnTo>
                <a:cubicBezTo>
                  <a:pt x="213554" y="279582"/>
                  <a:pt x="213554" y="333067"/>
                  <a:pt x="246535" y="366068"/>
                </a:cubicBezTo>
                <a:lnTo>
                  <a:pt x="254763" y="357841"/>
                </a:lnTo>
                <a:cubicBezTo>
                  <a:pt x="254771" y="357848"/>
                  <a:pt x="254778" y="357855"/>
                  <a:pt x="254786" y="357863"/>
                </a:cubicBezTo>
                <a:lnTo>
                  <a:pt x="254808" y="357886"/>
                </a:lnTo>
                <a:lnTo>
                  <a:pt x="246580" y="366113"/>
                </a:lnTo>
                <a:cubicBezTo>
                  <a:pt x="263250" y="382773"/>
                  <a:pt x="285145" y="391017"/>
                  <a:pt x="306986" y="390721"/>
                </a:cubicBezTo>
                <a:lnTo>
                  <a:pt x="306986" y="397378"/>
                </a:lnTo>
                <a:cubicBezTo>
                  <a:pt x="298457" y="400796"/>
                  <a:pt x="289920" y="399623"/>
                  <a:pt x="281637" y="397269"/>
                </a:cubicBezTo>
                <a:cubicBezTo>
                  <a:pt x="265010" y="407224"/>
                  <a:pt x="261165" y="423242"/>
                  <a:pt x="261667" y="449401"/>
                </a:cubicBezTo>
                <a:cubicBezTo>
                  <a:pt x="261667" y="477516"/>
                  <a:pt x="250271" y="502969"/>
                  <a:pt x="231847" y="521394"/>
                </a:cubicBezTo>
                <a:lnTo>
                  <a:pt x="221347" y="530057"/>
                </a:lnTo>
                <a:cubicBezTo>
                  <a:pt x="224389" y="546557"/>
                  <a:pt x="232545" y="562171"/>
                  <a:pt x="245300" y="574926"/>
                </a:cubicBezTo>
                <a:cubicBezTo>
                  <a:pt x="262207" y="591833"/>
                  <a:pt x="284136" y="600659"/>
                  <a:pt x="306292" y="601147"/>
                </a:cubicBezTo>
                <a:lnTo>
                  <a:pt x="306292" y="515981"/>
                </a:lnTo>
                <a:lnTo>
                  <a:pt x="306356" y="515981"/>
                </a:lnTo>
                <a:lnTo>
                  <a:pt x="306356" y="601147"/>
                </a:lnTo>
                <a:lnTo>
                  <a:pt x="306986" y="601012"/>
                </a:lnTo>
                <a:lnTo>
                  <a:pt x="306986" y="612510"/>
                </a:lnTo>
                <a:cubicBezTo>
                  <a:pt x="306767" y="612640"/>
                  <a:pt x="306546" y="612644"/>
                  <a:pt x="306324" y="612648"/>
                </a:cubicBezTo>
                <a:lnTo>
                  <a:pt x="306324" y="612648"/>
                </a:lnTo>
                <a:cubicBezTo>
                  <a:pt x="281070" y="612257"/>
                  <a:pt x="255999" y="602326"/>
                  <a:pt x="236731" y="583057"/>
                </a:cubicBezTo>
                <a:cubicBezTo>
                  <a:pt x="223570" y="569897"/>
                  <a:pt x="214766" y="554030"/>
                  <a:pt x="210610" y="537175"/>
                </a:cubicBezTo>
                <a:cubicBezTo>
                  <a:pt x="195839" y="546241"/>
                  <a:pt x="178427" y="551214"/>
                  <a:pt x="159854" y="551214"/>
                </a:cubicBezTo>
                <a:cubicBezTo>
                  <a:pt x="132604" y="551214"/>
                  <a:pt x="107854" y="540509"/>
                  <a:pt x="89720" y="522928"/>
                </a:cubicBezTo>
                <a:lnTo>
                  <a:pt x="89720" y="522928"/>
                </a:lnTo>
                <a:cubicBezTo>
                  <a:pt x="72139" y="504795"/>
                  <a:pt x="61434" y="480045"/>
                  <a:pt x="61434" y="452795"/>
                </a:cubicBezTo>
                <a:cubicBezTo>
                  <a:pt x="61434" y="434221"/>
                  <a:pt x="66407" y="416810"/>
                  <a:pt x="75474" y="402038"/>
                </a:cubicBezTo>
                <a:cubicBezTo>
                  <a:pt x="58618" y="397882"/>
                  <a:pt x="42751" y="389078"/>
                  <a:pt x="29591" y="375918"/>
                </a:cubicBezTo>
                <a:cubicBezTo>
                  <a:pt x="10322" y="356649"/>
                  <a:pt x="391" y="331578"/>
                  <a:pt x="0" y="306324"/>
                </a:cubicBezTo>
                <a:lnTo>
                  <a:pt x="0" y="306324"/>
                </a:lnTo>
                <a:cubicBezTo>
                  <a:pt x="391" y="281070"/>
                  <a:pt x="10322" y="256000"/>
                  <a:pt x="29591" y="236731"/>
                </a:cubicBezTo>
                <a:cubicBezTo>
                  <a:pt x="42758" y="223564"/>
                  <a:pt x="58634" y="214757"/>
                  <a:pt x="75514" y="210684"/>
                </a:cubicBezTo>
                <a:cubicBezTo>
                  <a:pt x="66423" y="195895"/>
                  <a:pt x="61434" y="178458"/>
                  <a:pt x="61434" y="159855"/>
                </a:cubicBezTo>
                <a:cubicBezTo>
                  <a:pt x="61434" y="132604"/>
                  <a:pt x="72139" y="107854"/>
                  <a:pt x="89720" y="89721"/>
                </a:cubicBezTo>
                <a:lnTo>
                  <a:pt x="89720" y="89721"/>
                </a:lnTo>
                <a:cubicBezTo>
                  <a:pt x="107854" y="72140"/>
                  <a:pt x="132604" y="61435"/>
                  <a:pt x="159854" y="61435"/>
                </a:cubicBezTo>
                <a:cubicBezTo>
                  <a:pt x="178457" y="61435"/>
                  <a:pt x="195895" y="66424"/>
                  <a:pt x="210684" y="75515"/>
                </a:cubicBezTo>
                <a:cubicBezTo>
                  <a:pt x="214757" y="58635"/>
                  <a:pt x="223563" y="42758"/>
                  <a:pt x="236731" y="29591"/>
                </a:cubicBezTo>
                <a:cubicBezTo>
                  <a:pt x="256000" y="10322"/>
                  <a:pt x="281070" y="391"/>
                  <a:pt x="306324" y="0"/>
                </a:cubicBezTo>
                <a:lnTo>
                  <a:pt x="306324" y="0"/>
                </a:ln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686" name="Teardrop 3"/>
          <p:cNvSpPr/>
          <p:nvPr/>
        </p:nvSpPr>
        <p:spPr>
          <a:xfrm rot="5400000" flipH="1" flipV="1">
            <a:off x="3646393" y="-163077"/>
            <a:ext cx="306986" cy="612648"/>
          </a:xfrm>
          <a:custGeom>
            <a:avLst/>
            <a:gdLst/>
            <a:ahLst/>
            <a:cxnLst/>
            <a:rect l="l" t="t" r="r" b="b"/>
            <a:pathLst>
              <a:path w="306986" h="612648">
                <a:moveTo>
                  <a:pt x="215380" y="331011"/>
                </a:moveTo>
                <a:cubicBezTo>
                  <a:pt x="210766" y="314774"/>
                  <a:pt x="210686" y="297561"/>
                  <a:pt x="215167" y="281312"/>
                </a:cubicBezTo>
                <a:cubicBezTo>
                  <a:pt x="205209" y="264959"/>
                  <a:pt x="189231" y="261169"/>
                  <a:pt x="163247" y="261668"/>
                </a:cubicBezTo>
                <a:cubicBezTo>
                  <a:pt x="130240" y="261668"/>
                  <a:pt x="100901" y="245961"/>
                  <a:pt x="82612" y="221373"/>
                </a:cubicBezTo>
                <a:cubicBezTo>
                  <a:pt x="66104" y="224383"/>
                  <a:pt x="50483" y="232539"/>
                  <a:pt x="37722" y="245300"/>
                </a:cubicBezTo>
                <a:cubicBezTo>
                  <a:pt x="20815" y="262208"/>
                  <a:pt x="11990" y="284137"/>
                  <a:pt x="11501" y="306292"/>
                </a:cubicBezTo>
                <a:lnTo>
                  <a:pt x="96667" y="306292"/>
                </a:lnTo>
                <a:lnTo>
                  <a:pt x="96667" y="306356"/>
                </a:lnTo>
                <a:lnTo>
                  <a:pt x="11501" y="306356"/>
                </a:lnTo>
                <a:cubicBezTo>
                  <a:pt x="11989" y="328512"/>
                  <a:pt x="20815" y="350441"/>
                  <a:pt x="37722" y="367348"/>
                </a:cubicBezTo>
                <a:cubicBezTo>
                  <a:pt x="50477" y="380104"/>
                  <a:pt x="66091" y="388259"/>
                  <a:pt x="82591" y="391301"/>
                </a:cubicBezTo>
                <a:cubicBezTo>
                  <a:pt x="100880" y="366700"/>
                  <a:pt x="130228" y="350981"/>
                  <a:pt x="163247" y="350981"/>
                </a:cubicBezTo>
                <a:cubicBezTo>
                  <a:pt x="186137" y="351421"/>
                  <a:pt x="201262" y="348532"/>
                  <a:pt x="211354" y="336664"/>
                </a:cubicBezTo>
                <a:cubicBezTo>
                  <a:pt x="212796" y="334968"/>
                  <a:pt x="214135" y="333090"/>
                  <a:pt x="215380" y="331011"/>
                </a:cubicBezTo>
                <a:close/>
                <a:moveTo>
                  <a:pt x="239385" y="239431"/>
                </a:moveTo>
                <a:lnTo>
                  <a:pt x="97830" y="97876"/>
                </a:lnTo>
                <a:cubicBezTo>
                  <a:pt x="82509" y="113888"/>
                  <a:pt x="73243" y="135634"/>
                  <a:pt x="73243" y="159545"/>
                </a:cubicBezTo>
                <a:cubicBezTo>
                  <a:pt x="73243" y="209563"/>
                  <a:pt x="113791" y="250112"/>
                  <a:pt x="163810" y="250112"/>
                </a:cubicBezTo>
                <a:cubicBezTo>
                  <a:pt x="182888" y="249746"/>
                  <a:pt x="207035" y="254980"/>
                  <a:pt x="219892" y="268141"/>
                </a:cubicBezTo>
                <a:cubicBezTo>
                  <a:pt x="224319" y="257687"/>
                  <a:pt x="230870" y="247948"/>
                  <a:pt x="239385" y="239431"/>
                </a:cubicBezTo>
                <a:close/>
                <a:moveTo>
                  <a:pt x="239386" y="373218"/>
                </a:moveTo>
                <a:cubicBezTo>
                  <a:pt x="230866" y="364697"/>
                  <a:pt x="224313" y="354954"/>
                  <a:pt x="219944" y="344457"/>
                </a:cubicBezTo>
                <a:cubicBezTo>
                  <a:pt x="207099" y="357655"/>
                  <a:pt x="182914" y="362904"/>
                  <a:pt x="163810" y="362538"/>
                </a:cubicBezTo>
                <a:cubicBezTo>
                  <a:pt x="113791" y="362537"/>
                  <a:pt x="73243" y="403086"/>
                  <a:pt x="73243" y="453105"/>
                </a:cubicBezTo>
                <a:cubicBezTo>
                  <a:pt x="73243" y="477015"/>
                  <a:pt x="82509" y="498761"/>
                  <a:pt x="97830" y="514773"/>
                </a:cubicBezTo>
                <a:close/>
                <a:moveTo>
                  <a:pt x="268140" y="219893"/>
                </a:moveTo>
                <a:cubicBezTo>
                  <a:pt x="254980" y="207035"/>
                  <a:pt x="249745" y="182889"/>
                  <a:pt x="250111" y="163811"/>
                </a:cubicBezTo>
                <a:cubicBezTo>
                  <a:pt x="250111" y="113792"/>
                  <a:pt x="209563" y="73244"/>
                  <a:pt x="159544" y="73244"/>
                </a:cubicBezTo>
                <a:cubicBezTo>
                  <a:pt x="135634" y="73244"/>
                  <a:pt x="113887" y="82510"/>
                  <a:pt x="97875" y="97831"/>
                </a:cubicBezTo>
                <a:lnTo>
                  <a:pt x="239430" y="239386"/>
                </a:lnTo>
                <a:cubicBezTo>
                  <a:pt x="247948" y="230871"/>
                  <a:pt x="257686" y="224320"/>
                  <a:pt x="268140" y="219893"/>
                </a:cubicBezTo>
                <a:close/>
                <a:moveTo>
                  <a:pt x="268191" y="392705"/>
                </a:moveTo>
                <a:cubicBezTo>
                  <a:pt x="257695" y="388335"/>
                  <a:pt x="247952" y="381782"/>
                  <a:pt x="239431" y="373263"/>
                </a:cubicBezTo>
                <a:lnTo>
                  <a:pt x="97875" y="514819"/>
                </a:lnTo>
                <a:cubicBezTo>
                  <a:pt x="113887" y="530139"/>
                  <a:pt x="135634" y="539405"/>
                  <a:pt x="159544" y="539405"/>
                </a:cubicBezTo>
                <a:cubicBezTo>
                  <a:pt x="184553" y="539405"/>
                  <a:pt x="207195" y="529268"/>
                  <a:pt x="223584" y="512879"/>
                </a:cubicBezTo>
                <a:cubicBezTo>
                  <a:pt x="239974" y="496489"/>
                  <a:pt x="250111" y="473848"/>
                  <a:pt x="250111" y="448838"/>
                </a:cubicBezTo>
                <a:cubicBezTo>
                  <a:pt x="249745" y="429735"/>
                  <a:pt x="254994" y="405550"/>
                  <a:pt x="268191" y="392705"/>
                </a:cubicBezTo>
                <a:close/>
                <a:moveTo>
                  <a:pt x="306986" y="138"/>
                </a:moveTo>
                <a:lnTo>
                  <a:pt x="306986" y="11636"/>
                </a:lnTo>
                <a:cubicBezTo>
                  <a:pt x="306778" y="11511"/>
                  <a:pt x="306567" y="11506"/>
                  <a:pt x="306356" y="11501"/>
                </a:cubicBezTo>
                <a:lnTo>
                  <a:pt x="306356" y="96667"/>
                </a:lnTo>
                <a:lnTo>
                  <a:pt x="306292" y="96667"/>
                </a:lnTo>
                <a:lnTo>
                  <a:pt x="306292" y="11501"/>
                </a:lnTo>
                <a:cubicBezTo>
                  <a:pt x="284137" y="11990"/>
                  <a:pt x="262207" y="20815"/>
                  <a:pt x="245300" y="37722"/>
                </a:cubicBezTo>
                <a:cubicBezTo>
                  <a:pt x="232539" y="50483"/>
                  <a:pt x="224382" y="66105"/>
                  <a:pt x="221373" y="82614"/>
                </a:cubicBezTo>
                <a:cubicBezTo>
                  <a:pt x="245960" y="100902"/>
                  <a:pt x="261667" y="130241"/>
                  <a:pt x="261667" y="163248"/>
                </a:cubicBezTo>
                <a:cubicBezTo>
                  <a:pt x="261168" y="189232"/>
                  <a:pt x="264959" y="205210"/>
                  <a:pt x="281311" y="215167"/>
                </a:cubicBezTo>
                <a:lnTo>
                  <a:pt x="306986" y="215277"/>
                </a:lnTo>
                <a:lnTo>
                  <a:pt x="306986" y="221929"/>
                </a:lnTo>
                <a:cubicBezTo>
                  <a:pt x="285145" y="221632"/>
                  <a:pt x="263250" y="229877"/>
                  <a:pt x="246580" y="246536"/>
                </a:cubicBezTo>
                <a:lnTo>
                  <a:pt x="254808" y="254763"/>
                </a:lnTo>
                <a:cubicBezTo>
                  <a:pt x="254801" y="254772"/>
                  <a:pt x="254793" y="254779"/>
                  <a:pt x="254786" y="254786"/>
                </a:cubicBezTo>
                <a:cubicBezTo>
                  <a:pt x="254778" y="254794"/>
                  <a:pt x="254771" y="254801"/>
                  <a:pt x="254763" y="254808"/>
                </a:cubicBezTo>
                <a:lnTo>
                  <a:pt x="246535" y="246581"/>
                </a:lnTo>
                <a:cubicBezTo>
                  <a:pt x="213554" y="279582"/>
                  <a:pt x="213554" y="333067"/>
                  <a:pt x="246535" y="366068"/>
                </a:cubicBezTo>
                <a:lnTo>
                  <a:pt x="254763" y="357841"/>
                </a:lnTo>
                <a:cubicBezTo>
                  <a:pt x="254771" y="357848"/>
                  <a:pt x="254778" y="357855"/>
                  <a:pt x="254786" y="357863"/>
                </a:cubicBezTo>
                <a:lnTo>
                  <a:pt x="254808" y="357886"/>
                </a:lnTo>
                <a:lnTo>
                  <a:pt x="246580" y="366113"/>
                </a:lnTo>
                <a:cubicBezTo>
                  <a:pt x="263250" y="382773"/>
                  <a:pt x="285145" y="391017"/>
                  <a:pt x="306986" y="390721"/>
                </a:cubicBezTo>
                <a:lnTo>
                  <a:pt x="306986" y="397378"/>
                </a:lnTo>
                <a:cubicBezTo>
                  <a:pt x="298457" y="400796"/>
                  <a:pt x="289920" y="399623"/>
                  <a:pt x="281637" y="397269"/>
                </a:cubicBezTo>
                <a:cubicBezTo>
                  <a:pt x="265010" y="407224"/>
                  <a:pt x="261165" y="423242"/>
                  <a:pt x="261667" y="449401"/>
                </a:cubicBezTo>
                <a:cubicBezTo>
                  <a:pt x="261667" y="477516"/>
                  <a:pt x="250271" y="502969"/>
                  <a:pt x="231847" y="521394"/>
                </a:cubicBezTo>
                <a:lnTo>
                  <a:pt x="221347" y="530057"/>
                </a:lnTo>
                <a:cubicBezTo>
                  <a:pt x="224389" y="546557"/>
                  <a:pt x="232545" y="562171"/>
                  <a:pt x="245300" y="574926"/>
                </a:cubicBezTo>
                <a:cubicBezTo>
                  <a:pt x="262207" y="591833"/>
                  <a:pt x="284136" y="600659"/>
                  <a:pt x="306292" y="601147"/>
                </a:cubicBezTo>
                <a:lnTo>
                  <a:pt x="306292" y="515981"/>
                </a:lnTo>
                <a:lnTo>
                  <a:pt x="306356" y="515981"/>
                </a:lnTo>
                <a:lnTo>
                  <a:pt x="306356" y="601147"/>
                </a:lnTo>
                <a:lnTo>
                  <a:pt x="306986" y="601012"/>
                </a:lnTo>
                <a:lnTo>
                  <a:pt x="306986" y="612510"/>
                </a:lnTo>
                <a:cubicBezTo>
                  <a:pt x="306767" y="612640"/>
                  <a:pt x="306546" y="612644"/>
                  <a:pt x="306324" y="612648"/>
                </a:cubicBezTo>
                <a:lnTo>
                  <a:pt x="306324" y="612648"/>
                </a:lnTo>
                <a:cubicBezTo>
                  <a:pt x="281070" y="612257"/>
                  <a:pt x="255999" y="602326"/>
                  <a:pt x="236731" y="583057"/>
                </a:cubicBezTo>
                <a:cubicBezTo>
                  <a:pt x="223570" y="569897"/>
                  <a:pt x="214766" y="554030"/>
                  <a:pt x="210610" y="537175"/>
                </a:cubicBezTo>
                <a:cubicBezTo>
                  <a:pt x="195839" y="546241"/>
                  <a:pt x="178427" y="551214"/>
                  <a:pt x="159854" y="551214"/>
                </a:cubicBezTo>
                <a:cubicBezTo>
                  <a:pt x="132604" y="551214"/>
                  <a:pt x="107854" y="540509"/>
                  <a:pt x="89720" y="522928"/>
                </a:cubicBezTo>
                <a:lnTo>
                  <a:pt x="89720" y="522928"/>
                </a:lnTo>
                <a:cubicBezTo>
                  <a:pt x="72139" y="504795"/>
                  <a:pt x="61434" y="480045"/>
                  <a:pt x="61434" y="452795"/>
                </a:cubicBezTo>
                <a:cubicBezTo>
                  <a:pt x="61434" y="434221"/>
                  <a:pt x="66407" y="416810"/>
                  <a:pt x="75474" y="402038"/>
                </a:cubicBezTo>
                <a:cubicBezTo>
                  <a:pt x="58618" y="397882"/>
                  <a:pt x="42751" y="389078"/>
                  <a:pt x="29591" y="375918"/>
                </a:cubicBezTo>
                <a:cubicBezTo>
                  <a:pt x="10322" y="356649"/>
                  <a:pt x="391" y="331578"/>
                  <a:pt x="0" y="306324"/>
                </a:cubicBezTo>
                <a:lnTo>
                  <a:pt x="0" y="306324"/>
                </a:lnTo>
                <a:cubicBezTo>
                  <a:pt x="391" y="281070"/>
                  <a:pt x="10322" y="256000"/>
                  <a:pt x="29591" y="236731"/>
                </a:cubicBezTo>
                <a:cubicBezTo>
                  <a:pt x="42758" y="223564"/>
                  <a:pt x="58634" y="214757"/>
                  <a:pt x="75514" y="210684"/>
                </a:cubicBezTo>
                <a:cubicBezTo>
                  <a:pt x="66423" y="195895"/>
                  <a:pt x="61434" y="178458"/>
                  <a:pt x="61434" y="159855"/>
                </a:cubicBezTo>
                <a:cubicBezTo>
                  <a:pt x="61434" y="132604"/>
                  <a:pt x="72139" y="107854"/>
                  <a:pt x="89720" y="89721"/>
                </a:cubicBezTo>
                <a:lnTo>
                  <a:pt x="89720" y="89721"/>
                </a:lnTo>
                <a:cubicBezTo>
                  <a:pt x="107854" y="72140"/>
                  <a:pt x="132604" y="61435"/>
                  <a:pt x="159854" y="61435"/>
                </a:cubicBezTo>
                <a:cubicBezTo>
                  <a:pt x="178457" y="61435"/>
                  <a:pt x="195895" y="66424"/>
                  <a:pt x="210684" y="75515"/>
                </a:cubicBezTo>
                <a:cubicBezTo>
                  <a:pt x="214757" y="58635"/>
                  <a:pt x="223563" y="42758"/>
                  <a:pt x="236731" y="29591"/>
                </a:cubicBezTo>
                <a:cubicBezTo>
                  <a:pt x="256000" y="10322"/>
                  <a:pt x="281070" y="391"/>
                  <a:pt x="306324" y="0"/>
                </a:cubicBezTo>
                <a:lnTo>
                  <a:pt x="306324" y="0"/>
                </a:ln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687" name="Teardrop 3"/>
          <p:cNvSpPr/>
          <p:nvPr/>
        </p:nvSpPr>
        <p:spPr>
          <a:xfrm rot="5400000" flipH="1" flipV="1">
            <a:off x="4488933" y="-163077"/>
            <a:ext cx="306986" cy="612648"/>
          </a:xfrm>
          <a:custGeom>
            <a:avLst/>
            <a:gdLst/>
            <a:ahLst/>
            <a:cxnLst/>
            <a:rect l="l" t="t" r="r" b="b"/>
            <a:pathLst>
              <a:path w="306986" h="612648">
                <a:moveTo>
                  <a:pt x="215380" y="331012"/>
                </a:moveTo>
                <a:cubicBezTo>
                  <a:pt x="210766" y="314775"/>
                  <a:pt x="210686" y="297561"/>
                  <a:pt x="215167" y="281312"/>
                </a:cubicBezTo>
                <a:cubicBezTo>
                  <a:pt x="205209" y="264960"/>
                  <a:pt x="189231" y="261169"/>
                  <a:pt x="163247" y="261668"/>
                </a:cubicBezTo>
                <a:cubicBezTo>
                  <a:pt x="130240" y="261668"/>
                  <a:pt x="100901" y="245961"/>
                  <a:pt x="82612" y="221373"/>
                </a:cubicBezTo>
                <a:cubicBezTo>
                  <a:pt x="66104" y="224383"/>
                  <a:pt x="50483" y="232539"/>
                  <a:pt x="37722" y="245300"/>
                </a:cubicBezTo>
                <a:cubicBezTo>
                  <a:pt x="20815" y="262208"/>
                  <a:pt x="11990" y="284137"/>
                  <a:pt x="11501" y="306292"/>
                </a:cubicBezTo>
                <a:lnTo>
                  <a:pt x="96667" y="306292"/>
                </a:lnTo>
                <a:lnTo>
                  <a:pt x="96667" y="306356"/>
                </a:lnTo>
                <a:lnTo>
                  <a:pt x="11501" y="306356"/>
                </a:lnTo>
                <a:cubicBezTo>
                  <a:pt x="11989" y="328512"/>
                  <a:pt x="20815" y="350441"/>
                  <a:pt x="37722" y="367348"/>
                </a:cubicBezTo>
                <a:cubicBezTo>
                  <a:pt x="50477" y="380104"/>
                  <a:pt x="66091" y="388259"/>
                  <a:pt x="82591" y="391302"/>
                </a:cubicBezTo>
                <a:cubicBezTo>
                  <a:pt x="100880" y="366700"/>
                  <a:pt x="130228" y="350982"/>
                  <a:pt x="163247" y="350982"/>
                </a:cubicBezTo>
                <a:cubicBezTo>
                  <a:pt x="186137" y="351421"/>
                  <a:pt x="201262" y="348532"/>
                  <a:pt x="211354" y="336664"/>
                </a:cubicBezTo>
                <a:cubicBezTo>
                  <a:pt x="212796" y="334969"/>
                  <a:pt x="214135" y="333090"/>
                  <a:pt x="215380" y="331012"/>
                </a:cubicBezTo>
                <a:close/>
                <a:moveTo>
                  <a:pt x="239385" y="239431"/>
                </a:moveTo>
                <a:lnTo>
                  <a:pt x="97830" y="97876"/>
                </a:lnTo>
                <a:cubicBezTo>
                  <a:pt x="82509" y="113888"/>
                  <a:pt x="73243" y="135634"/>
                  <a:pt x="73243" y="159545"/>
                </a:cubicBezTo>
                <a:cubicBezTo>
                  <a:pt x="73243" y="209563"/>
                  <a:pt x="113791" y="250112"/>
                  <a:pt x="163810" y="250112"/>
                </a:cubicBezTo>
                <a:cubicBezTo>
                  <a:pt x="182888" y="249746"/>
                  <a:pt x="207035" y="254980"/>
                  <a:pt x="219892" y="268141"/>
                </a:cubicBezTo>
                <a:cubicBezTo>
                  <a:pt x="224319" y="257687"/>
                  <a:pt x="230870" y="247949"/>
                  <a:pt x="239385" y="239431"/>
                </a:cubicBezTo>
                <a:close/>
                <a:moveTo>
                  <a:pt x="239386" y="373218"/>
                </a:moveTo>
                <a:cubicBezTo>
                  <a:pt x="230866" y="364697"/>
                  <a:pt x="224313" y="354954"/>
                  <a:pt x="219944" y="344457"/>
                </a:cubicBezTo>
                <a:cubicBezTo>
                  <a:pt x="207099" y="357655"/>
                  <a:pt x="182914" y="362904"/>
                  <a:pt x="163810" y="362538"/>
                </a:cubicBezTo>
                <a:cubicBezTo>
                  <a:pt x="113791" y="362537"/>
                  <a:pt x="73243" y="403086"/>
                  <a:pt x="73243" y="453105"/>
                </a:cubicBezTo>
                <a:cubicBezTo>
                  <a:pt x="73243" y="477015"/>
                  <a:pt x="82509" y="498762"/>
                  <a:pt x="97830" y="514773"/>
                </a:cubicBezTo>
                <a:close/>
                <a:moveTo>
                  <a:pt x="268140" y="219893"/>
                </a:moveTo>
                <a:cubicBezTo>
                  <a:pt x="254980" y="207035"/>
                  <a:pt x="249745" y="182889"/>
                  <a:pt x="250111" y="163811"/>
                </a:cubicBezTo>
                <a:cubicBezTo>
                  <a:pt x="250111" y="113793"/>
                  <a:pt x="209563" y="73244"/>
                  <a:pt x="159544" y="73244"/>
                </a:cubicBezTo>
                <a:cubicBezTo>
                  <a:pt x="135634" y="73244"/>
                  <a:pt x="113887" y="82510"/>
                  <a:pt x="97875" y="97831"/>
                </a:cubicBezTo>
                <a:lnTo>
                  <a:pt x="239430" y="239386"/>
                </a:lnTo>
                <a:cubicBezTo>
                  <a:pt x="247948" y="230871"/>
                  <a:pt x="257686" y="224320"/>
                  <a:pt x="268140" y="219893"/>
                </a:cubicBezTo>
                <a:close/>
                <a:moveTo>
                  <a:pt x="268191" y="392705"/>
                </a:moveTo>
                <a:cubicBezTo>
                  <a:pt x="257695" y="388335"/>
                  <a:pt x="247952" y="381782"/>
                  <a:pt x="239431" y="373263"/>
                </a:cubicBezTo>
                <a:lnTo>
                  <a:pt x="97875" y="514819"/>
                </a:lnTo>
                <a:cubicBezTo>
                  <a:pt x="113887" y="530139"/>
                  <a:pt x="135634" y="539405"/>
                  <a:pt x="159544" y="539405"/>
                </a:cubicBezTo>
                <a:cubicBezTo>
                  <a:pt x="184553" y="539405"/>
                  <a:pt x="207195" y="529268"/>
                  <a:pt x="223584" y="512879"/>
                </a:cubicBezTo>
                <a:cubicBezTo>
                  <a:pt x="239974" y="496489"/>
                  <a:pt x="250111" y="473848"/>
                  <a:pt x="250111" y="448838"/>
                </a:cubicBezTo>
                <a:cubicBezTo>
                  <a:pt x="249745" y="429735"/>
                  <a:pt x="254994" y="405550"/>
                  <a:pt x="268191" y="392705"/>
                </a:cubicBezTo>
                <a:close/>
                <a:moveTo>
                  <a:pt x="306986" y="138"/>
                </a:moveTo>
                <a:lnTo>
                  <a:pt x="306986" y="11636"/>
                </a:lnTo>
                <a:cubicBezTo>
                  <a:pt x="306778" y="11511"/>
                  <a:pt x="306567" y="11506"/>
                  <a:pt x="306356" y="11501"/>
                </a:cubicBezTo>
                <a:lnTo>
                  <a:pt x="306356" y="96668"/>
                </a:lnTo>
                <a:lnTo>
                  <a:pt x="306292" y="96667"/>
                </a:lnTo>
                <a:lnTo>
                  <a:pt x="306292" y="11501"/>
                </a:lnTo>
                <a:cubicBezTo>
                  <a:pt x="284137" y="11990"/>
                  <a:pt x="262207" y="20815"/>
                  <a:pt x="245300" y="37722"/>
                </a:cubicBezTo>
                <a:cubicBezTo>
                  <a:pt x="232539" y="50484"/>
                  <a:pt x="224382" y="66106"/>
                  <a:pt x="221373" y="82614"/>
                </a:cubicBezTo>
                <a:cubicBezTo>
                  <a:pt x="245960" y="100903"/>
                  <a:pt x="261667" y="130241"/>
                  <a:pt x="261667" y="163248"/>
                </a:cubicBezTo>
                <a:cubicBezTo>
                  <a:pt x="261168" y="189232"/>
                  <a:pt x="264959" y="205210"/>
                  <a:pt x="281311" y="215168"/>
                </a:cubicBezTo>
                <a:lnTo>
                  <a:pt x="306986" y="215278"/>
                </a:lnTo>
                <a:lnTo>
                  <a:pt x="306986" y="221929"/>
                </a:lnTo>
                <a:cubicBezTo>
                  <a:pt x="285145" y="221632"/>
                  <a:pt x="263250" y="229877"/>
                  <a:pt x="246580" y="246536"/>
                </a:cubicBezTo>
                <a:lnTo>
                  <a:pt x="254808" y="254763"/>
                </a:lnTo>
                <a:cubicBezTo>
                  <a:pt x="254801" y="254772"/>
                  <a:pt x="254793" y="254779"/>
                  <a:pt x="254786" y="254787"/>
                </a:cubicBezTo>
                <a:cubicBezTo>
                  <a:pt x="254778" y="254794"/>
                  <a:pt x="254771" y="254802"/>
                  <a:pt x="254763" y="254808"/>
                </a:cubicBezTo>
                <a:lnTo>
                  <a:pt x="246535" y="246581"/>
                </a:lnTo>
                <a:cubicBezTo>
                  <a:pt x="213554" y="279582"/>
                  <a:pt x="213554" y="333067"/>
                  <a:pt x="246535" y="366068"/>
                </a:cubicBezTo>
                <a:lnTo>
                  <a:pt x="254763" y="357841"/>
                </a:lnTo>
                <a:cubicBezTo>
                  <a:pt x="254771" y="357848"/>
                  <a:pt x="254778" y="357855"/>
                  <a:pt x="254786" y="357863"/>
                </a:cubicBezTo>
                <a:lnTo>
                  <a:pt x="254808" y="357886"/>
                </a:lnTo>
                <a:lnTo>
                  <a:pt x="246580" y="366113"/>
                </a:lnTo>
                <a:cubicBezTo>
                  <a:pt x="263250" y="382773"/>
                  <a:pt x="285145" y="391017"/>
                  <a:pt x="306986" y="390721"/>
                </a:cubicBezTo>
                <a:lnTo>
                  <a:pt x="306986" y="397378"/>
                </a:lnTo>
                <a:cubicBezTo>
                  <a:pt x="298457" y="400796"/>
                  <a:pt x="289920" y="399623"/>
                  <a:pt x="281637" y="397269"/>
                </a:cubicBezTo>
                <a:cubicBezTo>
                  <a:pt x="265010" y="407224"/>
                  <a:pt x="261165" y="423242"/>
                  <a:pt x="261667" y="449401"/>
                </a:cubicBezTo>
                <a:cubicBezTo>
                  <a:pt x="261667" y="477516"/>
                  <a:pt x="250271" y="502969"/>
                  <a:pt x="231847" y="521394"/>
                </a:cubicBezTo>
                <a:lnTo>
                  <a:pt x="221347" y="530057"/>
                </a:lnTo>
                <a:cubicBezTo>
                  <a:pt x="224389" y="546557"/>
                  <a:pt x="232545" y="562171"/>
                  <a:pt x="245300" y="574926"/>
                </a:cubicBezTo>
                <a:cubicBezTo>
                  <a:pt x="262207" y="591834"/>
                  <a:pt x="284136" y="600659"/>
                  <a:pt x="306292" y="601147"/>
                </a:cubicBezTo>
                <a:lnTo>
                  <a:pt x="306292" y="515981"/>
                </a:lnTo>
                <a:lnTo>
                  <a:pt x="306356" y="515982"/>
                </a:lnTo>
                <a:lnTo>
                  <a:pt x="306356" y="601147"/>
                </a:lnTo>
                <a:lnTo>
                  <a:pt x="306986" y="601012"/>
                </a:lnTo>
                <a:lnTo>
                  <a:pt x="306986" y="612510"/>
                </a:lnTo>
                <a:cubicBezTo>
                  <a:pt x="306767" y="612641"/>
                  <a:pt x="306546" y="612645"/>
                  <a:pt x="306324" y="612648"/>
                </a:cubicBezTo>
                <a:cubicBezTo>
                  <a:pt x="281070" y="612257"/>
                  <a:pt x="255999" y="602326"/>
                  <a:pt x="236731" y="583058"/>
                </a:cubicBezTo>
                <a:cubicBezTo>
                  <a:pt x="223570" y="569897"/>
                  <a:pt x="214766" y="554031"/>
                  <a:pt x="210610" y="537175"/>
                </a:cubicBezTo>
                <a:cubicBezTo>
                  <a:pt x="195839" y="546241"/>
                  <a:pt x="178427" y="551215"/>
                  <a:pt x="159854" y="551215"/>
                </a:cubicBezTo>
                <a:cubicBezTo>
                  <a:pt x="132604" y="551215"/>
                  <a:pt x="107854" y="540509"/>
                  <a:pt x="89720" y="522928"/>
                </a:cubicBezTo>
                <a:lnTo>
                  <a:pt x="89720" y="522928"/>
                </a:lnTo>
                <a:cubicBezTo>
                  <a:pt x="72139" y="504795"/>
                  <a:pt x="61434" y="480045"/>
                  <a:pt x="61434" y="452795"/>
                </a:cubicBezTo>
                <a:cubicBezTo>
                  <a:pt x="61434" y="434222"/>
                  <a:pt x="66407" y="416810"/>
                  <a:pt x="75474" y="402038"/>
                </a:cubicBezTo>
                <a:cubicBezTo>
                  <a:pt x="58618" y="397882"/>
                  <a:pt x="42751" y="389078"/>
                  <a:pt x="29591" y="375918"/>
                </a:cubicBezTo>
                <a:cubicBezTo>
                  <a:pt x="10322" y="356649"/>
                  <a:pt x="391" y="331578"/>
                  <a:pt x="0" y="306324"/>
                </a:cubicBezTo>
                <a:lnTo>
                  <a:pt x="0" y="306324"/>
                </a:lnTo>
                <a:cubicBezTo>
                  <a:pt x="391" y="281070"/>
                  <a:pt x="10322" y="256000"/>
                  <a:pt x="29591" y="236731"/>
                </a:cubicBezTo>
                <a:cubicBezTo>
                  <a:pt x="42758" y="223564"/>
                  <a:pt x="58634" y="214757"/>
                  <a:pt x="75514" y="210684"/>
                </a:cubicBezTo>
                <a:cubicBezTo>
                  <a:pt x="66423" y="195896"/>
                  <a:pt x="61434" y="178458"/>
                  <a:pt x="61434" y="159855"/>
                </a:cubicBezTo>
                <a:cubicBezTo>
                  <a:pt x="61434" y="132604"/>
                  <a:pt x="72139" y="107855"/>
                  <a:pt x="89720" y="89721"/>
                </a:cubicBezTo>
                <a:lnTo>
                  <a:pt x="89720" y="89721"/>
                </a:lnTo>
                <a:cubicBezTo>
                  <a:pt x="107854" y="72140"/>
                  <a:pt x="132604" y="61435"/>
                  <a:pt x="159854" y="61435"/>
                </a:cubicBezTo>
                <a:cubicBezTo>
                  <a:pt x="178457" y="61435"/>
                  <a:pt x="195895" y="66424"/>
                  <a:pt x="210684" y="75515"/>
                </a:cubicBezTo>
                <a:cubicBezTo>
                  <a:pt x="214757" y="58635"/>
                  <a:pt x="223563" y="42758"/>
                  <a:pt x="236731" y="29591"/>
                </a:cubicBezTo>
                <a:cubicBezTo>
                  <a:pt x="256000" y="10322"/>
                  <a:pt x="281070" y="391"/>
                  <a:pt x="306324" y="0"/>
                </a:cubicBezTo>
                <a:lnTo>
                  <a:pt x="306324" y="0"/>
                </a:ln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688" name="Teardrop 3"/>
          <p:cNvSpPr/>
          <p:nvPr/>
        </p:nvSpPr>
        <p:spPr>
          <a:xfrm rot="5400000" flipH="1" flipV="1">
            <a:off x="5331473" y="-163077"/>
            <a:ext cx="306986" cy="612648"/>
          </a:xfrm>
          <a:custGeom>
            <a:avLst/>
            <a:gdLst/>
            <a:ahLst/>
            <a:cxnLst/>
            <a:rect l="l" t="t" r="r" b="b"/>
            <a:pathLst>
              <a:path w="306986" h="612648">
                <a:moveTo>
                  <a:pt x="215380" y="331012"/>
                </a:moveTo>
                <a:cubicBezTo>
                  <a:pt x="210766" y="314775"/>
                  <a:pt x="210686" y="297561"/>
                  <a:pt x="215167" y="281312"/>
                </a:cubicBezTo>
                <a:cubicBezTo>
                  <a:pt x="205209" y="264960"/>
                  <a:pt x="189231" y="261169"/>
                  <a:pt x="163247" y="261668"/>
                </a:cubicBezTo>
                <a:cubicBezTo>
                  <a:pt x="130240" y="261668"/>
                  <a:pt x="100901" y="245961"/>
                  <a:pt x="82612" y="221373"/>
                </a:cubicBezTo>
                <a:cubicBezTo>
                  <a:pt x="66104" y="224383"/>
                  <a:pt x="50483" y="232539"/>
                  <a:pt x="37722" y="245300"/>
                </a:cubicBezTo>
                <a:cubicBezTo>
                  <a:pt x="20815" y="262208"/>
                  <a:pt x="11990" y="284137"/>
                  <a:pt x="11501" y="306292"/>
                </a:cubicBezTo>
                <a:lnTo>
                  <a:pt x="96667" y="306292"/>
                </a:lnTo>
                <a:lnTo>
                  <a:pt x="96667" y="306356"/>
                </a:lnTo>
                <a:lnTo>
                  <a:pt x="11501" y="306356"/>
                </a:lnTo>
                <a:cubicBezTo>
                  <a:pt x="11989" y="328512"/>
                  <a:pt x="20815" y="350441"/>
                  <a:pt x="37722" y="367348"/>
                </a:cubicBezTo>
                <a:cubicBezTo>
                  <a:pt x="50477" y="380104"/>
                  <a:pt x="66091" y="388259"/>
                  <a:pt x="82591" y="391302"/>
                </a:cubicBezTo>
                <a:cubicBezTo>
                  <a:pt x="100880" y="366700"/>
                  <a:pt x="130228" y="350982"/>
                  <a:pt x="163247" y="350982"/>
                </a:cubicBezTo>
                <a:cubicBezTo>
                  <a:pt x="186137" y="351421"/>
                  <a:pt x="201262" y="348532"/>
                  <a:pt x="211354" y="336664"/>
                </a:cubicBezTo>
                <a:cubicBezTo>
                  <a:pt x="212796" y="334969"/>
                  <a:pt x="214135" y="333090"/>
                  <a:pt x="215380" y="331012"/>
                </a:cubicBezTo>
                <a:close/>
                <a:moveTo>
                  <a:pt x="239385" y="239431"/>
                </a:moveTo>
                <a:lnTo>
                  <a:pt x="97830" y="97876"/>
                </a:lnTo>
                <a:cubicBezTo>
                  <a:pt x="82509" y="113888"/>
                  <a:pt x="73243" y="135634"/>
                  <a:pt x="73243" y="159545"/>
                </a:cubicBezTo>
                <a:cubicBezTo>
                  <a:pt x="73243" y="209563"/>
                  <a:pt x="113791" y="250112"/>
                  <a:pt x="163810" y="250112"/>
                </a:cubicBezTo>
                <a:cubicBezTo>
                  <a:pt x="182888" y="249746"/>
                  <a:pt x="207035" y="254980"/>
                  <a:pt x="219892" y="268141"/>
                </a:cubicBezTo>
                <a:cubicBezTo>
                  <a:pt x="224319" y="257687"/>
                  <a:pt x="230870" y="247949"/>
                  <a:pt x="239385" y="239431"/>
                </a:cubicBezTo>
                <a:close/>
                <a:moveTo>
                  <a:pt x="239386" y="373218"/>
                </a:moveTo>
                <a:cubicBezTo>
                  <a:pt x="230866" y="364697"/>
                  <a:pt x="224313" y="354954"/>
                  <a:pt x="219944" y="344457"/>
                </a:cubicBezTo>
                <a:cubicBezTo>
                  <a:pt x="207099" y="357655"/>
                  <a:pt x="182914" y="362904"/>
                  <a:pt x="163810" y="362538"/>
                </a:cubicBezTo>
                <a:cubicBezTo>
                  <a:pt x="113791" y="362537"/>
                  <a:pt x="73243" y="403086"/>
                  <a:pt x="73243" y="453105"/>
                </a:cubicBezTo>
                <a:cubicBezTo>
                  <a:pt x="73243" y="477015"/>
                  <a:pt x="82509" y="498762"/>
                  <a:pt x="97830" y="514773"/>
                </a:cubicBezTo>
                <a:close/>
                <a:moveTo>
                  <a:pt x="268140" y="219893"/>
                </a:moveTo>
                <a:cubicBezTo>
                  <a:pt x="254980" y="207035"/>
                  <a:pt x="249745" y="182889"/>
                  <a:pt x="250111" y="163811"/>
                </a:cubicBezTo>
                <a:cubicBezTo>
                  <a:pt x="250111" y="113793"/>
                  <a:pt x="209563" y="73244"/>
                  <a:pt x="159544" y="73244"/>
                </a:cubicBezTo>
                <a:cubicBezTo>
                  <a:pt x="135634" y="73244"/>
                  <a:pt x="113887" y="82510"/>
                  <a:pt x="97875" y="97831"/>
                </a:cubicBezTo>
                <a:lnTo>
                  <a:pt x="239430" y="239386"/>
                </a:lnTo>
                <a:cubicBezTo>
                  <a:pt x="247948" y="230871"/>
                  <a:pt x="257686" y="224320"/>
                  <a:pt x="268140" y="219893"/>
                </a:cubicBezTo>
                <a:close/>
                <a:moveTo>
                  <a:pt x="268191" y="392705"/>
                </a:moveTo>
                <a:cubicBezTo>
                  <a:pt x="257695" y="388335"/>
                  <a:pt x="247952" y="381782"/>
                  <a:pt x="239431" y="373263"/>
                </a:cubicBezTo>
                <a:lnTo>
                  <a:pt x="97875" y="514819"/>
                </a:lnTo>
                <a:cubicBezTo>
                  <a:pt x="113887" y="530139"/>
                  <a:pt x="135634" y="539405"/>
                  <a:pt x="159544" y="539405"/>
                </a:cubicBezTo>
                <a:cubicBezTo>
                  <a:pt x="184553" y="539405"/>
                  <a:pt x="207195" y="529268"/>
                  <a:pt x="223584" y="512879"/>
                </a:cubicBezTo>
                <a:cubicBezTo>
                  <a:pt x="239974" y="496489"/>
                  <a:pt x="250111" y="473848"/>
                  <a:pt x="250111" y="448838"/>
                </a:cubicBezTo>
                <a:cubicBezTo>
                  <a:pt x="249745" y="429735"/>
                  <a:pt x="254994" y="405550"/>
                  <a:pt x="268191" y="392705"/>
                </a:cubicBezTo>
                <a:close/>
                <a:moveTo>
                  <a:pt x="306986" y="138"/>
                </a:moveTo>
                <a:lnTo>
                  <a:pt x="306986" y="11636"/>
                </a:lnTo>
                <a:cubicBezTo>
                  <a:pt x="306778" y="11511"/>
                  <a:pt x="306567" y="11506"/>
                  <a:pt x="306356" y="11501"/>
                </a:cubicBezTo>
                <a:lnTo>
                  <a:pt x="306356" y="96668"/>
                </a:lnTo>
                <a:lnTo>
                  <a:pt x="306292" y="96667"/>
                </a:lnTo>
                <a:lnTo>
                  <a:pt x="306292" y="11501"/>
                </a:lnTo>
                <a:cubicBezTo>
                  <a:pt x="284137" y="11990"/>
                  <a:pt x="262207" y="20815"/>
                  <a:pt x="245300" y="37722"/>
                </a:cubicBezTo>
                <a:cubicBezTo>
                  <a:pt x="232539" y="50484"/>
                  <a:pt x="224382" y="66106"/>
                  <a:pt x="221373" y="82614"/>
                </a:cubicBezTo>
                <a:cubicBezTo>
                  <a:pt x="245960" y="100903"/>
                  <a:pt x="261667" y="130241"/>
                  <a:pt x="261667" y="163248"/>
                </a:cubicBezTo>
                <a:cubicBezTo>
                  <a:pt x="261168" y="189232"/>
                  <a:pt x="264959" y="205210"/>
                  <a:pt x="281311" y="215168"/>
                </a:cubicBezTo>
                <a:lnTo>
                  <a:pt x="306986" y="215277"/>
                </a:lnTo>
                <a:lnTo>
                  <a:pt x="306986" y="221929"/>
                </a:lnTo>
                <a:cubicBezTo>
                  <a:pt x="285145" y="221632"/>
                  <a:pt x="263250" y="229877"/>
                  <a:pt x="246580" y="246536"/>
                </a:cubicBezTo>
                <a:lnTo>
                  <a:pt x="254808" y="254763"/>
                </a:lnTo>
                <a:cubicBezTo>
                  <a:pt x="254801" y="254772"/>
                  <a:pt x="254793" y="254779"/>
                  <a:pt x="254786" y="254787"/>
                </a:cubicBezTo>
                <a:cubicBezTo>
                  <a:pt x="254778" y="254794"/>
                  <a:pt x="254771" y="254802"/>
                  <a:pt x="254763" y="254808"/>
                </a:cubicBezTo>
                <a:lnTo>
                  <a:pt x="246535" y="246581"/>
                </a:lnTo>
                <a:cubicBezTo>
                  <a:pt x="213554" y="279582"/>
                  <a:pt x="213554" y="333067"/>
                  <a:pt x="246535" y="366068"/>
                </a:cubicBezTo>
                <a:lnTo>
                  <a:pt x="254763" y="357841"/>
                </a:lnTo>
                <a:cubicBezTo>
                  <a:pt x="254771" y="357848"/>
                  <a:pt x="254778" y="357855"/>
                  <a:pt x="254786" y="357863"/>
                </a:cubicBezTo>
                <a:lnTo>
                  <a:pt x="254808" y="357886"/>
                </a:lnTo>
                <a:lnTo>
                  <a:pt x="246580" y="366113"/>
                </a:lnTo>
                <a:cubicBezTo>
                  <a:pt x="263250" y="382773"/>
                  <a:pt x="285145" y="391017"/>
                  <a:pt x="306986" y="390721"/>
                </a:cubicBezTo>
                <a:lnTo>
                  <a:pt x="306986" y="397378"/>
                </a:lnTo>
                <a:cubicBezTo>
                  <a:pt x="298457" y="400796"/>
                  <a:pt x="289920" y="399623"/>
                  <a:pt x="281637" y="397269"/>
                </a:cubicBezTo>
                <a:cubicBezTo>
                  <a:pt x="265010" y="407224"/>
                  <a:pt x="261165" y="423242"/>
                  <a:pt x="261667" y="449401"/>
                </a:cubicBezTo>
                <a:cubicBezTo>
                  <a:pt x="261667" y="477516"/>
                  <a:pt x="250271" y="502969"/>
                  <a:pt x="231847" y="521394"/>
                </a:cubicBezTo>
                <a:lnTo>
                  <a:pt x="221347" y="530057"/>
                </a:lnTo>
                <a:cubicBezTo>
                  <a:pt x="224389" y="546557"/>
                  <a:pt x="232545" y="562171"/>
                  <a:pt x="245300" y="574926"/>
                </a:cubicBezTo>
                <a:cubicBezTo>
                  <a:pt x="262207" y="591834"/>
                  <a:pt x="284136" y="600659"/>
                  <a:pt x="306292" y="601147"/>
                </a:cubicBezTo>
                <a:lnTo>
                  <a:pt x="306292" y="515981"/>
                </a:lnTo>
                <a:lnTo>
                  <a:pt x="306356" y="515982"/>
                </a:lnTo>
                <a:lnTo>
                  <a:pt x="306356" y="601147"/>
                </a:lnTo>
                <a:lnTo>
                  <a:pt x="306986" y="601012"/>
                </a:lnTo>
                <a:lnTo>
                  <a:pt x="306986" y="612510"/>
                </a:lnTo>
                <a:cubicBezTo>
                  <a:pt x="306767" y="612641"/>
                  <a:pt x="306546" y="612645"/>
                  <a:pt x="306324" y="612648"/>
                </a:cubicBezTo>
                <a:cubicBezTo>
                  <a:pt x="281070" y="612257"/>
                  <a:pt x="255999" y="602326"/>
                  <a:pt x="236731" y="583058"/>
                </a:cubicBezTo>
                <a:cubicBezTo>
                  <a:pt x="223570" y="569897"/>
                  <a:pt x="214766" y="554031"/>
                  <a:pt x="210610" y="537175"/>
                </a:cubicBezTo>
                <a:cubicBezTo>
                  <a:pt x="195839" y="546241"/>
                  <a:pt x="178427" y="551215"/>
                  <a:pt x="159854" y="551215"/>
                </a:cubicBezTo>
                <a:cubicBezTo>
                  <a:pt x="132604" y="551215"/>
                  <a:pt x="107854" y="540509"/>
                  <a:pt x="89720" y="522928"/>
                </a:cubicBezTo>
                <a:lnTo>
                  <a:pt x="89720" y="522928"/>
                </a:lnTo>
                <a:cubicBezTo>
                  <a:pt x="72139" y="504795"/>
                  <a:pt x="61434" y="480045"/>
                  <a:pt x="61434" y="452795"/>
                </a:cubicBezTo>
                <a:cubicBezTo>
                  <a:pt x="61434" y="434222"/>
                  <a:pt x="66407" y="416810"/>
                  <a:pt x="75474" y="402038"/>
                </a:cubicBezTo>
                <a:cubicBezTo>
                  <a:pt x="58618" y="397882"/>
                  <a:pt x="42751" y="389078"/>
                  <a:pt x="29591" y="375918"/>
                </a:cubicBezTo>
                <a:cubicBezTo>
                  <a:pt x="10322" y="356649"/>
                  <a:pt x="391" y="331578"/>
                  <a:pt x="0" y="306324"/>
                </a:cubicBezTo>
                <a:lnTo>
                  <a:pt x="0" y="306324"/>
                </a:lnTo>
                <a:cubicBezTo>
                  <a:pt x="391" y="281070"/>
                  <a:pt x="10322" y="256000"/>
                  <a:pt x="29591" y="236731"/>
                </a:cubicBezTo>
                <a:cubicBezTo>
                  <a:pt x="42758" y="223564"/>
                  <a:pt x="58634" y="214757"/>
                  <a:pt x="75514" y="210684"/>
                </a:cubicBezTo>
                <a:cubicBezTo>
                  <a:pt x="66423" y="195896"/>
                  <a:pt x="61434" y="178458"/>
                  <a:pt x="61434" y="159855"/>
                </a:cubicBezTo>
                <a:cubicBezTo>
                  <a:pt x="61434" y="132604"/>
                  <a:pt x="72139" y="107855"/>
                  <a:pt x="89720" y="89721"/>
                </a:cubicBezTo>
                <a:lnTo>
                  <a:pt x="89720" y="89721"/>
                </a:lnTo>
                <a:cubicBezTo>
                  <a:pt x="107854" y="72140"/>
                  <a:pt x="132604" y="61435"/>
                  <a:pt x="159854" y="61435"/>
                </a:cubicBezTo>
                <a:cubicBezTo>
                  <a:pt x="178457" y="61435"/>
                  <a:pt x="195895" y="66424"/>
                  <a:pt x="210684" y="75515"/>
                </a:cubicBezTo>
                <a:cubicBezTo>
                  <a:pt x="214757" y="58635"/>
                  <a:pt x="223563" y="42758"/>
                  <a:pt x="236731" y="29591"/>
                </a:cubicBezTo>
                <a:cubicBezTo>
                  <a:pt x="256000" y="10322"/>
                  <a:pt x="281070" y="391"/>
                  <a:pt x="306324" y="0"/>
                </a:cubicBezTo>
                <a:lnTo>
                  <a:pt x="306324" y="0"/>
                </a:ln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689" name="Teardrop 3"/>
          <p:cNvSpPr/>
          <p:nvPr/>
        </p:nvSpPr>
        <p:spPr>
          <a:xfrm rot="5400000" flipH="1" flipV="1">
            <a:off x="7859093" y="-163077"/>
            <a:ext cx="306986" cy="612648"/>
          </a:xfrm>
          <a:custGeom>
            <a:avLst/>
            <a:gdLst/>
            <a:ahLst/>
            <a:cxnLst/>
            <a:rect l="l" t="t" r="r" b="b"/>
            <a:pathLst>
              <a:path w="306986" h="612648">
                <a:moveTo>
                  <a:pt x="215380" y="331012"/>
                </a:moveTo>
                <a:cubicBezTo>
                  <a:pt x="210766" y="314775"/>
                  <a:pt x="210686" y="297561"/>
                  <a:pt x="215167" y="281312"/>
                </a:cubicBezTo>
                <a:cubicBezTo>
                  <a:pt x="205209" y="264960"/>
                  <a:pt x="189231" y="261169"/>
                  <a:pt x="163247" y="261668"/>
                </a:cubicBezTo>
                <a:cubicBezTo>
                  <a:pt x="130240" y="261668"/>
                  <a:pt x="100901" y="245961"/>
                  <a:pt x="82612" y="221373"/>
                </a:cubicBezTo>
                <a:cubicBezTo>
                  <a:pt x="66104" y="224383"/>
                  <a:pt x="50483" y="232539"/>
                  <a:pt x="37722" y="245300"/>
                </a:cubicBezTo>
                <a:cubicBezTo>
                  <a:pt x="20815" y="262208"/>
                  <a:pt x="11990" y="284137"/>
                  <a:pt x="11501" y="306292"/>
                </a:cubicBezTo>
                <a:lnTo>
                  <a:pt x="96667" y="306292"/>
                </a:lnTo>
                <a:lnTo>
                  <a:pt x="96667" y="306356"/>
                </a:lnTo>
                <a:lnTo>
                  <a:pt x="11501" y="306356"/>
                </a:lnTo>
                <a:cubicBezTo>
                  <a:pt x="11989" y="328512"/>
                  <a:pt x="20815" y="350441"/>
                  <a:pt x="37722" y="367348"/>
                </a:cubicBezTo>
                <a:cubicBezTo>
                  <a:pt x="50477" y="380104"/>
                  <a:pt x="66091" y="388259"/>
                  <a:pt x="82591" y="391302"/>
                </a:cubicBezTo>
                <a:cubicBezTo>
                  <a:pt x="100880" y="366700"/>
                  <a:pt x="130228" y="350982"/>
                  <a:pt x="163247" y="350982"/>
                </a:cubicBezTo>
                <a:cubicBezTo>
                  <a:pt x="186137" y="351421"/>
                  <a:pt x="201262" y="348532"/>
                  <a:pt x="211354" y="336664"/>
                </a:cubicBezTo>
                <a:cubicBezTo>
                  <a:pt x="212796" y="334969"/>
                  <a:pt x="214135" y="333090"/>
                  <a:pt x="215380" y="331012"/>
                </a:cubicBezTo>
                <a:close/>
                <a:moveTo>
                  <a:pt x="239385" y="239431"/>
                </a:moveTo>
                <a:lnTo>
                  <a:pt x="97830" y="97876"/>
                </a:lnTo>
                <a:cubicBezTo>
                  <a:pt x="82509" y="113888"/>
                  <a:pt x="73243" y="135634"/>
                  <a:pt x="73243" y="159545"/>
                </a:cubicBezTo>
                <a:cubicBezTo>
                  <a:pt x="73243" y="209563"/>
                  <a:pt x="113791" y="250112"/>
                  <a:pt x="163810" y="250112"/>
                </a:cubicBezTo>
                <a:cubicBezTo>
                  <a:pt x="182888" y="249746"/>
                  <a:pt x="207035" y="254980"/>
                  <a:pt x="219892" y="268141"/>
                </a:cubicBezTo>
                <a:cubicBezTo>
                  <a:pt x="224319" y="257687"/>
                  <a:pt x="230870" y="247949"/>
                  <a:pt x="239385" y="239431"/>
                </a:cubicBezTo>
                <a:close/>
                <a:moveTo>
                  <a:pt x="239386" y="373218"/>
                </a:moveTo>
                <a:cubicBezTo>
                  <a:pt x="230866" y="364697"/>
                  <a:pt x="224313" y="354954"/>
                  <a:pt x="219944" y="344457"/>
                </a:cubicBezTo>
                <a:cubicBezTo>
                  <a:pt x="207099" y="357655"/>
                  <a:pt x="182914" y="362904"/>
                  <a:pt x="163810" y="362538"/>
                </a:cubicBezTo>
                <a:cubicBezTo>
                  <a:pt x="113791" y="362537"/>
                  <a:pt x="73243" y="403086"/>
                  <a:pt x="73243" y="453105"/>
                </a:cubicBezTo>
                <a:cubicBezTo>
                  <a:pt x="73243" y="477015"/>
                  <a:pt x="82509" y="498762"/>
                  <a:pt x="97830" y="514773"/>
                </a:cubicBezTo>
                <a:close/>
                <a:moveTo>
                  <a:pt x="268140" y="219893"/>
                </a:moveTo>
                <a:cubicBezTo>
                  <a:pt x="254980" y="207035"/>
                  <a:pt x="249745" y="182889"/>
                  <a:pt x="250111" y="163811"/>
                </a:cubicBezTo>
                <a:cubicBezTo>
                  <a:pt x="250111" y="113793"/>
                  <a:pt x="209563" y="73244"/>
                  <a:pt x="159544" y="73244"/>
                </a:cubicBezTo>
                <a:cubicBezTo>
                  <a:pt x="135634" y="73244"/>
                  <a:pt x="113887" y="82510"/>
                  <a:pt x="97875" y="97831"/>
                </a:cubicBezTo>
                <a:lnTo>
                  <a:pt x="239430" y="239386"/>
                </a:lnTo>
                <a:cubicBezTo>
                  <a:pt x="247948" y="230871"/>
                  <a:pt x="257686" y="224320"/>
                  <a:pt x="268140" y="219893"/>
                </a:cubicBezTo>
                <a:close/>
                <a:moveTo>
                  <a:pt x="268191" y="392705"/>
                </a:moveTo>
                <a:cubicBezTo>
                  <a:pt x="257695" y="388335"/>
                  <a:pt x="247952" y="381782"/>
                  <a:pt x="239431" y="373263"/>
                </a:cubicBezTo>
                <a:lnTo>
                  <a:pt x="97875" y="514819"/>
                </a:lnTo>
                <a:cubicBezTo>
                  <a:pt x="113887" y="530139"/>
                  <a:pt x="135634" y="539405"/>
                  <a:pt x="159544" y="539405"/>
                </a:cubicBezTo>
                <a:cubicBezTo>
                  <a:pt x="184553" y="539405"/>
                  <a:pt x="207195" y="529268"/>
                  <a:pt x="223584" y="512879"/>
                </a:cubicBezTo>
                <a:cubicBezTo>
                  <a:pt x="239974" y="496489"/>
                  <a:pt x="250111" y="473848"/>
                  <a:pt x="250111" y="448838"/>
                </a:cubicBezTo>
                <a:cubicBezTo>
                  <a:pt x="249745" y="429735"/>
                  <a:pt x="254994" y="405550"/>
                  <a:pt x="268191" y="392705"/>
                </a:cubicBezTo>
                <a:close/>
                <a:moveTo>
                  <a:pt x="306986" y="138"/>
                </a:moveTo>
                <a:lnTo>
                  <a:pt x="306986" y="11636"/>
                </a:lnTo>
                <a:cubicBezTo>
                  <a:pt x="306778" y="11511"/>
                  <a:pt x="306567" y="11506"/>
                  <a:pt x="306356" y="11501"/>
                </a:cubicBezTo>
                <a:lnTo>
                  <a:pt x="306356" y="96668"/>
                </a:lnTo>
                <a:lnTo>
                  <a:pt x="306292" y="96667"/>
                </a:lnTo>
                <a:lnTo>
                  <a:pt x="306292" y="11501"/>
                </a:lnTo>
                <a:cubicBezTo>
                  <a:pt x="284137" y="11990"/>
                  <a:pt x="262207" y="20815"/>
                  <a:pt x="245300" y="37722"/>
                </a:cubicBezTo>
                <a:cubicBezTo>
                  <a:pt x="232539" y="50484"/>
                  <a:pt x="224382" y="66106"/>
                  <a:pt x="221373" y="82614"/>
                </a:cubicBezTo>
                <a:cubicBezTo>
                  <a:pt x="245960" y="100903"/>
                  <a:pt x="261667" y="130241"/>
                  <a:pt x="261667" y="163248"/>
                </a:cubicBezTo>
                <a:cubicBezTo>
                  <a:pt x="261168" y="189232"/>
                  <a:pt x="264959" y="205210"/>
                  <a:pt x="281311" y="215168"/>
                </a:cubicBezTo>
                <a:lnTo>
                  <a:pt x="306986" y="215278"/>
                </a:lnTo>
                <a:lnTo>
                  <a:pt x="306986" y="221929"/>
                </a:lnTo>
                <a:cubicBezTo>
                  <a:pt x="285145" y="221632"/>
                  <a:pt x="263250" y="229877"/>
                  <a:pt x="246580" y="246536"/>
                </a:cubicBezTo>
                <a:lnTo>
                  <a:pt x="254808" y="254763"/>
                </a:lnTo>
                <a:cubicBezTo>
                  <a:pt x="254801" y="254772"/>
                  <a:pt x="254793" y="254779"/>
                  <a:pt x="254786" y="254787"/>
                </a:cubicBezTo>
                <a:cubicBezTo>
                  <a:pt x="254778" y="254794"/>
                  <a:pt x="254771" y="254802"/>
                  <a:pt x="254763" y="254808"/>
                </a:cubicBezTo>
                <a:lnTo>
                  <a:pt x="246535" y="246581"/>
                </a:lnTo>
                <a:cubicBezTo>
                  <a:pt x="213554" y="279582"/>
                  <a:pt x="213554" y="333067"/>
                  <a:pt x="246535" y="366068"/>
                </a:cubicBezTo>
                <a:lnTo>
                  <a:pt x="254763" y="357841"/>
                </a:lnTo>
                <a:cubicBezTo>
                  <a:pt x="254771" y="357848"/>
                  <a:pt x="254778" y="357855"/>
                  <a:pt x="254786" y="357863"/>
                </a:cubicBezTo>
                <a:lnTo>
                  <a:pt x="254808" y="357886"/>
                </a:lnTo>
                <a:lnTo>
                  <a:pt x="246580" y="366113"/>
                </a:lnTo>
                <a:cubicBezTo>
                  <a:pt x="263250" y="382773"/>
                  <a:pt x="285145" y="391017"/>
                  <a:pt x="306986" y="390721"/>
                </a:cubicBezTo>
                <a:lnTo>
                  <a:pt x="306986" y="397378"/>
                </a:lnTo>
                <a:cubicBezTo>
                  <a:pt x="298457" y="400796"/>
                  <a:pt x="289920" y="399623"/>
                  <a:pt x="281637" y="397269"/>
                </a:cubicBezTo>
                <a:cubicBezTo>
                  <a:pt x="265010" y="407224"/>
                  <a:pt x="261165" y="423242"/>
                  <a:pt x="261667" y="449401"/>
                </a:cubicBezTo>
                <a:cubicBezTo>
                  <a:pt x="261667" y="477516"/>
                  <a:pt x="250271" y="502969"/>
                  <a:pt x="231847" y="521394"/>
                </a:cubicBezTo>
                <a:lnTo>
                  <a:pt x="221347" y="530057"/>
                </a:lnTo>
                <a:cubicBezTo>
                  <a:pt x="224389" y="546557"/>
                  <a:pt x="232545" y="562171"/>
                  <a:pt x="245300" y="574926"/>
                </a:cubicBezTo>
                <a:cubicBezTo>
                  <a:pt x="262207" y="591834"/>
                  <a:pt x="284136" y="600659"/>
                  <a:pt x="306292" y="601147"/>
                </a:cubicBezTo>
                <a:lnTo>
                  <a:pt x="306292" y="515981"/>
                </a:lnTo>
                <a:lnTo>
                  <a:pt x="306356" y="515982"/>
                </a:lnTo>
                <a:lnTo>
                  <a:pt x="306356" y="601147"/>
                </a:lnTo>
                <a:lnTo>
                  <a:pt x="306986" y="601012"/>
                </a:lnTo>
                <a:lnTo>
                  <a:pt x="306986" y="612510"/>
                </a:lnTo>
                <a:cubicBezTo>
                  <a:pt x="306767" y="612641"/>
                  <a:pt x="306546" y="612645"/>
                  <a:pt x="306324" y="612648"/>
                </a:cubicBezTo>
                <a:cubicBezTo>
                  <a:pt x="281070" y="612257"/>
                  <a:pt x="255999" y="602326"/>
                  <a:pt x="236731" y="583058"/>
                </a:cubicBezTo>
                <a:cubicBezTo>
                  <a:pt x="223570" y="569897"/>
                  <a:pt x="214766" y="554031"/>
                  <a:pt x="210610" y="537175"/>
                </a:cubicBezTo>
                <a:cubicBezTo>
                  <a:pt x="195839" y="546241"/>
                  <a:pt x="178427" y="551215"/>
                  <a:pt x="159854" y="551215"/>
                </a:cubicBezTo>
                <a:cubicBezTo>
                  <a:pt x="132604" y="551215"/>
                  <a:pt x="107854" y="540509"/>
                  <a:pt x="89720" y="522928"/>
                </a:cubicBezTo>
                <a:lnTo>
                  <a:pt x="89720" y="522928"/>
                </a:lnTo>
                <a:cubicBezTo>
                  <a:pt x="72139" y="504795"/>
                  <a:pt x="61434" y="480045"/>
                  <a:pt x="61434" y="452795"/>
                </a:cubicBezTo>
                <a:cubicBezTo>
                  <a:pt x="61434" y="434222"/>
                  <a:pt x="66407" y="416810"/>
                  <a:pt x="75474" y="402038"/>
                </a:cubicBezTo>
                <a:cubicBezTo>
                  <a:pt x="58618" y="397882"/>
                  <a:pt x="42751" y="389078"/>
                  <a:pt x="29591" y="375918"/>
                </a:cubicBezTo>
                <a:cubicBezTo>
                  <a:pt x="10322" y="356649"/>
                  <a:pt x="391" y="331578"/>
                  <a:pt x="0" y="306324"/>
                </a:cubicBezTo>
                <a:lnTo>
                  <a:pt x="0" y="306324"/>
                </a:lnTo>
                <a:cubicBezTo>
                  <a:pt x="391" y="281070"/>
                  <a:pt x="10322" y="256000"/>
                  <a:pt x="29591" y="236731"/>
                </a:cubicBezTo>
                <a:cubicBezTo>
                  <a:pt x="42758" y="223564"/>
                  <a:pt x="58634" y="214757"/>
                  <a:pt x="75514" y="210684"/>
                </a:cubicBezTo>
                <a:cubicBezTo>
                  <a:pt x="66423" y="195896"/>
                  <a:pt x="61434" y="178458"/>
                  <a:pt x="61434" y="159855"/>
                </a:cubicBezTo>
                <a:cubicBezTo>
                  <a:pt x="61434" y="132604"/>
                  <a:pt x="72139" y="107855"/>
                  <a:pt x="89720" y="89721"/>
                </a:cubicBezTo>
                <a:lnTo>
                  <a:pt x="89720" y="89721"/>
                </a:lnTo>
                <a:cubicBezTo>
                  <a:pt x="107854" y="72140"/>
                  <a:pt x="132604" y="61435"/>
                  <a:pt x="159854" y="61435"/>
                </a:cubicBezTo>
                <a:cubicBezTo>
                  <a:pt x="178457" y="61435"/>
                  <a:pt x="195895" y="66424"/>
                  <a:pt x="210684" y="75515"/>
                </a:cubicBezTo>
                <a:cubicBezTo>
                  <a:pt x="214757" y="58635"/>
                  <a:pt x="223563" y="42758"/>
                  <a:pt x="236731" y="29591"/>
                </a:cubicBezTo>
                <a:cubicBezTo>
                  <a:pt x="256000" y="10322"/>
                  <a:pt x="281070" y="391"/>
                  <a:pt x="306324" y="0"/>
                </a:cubicBezTo>
                <a:lnTo>
                  <a:pt x="306324" y="0"/>
                </a:ln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690" name="Teardrop 3"/>
          <p:cNvSpPr/>
          <p:nvPr/>
        </p:nvSpPr>
        <p:spPr>
          <a:xfrm rot="5400000" flipH="1" flipV="1">
            <a:off x="7016553" y="-163077"/>
            <a:ext cx="306986" cy="612648"/>
          </a:xfrm>
          <a:custGeom>
            <a:avLst/>
            <a:gdLst/>
            <a:ahLst/>
            <a:cxnLst/>
            <a:rect l="l" t="t" r="r" b="b"/>
            <a:pathLst>
              <a:path w="306986" h="612648">
                <a:moveTo>
                  <a:pt x="215380" y="331012"/>
                </a:moveTo>
                <a:cubicBezTo>
                  <a:pt x="210766" y="314775"/>
                  <a:pt x="210686" y="297561"/>
                  <a:pt x="215167" y="281312"/>
                </a:cubicBezTo>
                <a:cubicBezTo>
                  <a:pt x="205209" y="264960"/>
                  <a:pt x="189231" y="261169"/>
                  <a:pt x="163247" y="261668"/>
                </a:cubicBezTo>
                <a:cubicBezTo>
                  <a:pt x="130240" y="261668"/>
                  <a:pt x="100901" y="245961"/>
                  <a:pt x="82612" y="221373"/>
                </a:cubicBezTo>
                <a:cubicBezTo>
                  <a:pt x="66104" y="224383"/>
                  <a:pt x="50483" y="232539"/>
                  <a:pt x="37722" y="245300"/>
                </a:cubicBezTo>
                <a:cubicBezTo>
                  <a:pt x="20815" y="262208"/>
                  <a:pt x="11990" y="284137"/>
                  <a:pt x="11501" y="306292"/>
                </a:cubicBezTo>
                <a:lnTo>
                  <a:pt x="96667" y="306292"/>
                </a:lnTo>
                <a:lnTo>
                  <a:pt x="96667" y="306356"/>
                </a:lnTo>
                <a:lnTo>
                  <a:pt x="11501" y="306356"/>
                </a:lnTo>
                <a:cubicBezTo>
                  <a:pt x="11989" y="328512"/>
                  <a:pt x="20815" y="350441"/>
                  <a:pt x="37722" y="367348"/>
                </a:cubicBezTo>
                <a:cubicBezTo>
                  <a:pt x="50477" y="380104"/>
                  <a:pt x="66091" y="388259"/>
                  <a:pt x="82591" y="391302"/>
                </a:cubicBezTo>
                <a:cubicBezTo>
                  <a:pt x="100880" y="366700"/>
                  <a:pt x="130228" y="350982"/>
                  <a:pt x="163247" y="350982"/>
                </a:cubicBezTo>
                <a:cubicBezTo>
                  <a:pt x="186137" y="351421"/>
                  <a:pt x="201262" y="348532"/>
                  <a:pt x="211354" y="336664"/>
                </a:cubicBezTo>
                <a:cubicBezTo>
                  <a:pt x="212796" y="334969"/>
                  <a:pt x="214135" y="333090"/>
                  <a:pt x="215380" y="331012"/>
                </a:cubicBezTo>
                <a:close/>
                <a:moveTo>
                  <a:pt x="239385" y="239431"/>
                </a:moveTo>
                <a:lnTo>
                  <a:pt x="97830" y="97876"/>
                </a:lnTo>
                <a:cubicBezTo>
                  <a:pt x="82509" y="113888"/>
                  <a:pt x="73243" y="135634"/>
                  <a:pt x="73243" y="159545"/>
                </a:cubicBezTo>
                <a:cubicBezTo>
                  <a:pt x="73243" y="209563"/>
                  <a:pt x="113791" y="250112"/>
                  <a:pt x="163810" y="250112"/>
                </a:cubicBezTo>
                <a:cubicBezTo>
                  <a:pt x="182888" y="249746"/>
                  <a:pt x="207035" y="254980"/>
                  <a:pt x="219892" y="268141"/>
                </a:cubicBezTo>
                <a:cubicBezTo>
                  <a:pt x="224319" y="257687"/>
                  <a:pt x="230870" y="247949"/>
                  <a:pt x="239385" y="239431"/>
                </a:cubicBezTo>
                <a:close/>
                <a:moveTo>
                  <a:pt x="239386" y="373218"/>
                </a:moveTo>
                <a:cubicBezTo>
                  <a:pt x="230866" y="364697"/>
                  <a:pt x="224313" y="354954"/>
                  <a:pt x="219944" y="344457"/>
                </a:cubicBezTo>
                <a:cubicBezTo>
                  <a:pt x="207099" y="357655"/>
                  <a:pt x="182914" y="362904"/>
                  <a:pt x="163810" y="362538"/>
                </a:cubicBezTo>
                <a:cubicBezTo>
                  <a:pt x="113791" y="362537"/>
                  <a:pt x="73243" y="403086"/>
                  <a:pt x="73243" y="453105"/>
                </a:cubicBezTo>
                <a:cubicBezTo>
                  <a:pt x="73243" y="477015"/>
                  <a:pt x="82509" y="498762"/>
                  <a:pt x="97830" y="514773"/>
                </a:cubicBezTo>
                <a:close/>
                <a:moveTo>
                  <a:pt x="268140" y="219893"/>
                </a:moveTo>
                <a:cubicBezTo>
                  <a:pt x="254980" y="207035"/>
                  <a:pt x="249745" y="182889"/>
                  <a:pt x="250111" y="163811"/>
                </a:cubicBezTo>
                <a:cubicBezTo>
                  <a:pt x="250111" y="113793"/>
                  <a:pt x="209563" y="73244"/>
                  <a:pt x="159544" y="73244"/>
                </a:cubicBezTo>
                <a:cubicBezTo>
                  <a:pt x="135634" y="73244"/>
                  <a:pt x="113887" y="82510"/>
                  <a:pt x="97875" y="97831"/>
                </a:cubicBezTo>
                <a:lnTo>
                  <a:pt x="239430" y="239386"/>
                </a:lnTo>
                <a:cubicBezTo>
                  <a:pt x="247948" y="230871"/>
                  <a:pt x="257686" y="224320"/>
                  <a:pt x="268140" y="219893"/>
                </a:cubicBezTo>
                <a:close/>
                <a:moveTo>
                  <a:pt x="268191" y="392705"/>
                </a:moveTo>
                <a:cubicBezTo>
                  <a:pt x="257695" y="388335"/>
                  <a:pt x="247952" y="381782"/>
                  <a:pt x="239431" y="373263"/>
                </a:cubicBezTo>
                <a:lnTo>
                  <a:pt x="97875" y="514819"/>
                </a:lnTo>
                <a:cubicBezTo>
                  <a:pt x="113887" y="530139"/>
                  <a:pt x="135634" y="539405"/>
                  <a:pt x="159544" y="539405"/>
                </a:cubicBezTo>
                <a:cubicBezTo>
                  <a:pt x="184553" y="539405"/>
                  <a:pt x="207195" y="529268"/>
                  <a:pt x="223584" y="512879"/>
                </a:cubicBezTo>
                <a:cubicBezTo>
                  <a:pt x="239974" y="496489"/>
                  <a:pt x="250111" y="473848"/>
                  <a:pt x="250111" y="448838"/>
                </a:cubicBezTo>
                <a:cubicBezTo>
                  <a:pt x="249745" y="429735"/>
                  <a:pt x="254994" y="405550"/>
                  <a:pt x="268191" y="392705"/>
                </a:cubicBezTo>
                <a:close/>
                <a:moveTo>
                  <a:pt x="306986" y="138"/>
                </a:moveTo>
                <a:lnTo>
                  <a:pt x="306986" y="11636"/>
                </a:lnTo>
                <a:cubicBezTo>
                  <a:pt x="306778" y="11511"/>
                  <a:pt x="306567" y="11506"/>
                  <a:pt x="306356" y="11501"/>
                </a:cubicBezTo>
                <a:lnTo>
                  <a:pt x="306356" y="96668"/>
                </a:lnTo>
                <a:lnTo>
                  <a:pt x="306292" y="96667"/>
                </a:lnTo>
                <a:lnTo>
                  <a:pt x="306292" y="11501"/>
                </a:lnTo>
                <a:cubicBezTo>
                  <a:pt x="284137" y="11990"/>
                  <a:pt x="262207" y="20815"/>
                  <a:pt x="245300" y="37722"/>
                </a:cubicBezTo>
                <a:cubicBezTo>
                  <a:pt x="232539" y="50484"/>
                  <a:pt x="224382" y="66106"/>
                  <a:pt x="221373" y="82614"/>
                </a:cubicBezTo>
                <a:cubicBezTo>
                  <a:pt x="245960" y="100903"/>
                  <a:pt x="261667" y="130241"/>
                  <a:pt x="261667" y="163248"/>
                </a:cubicBezTo>
                <a:cubicBezTo>
                  <a:pt x="261168" y="189232"/>
                  <a:pt x="264959" y="205210"/>
                  <a:pt x="281311" y="215168"/>
                </a:cubicBezTo>
                <a:lnTo>
                  <a:pt x="306986" y="215277"/>
                </a:lnTo>
                <a:lnTo>
                  <a:pt x="306986" y="221929"/>
                </a:lnTo>
                <a:cubicBezTo>
                  <a:pt x="285145" y="221632"/>
                  <a:pt x="263250" y="229877"/>
                  <a:pt x="246580" y="246536"/>
                </a:cubicBezTo>
                <a:lnTo>
                  <a:pt x="254808" y="254763"/>
                </a:lnTo>
                <a:cubicBezTo>
                  <a:pt x="254801" y="254772"/>
                  <a:pt x="254793" y="254779"/>
                  <a:pt x="254786" y="254787"/>
                </a:cubicBezTo>
                <a:cubicBezTo>
                  <a:pt x="254778" y="254794"/>
                  <a:pt x="254771" y="254802"/>
                  <a:pt x="254763" y="254808"/>
                </a:cubicBezTo>
                <a:lnTo>
                  <a:pt x="246535" y="246581"/>
                </a:lnTo>
                <a:cubicBezTo>
                  <a:pt x="213554" y="279582"/>
                  <a:pt x="213554" y="333067"/>
                  <a:pt x="246535" y="366068"/>
                </a:cubicBezTo>
                <a:lnTo>
                  <a:pt x="254763" y="357841"/>
                </a:lnTo>
                <a:cubicBezTo>
                  <a:pt x="254771" y="357848"/>
                  <a:pt x="254778" y="357855"/>
                  <a:pt x="254786" y="357863"/>
                </a:cubicBezTo>
                <a:lnTo>
                  <a:pt x="254808" y="357886"/>
                </a:lnTo>
                <a:lnTo>
                  <a:pt x="246580" y="366113"/>
                </a:lnTo>
                <a:cubicBezTo>
                  <a:pt x="263250" y="382773"/>
                  <a:pt x="285145" y="391017"/>
                  <a:pt x="306986" y="390721"/>
                </a:cubicBezTo>
                <a:lnTo>
                  <a:pt x="306986" y="397378"/>
                </a:lnTo>
                <a:cubicBezTo>
                  <a:pt x="298457" y="400796"/>
                  <a:pt x="289920" y="399623"/>
                  <a:pt x="281637" y="397269"/>
                </a:cubicBezTo>
                <a:cubicBezTo>
                  <a:pt x="265010" y="407224"/>
                  <a:pt x="261165" y="423242"/>
                  <a:pt x="261667" y="449401"/>
                </a:cubicBezTo>
                <a:cubicBezTo>
                  <a:pt x="261667" y="477516"/>
                  <a:pt x="250271" y="502969"/>
                  <a:pt x="231847" y="521394"/>
                </a:cubicBezTo>
                <a:lnTo>
                  <a:pt x="221347" y="530057"/>
                </a:lnTo>
                <a:cubicBezTo>
                  <a:pt x="224389" y="546557"/>
                  <a:pt x="232545" y="562171"/>
                  <a:pt x="245300" y="574926"/>
                </a:cubicBezTo>
                <a:cubicBezTo>
                  <a:pt x="262207" y="591834"/>
                  <a:pt x="284136" y="600659"/>
                  <a:pt x="306292" y="601147"/>
                </a:cubicBezTo>
                <a:lnTo>
                  <a:pt x="306292" y="515981"/>
                </a:lnTo>
                <a:lnTo>
                  <a:pt x="306356" y="515982"/>
                </a:lnTo>
                <a:lnTo>
                  <a:pt x="306356" y="601147"/>
                </a:lnTo>
                <a:lnTo>
                  <a:pt x="306986" y="601012"/>
                </a:lnTo>
                <a:lnTo>
                  <a:pt x="306986" y="612510"/>
                </a:lnTo>
                <a:cubicBezTo>
                  <a:pt x="306767" y="612641"/>
                  <a:pt x="306546" y="612645"/>
                  <a:pt x="306324" y="612648"/>
                </a:cubicBezTo>
                <a:cubicBezTo>
                  <a:pt x="281070" y="612257"/>
                  <a:pt x="255999" y="602326"/>
                  <a:pt x="236731" y="583058"/>
                </a:cubicBezTo>
                <a:cubicBezTo>
                  <a:pt x="223570" y="569897"/>
                  <a:pt x="214766" y="554031"/>
                  <a:pt x="210610" y="537175"/>
                </a:cubicBezTo>
                <a:cubicBezTo>
                  <a:pt x="195839" y="546241"/>
                  <a:pt x="178427" y="551215"/>
                  <a:pt x="159854" y="551215"/>
                </a:cubicBezTo>
                <a:cubicBezTo>
                  <a:pt x="132604" y="551215"/>
                  <a:pt x="107854" y="540509"/>
                  <a:pt x="89720" y="522928"/>
                </a:cubicBezTo>
                <a:lnTo>
                  <a:pt x="89720" y="522928"/>
                </a:lnTo>
                <a:cubicBezTo>
                  <a:pt x="72139" y="504795"/>
                  <a:pt x="61434" y="480045"/>
                  <a:pt x="61434" y="452795"/>
                </a:cubicBezTo>
                <a:cubicBezTo>
                  <a:pt x="61434" y="434222"/>
                  <a:pt x="66407" y="416810"/>
                  <a:pt x="75474" y="402038"/>
                </a:cubicBezTo>
                <a:cubicBezTo>
                  <a:pt x="58618" y="397882"/>
                  <a:pt x="42751" y="389078"/>
                  <a:pt x="29591" y="375918"/>
                </a:cubicBezTo>
                <a:cubicBezTo>
                  <a:pt x="10322" y="356649"/>
                  <a:pt x="391" y="331578"/>
                  <a:pt x="0" y="306324"/>
                </a:cubicBezTo>
                <a:lnTo>
                  <a:pt x="0" y="306324"/>
                </a:lnTo>
                <a:cubicBezTo>
                  <a:pt x="391" y="281070"/>
                  <a:pt x="10322" y="256000"/>
                  <a:pt x="29591" y="236731"/>
                </a:cubicBezTo>
                <a:cubicBezTo>
                  <a:pt x="42758" y="223564"/>
                  <a:pt x="58634" y="214757"/>
                  <a:pt x="75514" y="210684"/>
                </a:cubicBezTo>
                <a:cubicBezTo>
                  <a:pt x="66423" y="195896"/>
                  <a:pt x="61434" y="178458"/>
                  <a:pt x="61434" y="159855"/>
                </a:cubicBezTo>
                <a:cubicBezTo>
                  <a:pt x="61434" y="132604"/>
                  <a:pt x="72139" y="107855"/>
                  <a:pt x="89720" y="89721"/>
                </a:cubicBezTo>
                <a:lnTo>
                  <a:pt x="89720" y="89721"/>
                </a:lnTo>
                <a:cubicBezTo>
                  <a:pt x="107854" y="72140"/>
                  <a:pt x="132604" y="61435"/>
                  <a:pt x="159854" y="61435"/>
                </a:cubicBezTo>
                <a:cubicBezTo>
                  <a:pt x="178457" y="61435"/>
                  <a:pt x="195895" y="66424"/>
                  <a:pt x="210684" y="75515"/>
                </a:cubicBezTo>
                <a:cubicBezTo>
                  <a:pt x="214757" y="58635"/>
                  <a:pt x="223563" y="42758"/>
                  <a:pt x="236731" y="29591"/>
                </a:cubicBezTo>
                <a:cubicBezTo>
                  <a:pt x="256000" y="10322"/>
                  <a:pt x="281070" y="391"/>
                  <a:pt x="306324" y="0"/>
                </a:cubicBezTo>
                <a:lnTo>
                  <a:pt x="306324" y="0"/>
                </a:ln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691" name="Teardrop 3"/>
          <p:cNvSpPr/>
          <p:nvPr/>
        </p:nvSpPr>
        <p:spPr>
          <a:xfrm rot="5400000" flipH="1" flipV="1">
            <a:off x="9544173" y="-163077"/>
            <a:ext cx="306986" cy="612648"/>
          </a:xfrm>
          <a:custGeom>
            <a:avLst/>
            <a:gdLst/>
            <a:ahLst/>
            <a:cxnLst/>
            <a:rect l="l" t="t" r="r" b="b"/>
            <a:pathLst>
              <a:path w="306986" h="612648">
                <a:moveTo>
                  <a:pt x="215380" y="331011"/>
                </a:moveTo>
                <a:cubicBezTo>
                  <a:pt x="210766" y="314774"/>
                  <a:pt x="210686" y="297561"/>
                  <a:pt x="215167" y="281312"/>
                </a:cubicBezTo>
                <a:cubicBezTo>
                  <a:pt x="205209" y="264959"/>
                  <a:pt x="189231" y="261169"/>
                  <a:pt x="163247" y="261668"/>
                </a:cubicBezTo>
                <a:cubicBezTo>
                  <a:pt x="130240" y="261668"/>
                  <a:pt x="100901" y="245961"/>
                  <a:pt x="82612" y="221373"/>
                </a:cubicBezTo>
                <a:cubicBezTo>
                  <a:pt x="66104" y="224382"/>
                  <a:pt x="50483" y="232539"/>
                  <a:pt x="37722" y="245300"/>
                </a:cubicBezTo>
                <a:cubicBezTo>
                  <a:pt x="20815" y="262207"/>
                  <a:pt x="11990" y="284136"/>
                  <a:pt x="11501" y="306292"/>
                </a:cubicBezTo>
                <a:lnTo>
                  <a:pt x="96667" y="306292"/>
                </a:lnTo>
                <a:lnTo>
                  <a:pt x="96667" y="306356"/>
                </a:lnTo>
                <a:lnTo>
                  <a:pt x="11501" y="306356"/>
                </a:lnTo>
                <a:cubicBezTo>
                  <a:pt x="11989" y="328512"/>
                  <a:pt x="20815" y="350441"/>
                  <a:pt x="37722" y="367348"/>
                </a:cubicBezTo>
                <a:cubicBezTo>
                  <a:pt x="50477" y="380103"/>
                  <a:pt x="66091" y="388259"/>
                  <a:pt x="82591" y="391301"/>
                </a:cubicBezTo>
                <a:cubicBezTo>
                  <a:pt x="100880" y="366699"/>
                  <a:pt x="130228" y="350981"/>
                  <a:pt x="163247" y="350981"/>
                </a:cubicBezTo>
                <a:cubicBezTo>
                  <a:pt x="186137" y="351420"/>
                  <a:pt x="201262" y="348532"/>
                  <a:pt x="211354" y="336664"/>
                </a:cubicBezTo>
                <a:cubicBezTo>
                  <a:pt x="212796" y="334968"/>
                  <a:pt x="214135" y="333090"/>
                  <a:pt x="215380" y="331011"/>
                </a:cubicBezTo>
                <a:close/>
                <a:moveTo>
                  <a:pt x="239385" y="239431"/>
                </a:moveTo>
                <a:lnTo>
                  <a:pt x="97830" y="97876"/>
                </a:lnTo>
                <a:cubicBezTo>
                  <a:pt x="82509" y="113887"/>
                  <a:pt x="73243" y="135634"/>
                  <a:pt x="73243" y="159544"/>
                </a:cubicBezTo>
                <a:cubicBezTo>
                  <a:pt x="73243" y="209563"/>
                  <a:pt x="113791" y="250112"/>
                  <a:pt x="163810" y="250112"/>
                </a:cubicBezTo>
                <a:cubicBezTo>
                  <a:pt x="182888" y="249746"/>
                  <a:pt x="207035" y="254980"/>
                  <a:pt x="219892" y="268141"/>
                </a:cubicBezTo>
                <a:cubicBezTo>
                  <a:pt x="224319" y="257686"/>
                  <a:pt x="230870" y="247948"/>
                  <a:pt x="239385" y="239431"/>
                </a:cubicBezTo>
                <a:close/>
                <a:moveTo>
                  <a:pt x="239386" y="373218"/>
                </a:moveTo>
                <a:cubicBezTo>
                  <a:pt x="230866" y="364697"/>
                  <a:pt x="224313" y="354954"/>
                  <a:pt x="219944" y="344457"/>
                </a:cubicBezTo>
                <a:cubicBezTo>
                  <a:pt x="207099" y="357655"/>
                  <a:pt x="182914" y="362904"/>
                  <a:pt x="163810" y="362537"/>
                </a:cubicBezTo>
                <a:cubicBezTo>
                  <a:pt x="113791" y="362537"/>
                  <a:pt x="73243" y="403086"/>
                  <a:pt x="73243" y="453104"/>
                </a:cubicBezTo>
                <a:cubicBezTo>
                  <a:pt x="73243" y="477015"/>
                  <a:pt x="82509" y="498761"/>
                  <a:pt x="97830" y="514773"/>
                </a:cubicBezTo>
                <a:close/>
                <a:moveTo>
                  <a:pt x="268140" y="219892"/>
                </a:moveTo>
                <a:cubicBezTo>
                  <a:pt x="254980" y="207035"/>
                  <a:pt x="249745" y="182889"/>
                  <a:pt x="250111" y="163811"/>
                </a:cubicBezTo>
                <a:cubicBezTo>
                  <a:pt x="250111" y="113792"/>
                  <a:pt x="209563" y="73244"/>
                  <a:pt x="159544" y="73244"/>
                </a:cubicBezTo>
                <a:cubicBezTo>
                  <a:pt x="135634" y="73244"/>
                  <a:pt x="113887" y="82510"/>
                  <a:pt x="97875" y="97831"/>
                </a:cubicBezTo>
                <a:lnTo>
                  <a:pt x="239430" y="239386"/>
                </a:lnTo>
                <a:cubicBezTo>
                  <a:pt x="247948" y="230871"/>
                  <a:pt x="257686" y="224320"/>
                  <a:pt x="268140" y="219892"/>
                </a:cubicBezTo>
                <a:close/>
                <a:moveTo>
                  <a:pt x="268191" y="392705"/>
                </a:moveTo>
                <a:cubicBezTo>
                  <a:pt x="257695" y="388335"/>
                  <a:pt x="247952" y="381782"/>
                  <a:pt x="239431" y="373263"/>
                </a:cubicBezTo>
                <a:lnTo>
                  <a:pt x="97875" y="514818"/>
                </a:lnTo>
                <a:cubicBezTo>
                  <a:pt x="113887" y="530139"/>
                  <a:pt x="135634" y="539405"/>
                  <a:pt x="159544" y="539405"/>
                </a:cubicBezTo>
                <a:cubicBezTo>
                  <a:pt x="184553" y="539405"/>
                  <a:pt x="207195" y="529268"/>
                  <a:pt x="223584" y="512879"/>
                </a:cubicBezTo>
                <a:cubicBezTo>
                  <a:pt x="239974" y="496489"/>
                  <a:pt x="250111" y="473847"/>
                  <a:pt x="250111" y="448838"/>
                </a:cubicBezTo>
                <a:cubicBezTo>
                  <a:pt x="249745" y="429735"/>
                  <a:pt x="254994" y="405550"/>
                  <a:pt x="268191" y="392705"/>
                </a:cubicBezTo>
                <a:close/>
                <a:moveTo>
                  <a:pt x="306986" y="138"/>
                </a:moveTo>
                <a:lnTo>
                  <a:pt x="306986" y="11636"/>
                </a:lnTo>
                <a:cubicBezTo>
                  <a:pt x="306778" y="11511"/>
                  <a:pt x="306567" y="11506"/>
                  <a:pt x="306356" y="11501"/>
                </a:cubicBezTo>
                <a:lnTo>
                  <a:pt x="306356" y="96667"/>
                </a:lnTo>
                <a:lnTo>
                  <a:pt x="306292" y="96667"/>
                </a:lnTo>
                <a:lnTo>
                  <a:pt x="306292" y="11501"/>
                </a:lnTo>
                <a:cubicBezTo>
                  <a:pt x="284137" y="11990"/>
                  <a:pt x="262207" y="20815"/>
                  <a:pt x="245300" y="37722"/>
                </a:cubicBezTo>
                <a:cubicBezTo>
                  <a:pt x="232539" y="50483"/>
                  <a:pt x="224382" y="66105"/>
                  <a:pt x="221373" y="82613"/>
                </a:cubicBezTo>
                <a:cubicBezTo>
                  <a:pt x="245960" y="100902"/>
                  <a:pt x="261667" y="130241"/>
                  <a:pt x="261667" y="163248"/>
                </a:cubicBezTo>
                <a:cubicBezTo>
                  <a:pt x="261168" y="189232"/>
                  <a:pt x="264959" y="205210"/>
                  <a:pt x="281311" y="215167"/>
                </a:cubicBezTo>
                <a:lnTo>
                  <a:pt x="306986" y="215277"/>
                </a:lnTo>
                <a:lnTo>
                  <a:pt x="306986" y="221928"/>
                </a:lnTo>
                <a:cubicBezTo>
                  <a:pt x="285145" y="221632"/>
                  <a:pt x="263250" y="229876"/>
                  <a:pt x="246580" y="246536"/>
                </a:cubicBezTo>
                <a:lnTo>
                  <a:pt x="254808" y="254763"/>
                </a:lnTo>
                <a:cubicBezTo>
                  <a:pt x="254801" y="254771"/>
                  <a:pt x="254793" y="254779"/>
                  <a:pt x="254786" y="254786"/>
                </a:cubicBezTo>
                <a:cubicBezTo>
                  <a:pt x="254778" y="254794"/>
                  <a:pt x="254771" y="254801"/>
                  <a:pt x="254763" y="254808"/>
                </a:cubicBezTo>
                <a:lnTo>
                  <a:pt x="246535" y="246581"/>
                </a:lnTo>
                <a:cubicBezTo>
                  <a:pt x="213554" y="279582"/>
                  <a:pt x="213554" y="333067"/>
                  <a:pt x="246535" y="366068"/>
                </a:cubicBezTo>
                <a:lnTo>
                  <a:pt x="254763" y="357841"/>
                </a:lnTo>
                <a:cubicBezTo>
                  <a:pt x="254771" y="357847"/>
                  <a:pt x="254778" y="357855"/>
                  <a:pt x="254786" y="357863"/>
                </a:cubicBezTo>
                <a:lnTo>
                  <a:pt x="254808" y="357886"/>
                </a:lnTo>
                <a:lnTo>
                  <a:pt x="246580" y="366113"/>
                </a:lnTo>
                <a:cubicBezTo>
                  <a:pt x="263250" y="382773"/>
                  <a:pt x="285145" y="391017"/>
                  <a:pt x="306986" y="390721"/>
                </a:cubicBezTo>
                <a:lnTo>
                  <a:pt x="306986" y="397378"/>
                </a:lnTo>
                <a:cubicBezTo>
                  <a:pt x="298457" y="400796"/>
                  <a:pt x="289920" y="399623"/>
                  <a:pt x="281637" y="397269"/>
                </a:cubicBezTo>
                <a:cubicBezTo>
                  <a:pt x="265010" y="407223"/>
                  <a:pt x="261165" y="423242"/>
                  <a:pt x="261667" y="449401"/>
                </a:cubicBezTo>
                <a:cubicBezTo>
                  <a:pt x="261667" y="477516"/>
                  <a:pt x="250271" y="502969"/>
                  <a:pt x="231847" y="521394"/>
                </a:cubicBezTo>
                <a:lnTo>
                  <a:pt x="221347" y="530057"/>
                </a:lnTo>
                <a:cubicBezTo>
                  <a:pt x="224390" y="546557"/>
                  <a:pt x="232545" y="562171"/>
                  <a:pt x="245300" y="574926"/>
                </a:cubicBezTo>
                <a:cubicBezTo>
                  <a:pt x="262207" y="591833"/>
                  <a:pt x="284136" y="600659"/>
                  <a:pt x="306292" y="601147"/>
                </a:cubicBezTo>
                <a:lnTo>
                  <a:pt x="306292" y="515981"/>
                </a:lnTo>
                <a:lnTo>
                  <a:pt x="306356" y="515981"/>
                </a:lnTo>
                <a:lnTo>
                  <a:pt x="306356" y="601147"/>
                </a:lnTo>
                <a:lnTo>
                  <a:pt x="306986" y="601012"/>
                </a:lnTo>
                <a:lnTo>
                  <a:pt x="306986" y="612510"/>
                </a:lnTo>
                <a:cubicBezTo>
                  <a:pt x="306767" y="612640"/>
                  <a:pt x="306546" y="612645"/>
                  <a:pt x="306324" y="612648"/>
                </a:cubicBezTo>
                <a:cubicBezTo>
                  <a:pt x="281070" y="612257"/>
                  <a:pt x="255999" y="602326"/>
                  <a:pt x="236731" y="583057"/>
                </a:cubicBezTo>
                <a:cubicBezTo>
                  <a:pt x="223570" y="569897"/>
                  <a:pt x="214766" y="554030"/>
                  <a:pt x="210610" y="537174"/>
                </a:cubicBezTo>
                <a:cubicBezTo>
                  <a:pt x="195839" y="546241"/>
                  <a:pt x="178427" y="551214"/>
                  <a:pt x="159854" y="551214"/>
                </a:cubicBezTo>
                <a:cubicBezTo>
                  <a:pt x="132604" y="551214"/>
                  <a:pt x="107854" y="540509"/>
                  <a:pt x="89720" y="522928"/>
                </a:cubicBezTo>
                <a:lnTo>
                  <a:pt x="89720" y="522928"/>
                </a:lnTo>
                <a:cubicBezTo>
                  <a:pt x="72139" y="504795"/>
                  <a:pt x="61434" y="480045"/>
                  <a:pt x="61434" y="452795"/>
                </a:cubicBezTo>
                <a:cubicBezTo>
                  <a:pt x="61434" y="434221"/>
                  <a:pt x="66407" y="416810"/>
                  <a:pt x="75474" y="402038"/>
                </a:cubicBezTo>
                <a:cubicBezTo>
                  <a:pt x="58618" y="397882"/>
                  <a:pt x="42751" y="389078"/>
                  <a:pt x="29591" y="375917"/>
                </a:cubicBezTo>
                <a:cubicBezTo>
                  <a:pt x="10322" y="356649"/>
                  <a:pt x="391" y="331578"/>
                  <a:pt x="0" y="306324"/>
                </a:cubicBezTo>
                <a:lnTo>
                  <a:pt x="0" y="306324"/>
                </a:lnTo>
                <a:cubicBezTo>
                  <a:pt x="391" y="281070"/>
                  <a:pt x="10322" y="255999"/>
                  <a:pt x="29591" y="236731"/>
                </a:cubicBezTo>
                <a:cubicBezTo>
                  <a:pt x="42758" y="223564"/>
                  <a:pt x="58634" y="214757"/>
                  <a:pt x="75514" y="210684"/>
                </a:cubicBezTo>
                <a:cubicBezTo>
                  <a:pt x="66423" y="195895"/>
                  <a:pt x="61434" y="178457"/>
                  <a:pt x="61434" y="159854"/>
                </a:cubicBezTo>
                <a:cubicBezTo>
                  <a:pt x="61434" y="132604"/>
                  <a:pt x="72139" y="107854"/>
                  <a:pt x="89720" y="89721"/>
                </a:cubicBezTo>
                <a:lnTo>
                  <a:pt x="89720" y="89721"/>
                </a:lnTo>
                <a:cubicBezTo>
                  <a:pt x="107854" y="72140"/>
                  <a:pt x="132604" y="61435"/>
                  <a:pt x="159854" y="61435"/>
                </a:cubicBezTo>
                <a:cubicBezTo>
                  <a:pt x="178457" y="61435"/>
                  <a:pt x="195895" y="66424"/>
                  <a:pt x="210684" y="75515"/>
                </a:cubicBezTo>
                <a:cubicBezTo>
                  <a:pt x="214757" y="58635"/>
                  <a:pt x="223563" y="42758"/>
                  <a:pt x="236731" y="29591"/>
                </a:cubicBezTo>
                <a:cubicBezTo>
                  <a:pt x="256000" y="10322"/>
                  <a:pt x="281070" y="391"/>
                  <a:pt x="306324" y="0"/>
                </a:cubicBezTo>
                <a:lnTo>
                  <a:pt x="306324" y="0"/>
                </a:ln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692" name="Teardrop 3"/>
          <p:cNvSpPr/>
          <p:nvPr/>
        </p:nvSpPr>
        <p:spPr>
          <a:xfrm rot="5400000" flipH="1" flipV="1">
            <a:off x="8701633" y="-163077"/>
            <a:ext cx="306986" cy="612648"/>
          </a:xfrm>
          <a:custGeom>
            <a:avLst/>
            <a:gdLst/>
            <a:ahLst/>
            <a:cxnLst/>
            <a:rect l="l" t="t" r="r" b="b"/>
            <a:pathLst>
              <a:path w="306986" h="612648">
                <a:moveTo>
                  <a:pt x="215380" y="331011"/>
                </a:moveTo>
                <a:cubicBezTo>
                  <a:pt x="210766" y="314774"/>
                  <a:pt x="210686" y="297561"/>
                  <a:pt x="215167" y="281312"/>
                </a:cubicBezTo>
                <a:cubicBezTo>
                  <a:pt x="205209" y="264959"/>
                  <a:pt x="189231" y="261169"/>
                  <a:pt x="163247" y="261668"/>
                </a:cubicBezTo>
                <a:cubicBezTo>
                  <a:pt x="130240" y="261668"/>
                  <a:pt x="100901" y="245961"/>
                  <a:pt x="82612" y="221373"/>
                </a:cubicBezTo>
                <a:cubicBezTo>
                  <a:pt x="66104" y="224382"/>
                  <a:pt x="50483" y="232539"/>
                  <a:pt x="37722" y="245300"/>
                </a:cubicBezTo>
                <a:cubicBezTo>
                  <a:pt x="20815" y="262207"/>
                  <a:pt x="11990" y="284136"/>
                  <a:pt x="11501" y="306292"/>
                </a:cubicBezTo>
                <a:lnTo>
                  <a:pt x="96667" y="306292"/>
                </a:lnTo>
                <a:lnTo>
                  <a:pt x="96667" y="306356"/>
                </a:lnTo>
                <a:lnTo>
                  <a:pt x="11501" y="306356"/>
                </a:lnTo>
                <a:cubicBezTo>
                  <a:pt x="11989" y="328512"/>
                  <a:pt x="20815" y="350441"/>
                  <a:pt x="37722" y="367348"/>
                </a:cubicBezTo>
                <a:cubicBezTo>
                  <a:pt x="50477" y="380103"/>
                  <a:pt x="66091" y="388259"/>
                  <a:pt x="82591" y="391301"/>
                </a:cubicBezTo>
                <a:cubicBezTo>
                  <a:pt x="100880" y="366699"/>
                  <a:pt x="130228" y="350981"/>
                  <a:pt x="163247" y="350981"/>
                </a:cubicBezTo>
                <a:cubicBezTo>
                  <a:pt x="186137" y="351420"/>
                  <a:pt x="201262" y="348532"/>
                  <a:pt x="211354" y="336664"/>
                </a:cubicBezTo>
                <a:cubicBezTo>
                  <a:pt x="212796" y="334968"/>
                  <a:pt x="214135" y="333090"/>
                  <a:pt x="215380" y="331011"/>
                </a:cubicBezTo>
                <a:close/>
                <a:moveTo>
                  <a:pt x="239385" y="239431"/>
                </a:moveTo>
                <a:lnTo>
                  <a:pt x="97830" y="97876"/>
                </a:lnTo>
                <a:cubicBezTo>
                  <a:pt x="82509" y="113887"/>
                  <a:pt x="73243" y="135634"/>
                  <a:pt x="73243" y="159544"/>
                </a:cubicBezTo>
                <a:cubicBezTo>
                  <a:pt x="73243" y="209563"/>
                  <a:pt x="113791" y="250112"/>
                  <a:pt x="163810" y="250112"/>
                </a:cubicBezTo>
                <a:cubicBezTo>
                  <a:pt x="182888" y="249746"/>
                  <a:pt x="207035" y="254980"/>
                  <a:pt x="219892" y="268141"/>
                </a:cubicBezTo>
                <a:cubicBezTo>
                  <a:pt x="224319" y="257686"/>
                  <a:pt x="230870" y="247948"/>
                  <a:pt x="239385" y="239431"/>
                </a:cubicBezTo>
                <a:close/>
                <a:moveTo>
                  <a:pt x="239386" y="373218"/>
                </a:moveTo>
                <a:cubicBezTo>
                  <a:pt x="230866" y="364697"/>
                  <a:pt x="224313" y="354954"/>
                  <a:pt x="219944" y="344457"/>
                </a:cubicBezTo>
                <a:cubicBezTo>
                  <a:pt x="207099" y="357655"/>
                  <a:pt x="182914" y="362904"/>
                  <a:pt x="163810" y="362537"/>
                </a:cubicBezTo>
                <a:cubicBezTo>
                  <a:pt x="113791" y="362537"/>
                  <a:pt x="73243" y="403086"/>
                  <a:pt x="73243" y="453104"/>
                </a:cubicBezTo>
                <a:cubicBezTo>
                  <a:pt x="73243" y="477015"/>
                  <a:pt x="82509" y="498761"/>
                  <a:pt x="97830" y="514773"/>
                </a:cubicBezTo>
                <a:close/>
                <a:moveTo>
                  <a:pt x="268140" y="219892"/>
                </a:moveTo>
                <a:cubicBezTo>
                  <a:pt x="254980" y="207035"/>
                  <a:pt x="249745" y="182889"/>
                  <a:pt x="250111" y="163811"/>
                </a:cubicBezTo>
                <a:cubicBezTo>
                  <a:pt x="250111" y="113792"/>
                  <a:pt x="209563" y="73244"/>
                  <a:pt x="159544" y="73244"/>
                </a:cubicBezTo>
                <a:cubicBezTo>
                  <a:pt x="135634" y="73244"/>
                  <a:pt x="113887" y="82510"/>
                  <a:pt x="97875" y="97831"/>
                </a:cubicBezTo>
                <a:lnTo>
                  <a:pt x="239430" y="239386"/>
                </a:lnTo>
                <a:cubicBezTo>
                  <a:pt x="247948" y="230871"/>
                  <a:pt x="257686" y="224320"/>
                  <a:pt x="268140" y="219892"/>
                </a:cubicBezTo>
                <a:close/>
                <a:moveTo>
                  <a:pt x="268191" y="392705"/>
                </a:moveTo>
                <a:cubicBezTo>
                  <a:pt x="257695" y="388335"/>
                  <a:pt x="247952" y="381782"/>
                  <a:pt x="239431" y="373263"/>
                </a:cubicBezTo>
                <a:lnTo>
                  <a:pt x="97875" y="514818"/>
                </a:lnTo>
                <a:cubicBezTo>
                  <a:pt x="113887" y="530139"/>
                  <a:pt x="135634" y="539405"/>
                  <a:pt x="159544" y="539405"/>
                </a:cubicBezTo>
                <a:cubicBezTo>
                  <a:pt x="184553" y="539405"/>
                  <a:pt x="207195" y="529268"/>
                  <a:pt x="223584" y="512879"/>
                </a:cubicBezTo>
                <a:cubicBezTo>
                  <a:pt x="239974" y="496489"/>
                  <a:pt x="250111" y="473847"/>
                  <a:pt x="250111" y="448838"/>
                </a:cubicBezTo>
                <a:cubicBezTo>
                  <a:pt x="249745" y="429735"/>
                  <a:pt x="254994" y="405550"/>
                  <a:pt x="268191" y="392705"/>
                </a:cubicBezTo>
                <a:close/>
                <a:moveTo>
                  <a:pt x="306986" y="138"/>
                </a:moveTo>
                <a:lnTo>
                  <a:pt x="306986" y="11636"/>
                </a:lnTo>
                <a:cubicBezTo>
                  <a:pt x="306778" y="11511"/>
                  <a:pt x="306567" y="11506"/>
                  <a:pt x="306356" y="11501"/>
                </a:cubicBezTo>
                <a:lnTo>
                  <a:pt x="306356" y="96667"/>
                </a:lnTo>
                <a:lnTo>
                  <a:pt x="306292" y="96667"/>
                </a:lnTo>
                <a:lnTo>
                  <a:pt x="306292" y="11501"/>
                </a:lnTo>
                <a:cubicBezTo>
                  <a:pt x="284137" y="11990"/>
                  <a:pt x="262207" y="20815"/>
                  <a:pt x="245300" y="37722"/>
                </a:cubicBezTo>
                <a:cubicBezTo>
                  <a:pt x="232539" y="50483"/>
                  <a:pt x="224382" y="66105"/>
                  <a:pt x="221373" y="82613"/>
                </a:cubicBezTo>
                <a:cubicBezTo>
                  <a:pt x="245960" y="100902"/>
                  <a:pt x="261667" y="130241"/>
                  <a:pt x="261667" y="163248"/>
                </a:cubicBezTo>
                <a:cubicBezTo>
                  <a:pt x="261168" y="189232"/>
                  <a:pt x="264959" y="205210"/>
                  <a:pt x="281311" y="215167"/>
                </a:cubicBezTo>
                <a:lnTo>
                  <a:pt x="306986" y="215277"/>
                </a:lnTo>
                <a:lnTo>
                  <a:pt x="306986" y="221928"/>
                </a:lnTo>
                <a:cubicBezTo>
                  <a:pt x="285145" y="221632"/>
                  <a:pt x="263250" y="229876"/>
                  <a:pt x="246580" y="246536"/>
                </a:cubicBezTo>
                <a:lnTo>
                  <a:pt x="254808" y="254763"/>
                </a:lnTo>
                <a:cubicBezTo>
                  <a:pt x="254801" y="254771"/>
                  <a:pt x="254793" y="254779"/>
                  <a:pt x="254786" y="254786"/>
                </a:cubicBezTo>
                <a:cubicBezTo>
                  <a:pt x="254778" y="254794"/>
                  <a:pt x="254771" y="254801"/>
                  <a:pt x="254763" y="254808"/>
                </a:cubicBezTo>
                <a:lnTo>
                  <a:pt x="246535" y="246581"/>
                </a:lnTo>
                <a:cubicBezTo>
                  <a:pt x="213554" y="279582"/>
                  <a:pt x="213554" y="333067"/>
                  <a:pt x="246535" y="366068"/>
                </a:cubicBezTo>
                <a:lnTo>
                  <a:pt x="254763" y="357841"/>
                </a:lnTo>
                <a:cubicBezTo>
                  <a:pt x="254771" y="357847"/>
                  <a:pt x="254778" y="357855"/>
                  <a:pt x="254786" y="357863"/>
                </a:cubicBezTo>
                <a:lnTo>
                  <a:pt x="254808" y="357886"/>
                </a:lnTo>
                <a:lnTo>
                  <a:pt x="246580" y="366113"/>
                </a:lnTo>
                <a:cubicBezTo>
                  <a:pt x="263250" y="382773"/>
                  <a:pt x="285145" y="391017"/>
                  <a:pt x="306986" y="390721"/>
                </a:cubicBezTo>
                <a:lnTo>
                  <a:pt x="306986" y="397378"/>
                </a:lnTo>
                <a:cubicBezTo>
                  <a:pt x="298457" y="400796"/>
                  <a:pt x="289920" y="399623"/>
                  <a:pt x="281637" y="397269"/>
                </a:cubicBezTo>
                <a:cubicBezTo>
                  <a:pt x="265010" y="407223"/>
                  <a:pt x="261165" y="423242"/>
                  <a:pt x="261667" y="449401"/>
                </a:cubicBezTo>
                <a:cubicBezTo>
                  <a:pt x="261667" y="477516"/>
                  <a:pt x="250271" y="502969"/>
                  <a:pt x="231847" y="521394"/>
                </a:cubicBezTo>
                <a:lnTo>
                  <a:pt x="221347" y="530057"/>
                </a:lnTo>
                <a:cubicBezTo>
                  <a:pt x="224389" y="546557"/>
                  <a:pt x="232545" y="562171"/>
                  <a:pt x="245300" y="574926"/>
                </a:cubicBezTo>
                <a:cubicBezTo>
                  <a:pt x="262207" y="591833"/>
                  <a:pt x="284136" y="600659"/>
                  <a:pt x="306292" y="601147"/>
                </a:cubicBezTo>
                <a:lnTo>
                  <a:pt x="306292" y="515981"/>
                </a:lnTo>
                <a:lnTo>
                  <a:pt x="306356" y="515981"/>
                </a:lnTo>
                <a:lnTo>
                  <a:pt x="306356" y="601147"/>
                </a:lnTo>
                <a:lnTo>
                  <a:pt x="306986" y="601012"/>
                </a:lnTo>
                <a:lnTo>
                  <a:pt x="306986" y="612510"/>
                </a:lnTo>
                <a:cubicBezTo>
                  <a:pt x="306767" y="612640"/>
                  <a:pt x="306546" y="612645"/>
                  <a:pt x="306324" y="612648"/>
                </a:cubicBezTo>
                <a:cubicBezTo>
                  <a:pt x="281070" y="612257"/>
                  <a:pt x="255999" y="602326"/>
                  <a:pt x="236731" y="583057"/>
                </a:cubicBezTo>
                <a:cubicBezTo>
                  <a:pt x="223570" y="569897"/>
                  <a:pt x="214766" y="554030"/>
                  <a:pt x="210610" y="537174"/>
                </a:cubicBezTo>
                <a:cubicBezTo>
                  <a:pt x="195839" y="546241"/>
                  <a:pt x="178427" y="551214"/>
                  <a:pt x="159854" y="551214"/>
                </a:cubicBezTo>
                <a:cubicBezTo>
                  <a:pt x="132604" y="551214"/>
                  <a:pt x="107854" y="540509"/>
                  <a:pt x="89720" y="522928"/>
                </a:cubicBezTo>
                <a:lnTo>
                  <a:pt x="89720" y="522928"/>
                </a:lnTo>
                <a:cubicBezTo>
                  <a:pt x="72139" y="504795"/>
                  <a:pt x="61434" y="480045"/>
                  <a:pt x="61434" y="452795"/>
                </a:cubicBezTo>
                <a:cubicBezTo>
                  <a:pt x="61434" y="434221"/>
                  <a:pt x="66407" y="416810"/>
                  <a:pt x="75474" y="402038"/>
                </a:cubicBezTo>
                <a:cubicBezTo>
                  <a:pt x="58618" y="397882"/>
                  <a:pt x="42751" y="389078"/>
                  <a:pt x="29591" y="375917"/>
                </a:cubicBezTo>
                <a:cubicBezTo>
                  <a:pt x="10322" y="356649"/>
                  <a:pt x="391" y="331578"/>
                  <a:pt x="0" y="306324"/>
                </a:cubicBezTo>
                <a:lnTo>
                  <a:pt x="0" y="306324"/>
                </a:lnTo>
                <a:cubicBezTo>
                  <a:pt x="391" y="281070"/>
                  <a:pt x="10322" y="255999"/>
                  <a:pt x="29591" y="236731"/>
                </a:cubicBezTo>
                <a:cubicBezTo>
                  <a:pt x="42758" y="223564"/>
                  <a:pt x="58634" y="214757"/>
                  <a:pt x="75514" y="210684"/>
                </a:cubicBezTo>
                <a:cubicBezTo>
                  <a:pt x="66423" y="195895"/>
                  <a:pt x="61434" y="178457"/>
                  <a:pt x="61434" y="159854"/>
                </a:cubicBezTo>
                <a:cubicBezTo>
                  <a:pt x="61434" y="132604"/>
                  <a:pt x="72139" y="107854"/>
                  <a:pt x="89720" y="89721"/>
                </a:cubicBezTo>
                <a:lnTo>
                  <a:pt x="89720" y="89721"/>
                </a:lnTo>
                <a:cubicBezTo>
                  <a:pt x="107854" y="72140"/>
                  <a:pt x="132604" y="61435"/>
                  <a:pt x="159854" y="61435"/>
                </a:cubicBezTo>
                <a:cubicBezTo>
                  <a:pt x="178457" y="61435"/>
                  <a:pt x="195895" y="66424"/>
                  <a:pt x="210684" y="75515"/>
                </a:cubicBezTo>
                <a:cubicBezTo>
                  <a:pt x="214757" y="58635"/>
                  <a:pt x="223563" y="42758"/>
                  <a:pt x="236731" y="29591"/>
                </a:cubicBezTo>
                <a:cubicBezTo>
                  <a:pt x="256000" y="10322"/>
                  <a:pt x="281070" y="391"/>
                  <a:pt x="306324" y="0"/>
                </a:cubicBezTo>
                <a:lnTo>
                  <a:pt x="306324" y="0"/>
                </a:ln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693" name="Teardrop 3"/>
          <p:cNvSpPr/>
          <p:nvPr/>
        </p:nvSpPr>
        <p:spPr>
          <a:xfrm rot="5400000" flipH="1" flipV="1">
            <a:off x="11229252" y="-163077"/>
            <a:ext cx="306986" cy="612648"/>
          </a:xfrm>
          <a:custGeom>
            <a:avLst/>
            <a:gdLst/>
            <a:ahLst/>
            <a:cxnLst/>
            <a:rect l="l" t="t" r="r" b="b"/>
            <a:pathLst>
              <a:path w="306986" h="612648">
                <a:moveTo>
                  <a:pt x="215380" y="331011"/>
                </a:moveTo>
                <a:cubicBezTo>
                  <a:pt x="210766" y="314774"/>
                  <a:pt x="210686" y="297561"/>
                  <a:pt x="215167" y="281312"/>
                </a:cubicBezTo>
                <a:cubicBezTo>
                  <a:pt x="205209" y="264959"/>
                  <a:pt x="189231" y="261169"/>
                  <a:pt x="163247" y="261668"/>
                </a:cubicBezTo>
                <a:cubicBezTo>
                  <a:pt x="130240" y="261668"/>
                  <a:pt x="100901" y="245961"/>
                  <a:pt x="82612" y="221373"/>
                </a:cubicBezTo>
                <a:cubicBezTo>
                  <a:pt x="66104" y="224382"/>
                  <a:pt x="50483" y="232539"/>
                  <a:pt x="37722" y="245300"/>
                </a:cubicBezTo>
                <a:cubicBezTo>
                  <a:pt x="20815" y="262207"/>
                  <a:pt x="11990" y="284136"/>
                  <a:pt x="11501" y="306292"/>
                </a:cubicBezTo>
                <a:lnTo>
                  <a:pt x="96667" y="306292"/>
                </a:lnTo>
                <a:lnTo>
                  <a:pt x="96667" y="306356"/>
                </a:lnTo>
                <a:lnTo>
                  <a:pt x="11501" y="306356"/>
                </a:lnTo>
                <a:cubicBezTo>
                  <a:pt x="11989" y="328512"/>
                  <a:pt x="20815" y="350441"/>
                  <a:pt x="37722" y="367348"/>
                </a:cubicBezTo>
                <a:cubicBezTo>
                  <a:pt x="50477" y="380103"/>
                  <a:pt x="66091" y="388259"/>
                  <a:pt x="82591" y="391301"/>
                </a:cubicBezTo>
                <a:cubicBezTo>
                  <a:pt x="100880" y="366699"/>
                  <a:pt x="130228" y="350981"/>
                  <a:pt x="163247" y="350981"/>
                </a:cubicBezTo>
                <a:cubicBezTo>
                  <a:pt x="186137" y="351420"/>
                  <a:pt x="201262" y="348532"/>
                  <a:pt x="211354" y="336664"/>
                </a:cubicBezTo>
                <a:cubicBezTo>
                  <a:pt x="212796" y="334968"/>
                  <a:pt x="214135" y="333090"/>
                  <a:pt x="215380" y="331011"/>
                </a:cubicBezTo>
                <a:close/>
                <a:moveTo>
                  <a:pt x="239385" y="239431"/>
                </a:moveTo>
                <a:lnTo>
                  <a:pt x="97830" y="97876"/>
                </a:lnTo>
                <a:cubicBezTo>
                  <a:pt x="82509" y="113887"/>
                  <a:pt x="73243" y="135634"/>
                  <a:pt x="73243" y="159544"/>
                </a:cubicBezTo>
                <a:cubicBezTo>
                  <a:pt x="73243" y="209563"/>
                  <a:pt x="113791" y="250112"/>
                  <a:pt x="163810" y="250112"/>
                </a:cubicBezTo>
                <a:cubicBezTo>
                  <a:pt x="182888" y="249746"/>
                  <a:pt x="207035" y="254980"/>
                  <a:pt x="219892" y="268141"/>
                </a:cubicBezTo>
                <a:cubicBezTo>
                  <a:pt x="224319" y="257686"/>
                  <a:pt x="230870" y="247948"/>
                  <a:pt x="239385" y="239431"/>
                </a:cubicBezTo>
                <a:close/>
                <a:moveTo>
                  <a:pt x="239386" y="373218"/>
                </a:moveTo>
                <a:cubicBezTo>
                  <a:pt x="230866" y="364697"/>
                  <a:pt x="224313" y="354954"/>
                  <a:pt x="219944" y="344457"/>
                </a:cubicBezTo>
                <a:cubicBezTo>
                  <a:pt x="207099" y="357655"/>
                  <a:pt x="182914" y="362904"/>
                  <a:pt x="163810" y="362537"/>
                </a:cubicBezTo>
                <a:cubicBezTo>
                  <a:pt x="113791" y="362537"/>
                  <a:pt x="73243" y="403086"/>
                  <a:pt x="73243" y="453104"/>
                </a:cubicBezTo>
                <a:cubicBezTo>
                  <a:pt x="73243" y="477015"/>
                  <a:pt x="82509" y="498761"/>
                  <a:pt x="97830" y="514773"/>
                </a:cubicBezTo>
                <a:close/>
                <a:moveTo>
                  <a:pt x="268140" y="219892"/>
                </a:moveTo>
                <a:cubicBezTo>
                  <a:pt x="254980" y="207035"/>
                  <a:pt x="249745" y="182889"/>
                  <a:pt x="250111" y="163811"/>
                </a:cubicBezTo>
                <a:cubicBezTo>
                  <a:pt x="250111" y="113792"/>
                  <a:pt x="209563" y="73244"/>
                  <a:pt x="159544" y="73244"/>
                </a:cubicBezTo>
                <a:cubicBezTo>
                  <a:pt x="135634" y="73244"/>
                  <a:pt x="113887" y="82510"/>
                  <a:pt x="97875" y="97831"/>
                </a:cubicBezTo>
                <a:lnTo>
                  <a:pt x="239430" y="239386"/>
                </a:lnTo>
                <a:cubicBezTo>
                  <a:pt x="247948" y="230871"/>
                  <a:pt x="257686" y="224320"/>
                  <a:pt x="268140" y="219892"/>
                </a:cubicBezTo>
                <a:close/>
                <a:moveTo>
                  <a:pt x="268191" y="392705"/>
                </a:moveTo>
                <a:cubicBezTo>
                  <a:pt x="257695" y="388335"/>
                  <a:pt x="247952" y="381782"/>
                  <a:pt x="239431" y="373263"/>
                </a:cubicBezTo>
                <a:lnTo>
                  <a:pt x="97875" y="514818"/>
                </a:lnTo>
                <a:cubicBezTo>
                  <a:pt x="113887" y="530139"/>
                  <a:pt x="135634" y="539405"/>
                  <a:pt x="159544" y="539405"/>
                </a:cubicBezTo>
                <a:cubicBezTo>
                  <a:pt x="184553" y="539405"/>
                  <a:pt x="207195" y="529268"/>
                  <a:pt x="223584" y="512879"/>
                </a:cubicBezTo>
                <a:cubicBezTo>
                  <a:pt x="239974" y="496489"/>
                  <a:pt x="250111" y="473847"/>
                  <a:pt x="250111" y="448838"/>
                </a:cubicBezTo>
                <a:cubicBezTo>
                  <a:pt x="249745" y="429735"/>
                  <a:pt x="254994" y="405550"/>
                  <a:pt x="268191" y="392705"/>
                </a:cubicBezTo>
                <a:close/>
                <a:moveTo>
                  <a:pt x="306986" y="138"/>
                </a:moveTo>
                <a:lnTo>
                  <a:pt x="306986" y="11636"/>
                </a:lnTo>
                <a:cubicBezTo>
                  <a:pt x="306778" y="11511"/>
                  <a:pt x="306567" y="11506"/>
                  <a:pt x="306356" y="11501"/>
                </a:cubicBezTo>
                <a:lnTo>
                  <a:pt x="306356" y="96667"/>
                </a:lnTo>
                <a:lnTo>
                  <a:pt x="306292" y="96667"/>
                </a:lnTo>
                <a:lnTo>
                  <a:pt x="306292" y="11501"/>
                </a:lnTo>
                <a:cubicBezTo>
                  <a:pt x="284137" y="11990"/>
                  <a:pt x="262207" y="20815"/>
                  <a:pt x="245300" y="37722"/>
                </a:cubicBezTo>
                <a:cubicBezTo>
                  <a:pt x="232539" y="50483"/>
                  <a:pt x="224382" y="66105"/>
                  <a:pt x="221373" y="82613"/>
                </a:cubicBezTo>
                <a:cubicBezTo>
                  <a:pt x="245960" y="100902"/>
                  <a:pt x="261667" y="130241"/>
                  <a:pt x="261667" y="163248"/>
                </a:cubicBezTo>
                <a:cubicBezTo>
                  <a:pt x="261168" y="189232"/>
                  <a:pt x="264959" y="205210"/>
                  <a:pt x="281311" y="215167"/>
                </a:cubicBezTo>
                <a:lnTo>
                  <a:pt x="306986" y="215277"/>
                </a:lnTo>
                <a:lnTo>
                  <a:pt x="306986" y="221928"/>
                </a:lnTo>
                <a:cubicBezTo>
                  <a:pt x="285145" y="221632"/>
                  <a:pt x="263250" y="229876"/>
                  <a:pt x="246580" y="246536"/>
                </a:cubicBezTo>
                <a:lnTo>
                  <a:pt x="254808" y="254763"/>
                </a:lnTo>
                <a:cubicBezTo>
                  <a:pt x="254801" y="254771"/>
                  <a:pt x="254793" y="254779"/>
                  <a:pt x="254786" y="254786"/>
                </a:cubicBezTo>
                <a:cubicBezTo>
                  <a:pt x="254778" y="254794"/>
                  <a:pt x="254771" y="254801"/>
                  <a:pt x="254763" y="254808"/>
                </a:cubicBezTo>
                <a:lnTo>
                  <a:pt x="246535" y="246581"/>
                </a:lnTo>
                <a:cubicBezTo>
                  <a:pt x="213554" y="279582"/>
                  <a:pt x="213554" y="333067"/>
                  <a:pt x="246535" y="366068"/>
                </a:cubicBezTo>
                <a:lnTo>
                  <a:pt x="254763" y="357841"/>
                </a:lnTo>
                <a:cubicBezTo>
                  <a:pt x="254771" y="357847"/>
                  <a:pt x="254778" y="357855"/>
                  <a:pt x="254786" y="357863"/>
                </a:cubicBezTo>
                <a:lnTo>
                  <a:pt x="254808" y="357886"/>
                </a:lnTo>
                <a:lnTo>
                  <a:pt x="246580" y="366113"/>
                </a:lnTo>
                <a:cubicBezTo>
                  <a:pt x="263250" y="382773"/>
                  <a:pt x="285145" y="391017"/>
                  <a:pt x="306986" y="390721"/>
                </a:cubicBezTo>
                <a:lnTo>
                  <a:pt x="306986" y="397378"/>
                </a:lnTo>
                <a:cubicBezTo>
                  <a:pt x="298457" y="400796"/>
                  <a:pt x="289920" y="399623"/>
                  <a:pt x="281637" y="397269"/>
                </a:cubicBezTo>
                <a:cubicBezTo>
                  <a:pt x="265010" y="407223"/>
                  <a:pt x="261165" y="423242"/>
                  <a:pt x="261667" y="449401"/>
                </a:cubicBezTo>
                <a:cubicBezTo>
                  <a:pt x="261667" y="477516"/>
                  <a:pt x="250271" y="502969"/>
                  <a:pt x="231847" y="521394"/>
                </a:cubicBezTo>
                <a:lnTo>
                  <a:pt x="221347" y="530057"/>
                </a:lnTo>
                <a:cubicBezTo>
                  <a:pt x="224389" y="546557"/>
                  <a:pt x="232545" y="562171"/>
                  <a:pt x="245300" y="574926"/>
                </a:cubicBezTo>
                <a:cubicBezTo>
                  <a:pt x="262207" y="591833"/>
                  <a:pt x="284136" y="600659"/>
                  <a:pt x="306292" y="601147"/>
                </a:cubicBezTo>
                <a:lnTo>
                  <a:pt x="306292" y="515981"/>
                </a:lnTo>
                <a:lnTo>
                  <a:pt x="306356" y="515981"/>
                </a:lnTo>
                <a:lnTo>
                  <a:pt x="306356" y="601147"/>
                </a:lnTo>
                <a:lnTo>
                  <a:pt x="306986" y="601012"/>
                </a:lnTo>
                <a:lnTo>
                  <a:pt x="306986" y="612510"/>
                </a:lnTo>
                <a:cubicBezTo>
                  <a:pt x="306767" y="612640"/>
                  <a:pt x="306546" y="612645"/>
                  <a:pt x="306324" y="612648"/>
                </a:cubicBezTo>
                <a:cubicBezTo>
                  <a:pt x="281070" y="612257"/>
                  <a:pt x="255999" y="602326"/>
                  <a:pt x="236731" y="583057"/>
                </a:cubicBezTo>
                <a:cubicBezTo>
                  <a:pt x="223570" y="569897"/>
                  <a:pt x="214766" y="554030"/>
                  <a:pt x="210610" y="537174"/>
                </a:cubicBezTo>
                <a:cubicBezTo>
                  <a:pt x="195839" y="546241"/>
                  <a:pt x="178427" y="551214"/>
                  <a:pt x="159854" y="551214"/>
                </a:cubicBezTo>
                <a:cubicBezTo>
                  <a:pt x="132604" y="551214"/>
                  <a:pt x="107854" y="540509"/>
                  <a:pt x="89720" y="522928"/>
                </a:cubicBezTo>
                <a:lnTo>
                  <a:pt x="89720" y="522928"/>
                </a:lnTo>
                <a:cubicBezTo>
                  <a:pt x="72139" y="504795"/>
                  <a:pt x="61434" y="480045"/>
                  <a:pt x="61434" y="452795"/>
                </a:cubicBezTo>
                <a:cubicBezTo>
                  <a:pt x="61434" y="434221"/>
                  <a:pt x="66407" y="416810"/>
                  <a:pt x="75474" y="402038"/>
                </a:cubicBezTo>
                <a:cubicBezTo>
                  <a:pt x="58618" y="397882"/>
                  <a:pt x="42751" y="389078"/>
                  <a:pt x="29591" y="375917"/>
                </a:cubicBezTo>
                <a:cubicBezTo>
                  <a:pt x="10322" y="356649"/>
                  <a:pt x="391" y="331578"/>
                  <a:pt x="0" y="306324"/>
                </a:cubicBezTo>
                <a:lnTo>
                  <a:pt x="0" y="306324"/>
                </a:lnTo>
                <a:cubicBezTo>
                  <a:pt x="391" y="281070"/>
                  <a:pt x="10322" y="255999"/>
                  <a:pt x="29591" y="236731"/>
                </a:cubicBezTo>
                <a:cubicBezTo>
                  <a:pt x="42758" y="223564"/>
                  <a:pt x="58634" y="214757"/>
                  <a:pt x="75514" y="210684"/>
                </a:cubicBezTo>
                <a:cubicBezTo>
                  <a:pt x="66423" y="195895"/>
                  <a:pt x="61434" y="178457"/>
                  <a:pt x="61434" y="159854"/>
                </a:cubicBezTo>
                <a:cubicBezTo>
                  <a:pt x="61434" y="132604"/>
                  <a:pt x="72139" y="107854"/>
                  <a:pt x="89720" y="89721"/>
                </a:cubicBezTo>
                <a:lnTo>
                  <a:pt x="89720" y="89721"/>
                </a:lnTo>
                <a:cubicBezTo>
                  <a:pt x="107854" y="72140"/>
                  <a:pt x="132604" y="61435"/>
                  <a:pt x="159854" y="61435"/>
                </a:cubicBezTo>
                <a:cubicBezTo>
                  <a:pt x="178457" y="61435"/>
                  <a:pt x="195895" y="66424"/>
                  <a:pt x="210684" y="75515"/>
                </a:cubicBezTo>
                <a:cubicBezTo>
                  <a:pt x="214757" y="58635"/>
                  <a:pt x="223563" y="42758"/>
                  <a:pt x="236731" y="29591"/>
                </a:cubicBezTo>
                <a:cubicBezTo>
                  <a:pt x="256000" y="10322"/>
                  <a:pt x="281070" y="391"/>
                  <a:pt x="306324" y="0"/>
                </a:cubicBezTo>
                <a:lnTo>
                  <a:pt x="306324" y="0"/>
                </a:ln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694" name="Teardrop 3"/>
          <p:cNvSpPr/>
          <p:nvPr/>
        </p:nvSpPr>
        <p:spPr>
          <a:xfrm rot="5400000" flipH="1" flipV="1">
            <a:off x="10386713" y="-163077"/>
            <a:ext cx="306986" cy="612648"/>
          </a:xfrm>
          <a:custGeom>
            <a:avLst/>
            <a:gdLst/>
            <a:ahLst/>
            <a:cxnLst/>
            <a:rect l="l" t="t" r="r" b="b"/>
            <a:pathLst>
              <a:path w="306986" h="612648">
                <a:moveTo>
                  <a:pt x="215380" y="331011"/>
                </a:moveTo>
                <a:cubicBezTo>
                  <a:pt x="210766" y="314774"/>
                  <a:pt x="210686" y="297561"/>
                  <a:pt x="215167" y="281312"/>
                </a:cubicBezTo>
                <a:cubicBezTo>
                  <a:pt x="205209" y="264959"/>
                  <a:pt x="189231" y="261169"/>
                  <a:pt x="163247" y="261668"/>
                </a:cubicBezTo>
                <a:cubicBezTo>
                  <a:pt x="130240" y="261668"/>
                  <a:pt x="100901" y="245961"/>
                  <a:pt x="82612" y="221373"/>
                </a:cubicBezTo>
                <a:cubicBezTo>
                  <a:pt x="66104" y="224382"/>
                  <a:pt x="50483" y="232539"/>
                  <a:pt x="37722" y="245300"/>
                </a:cubicBezTo>
                <a:cubicBezTo>
                  <a:pt x="20815" y="262207"/>
                  <a:pt x="11990" y="284136"/>
                  <a:pt x="11501" y="306292"/>
                </a:cubicBezTo>
                <a:lnTo>
                  <a:pt x="96667" y="306292"/>
                </a:lnTo>
                <a:lnTo>
                  <a:pt x="96667" y="306356"/>
                </a:lnTo>
                <a:lnTo>
                  <a:pt x="11501" y="306356"/>
                </a:lnTo>
                <a:cubicBezTo>
                  <a:pt x="11989" y="328512"/>
                  <a:pt x="20815" y="350441"/>
                  <a:pt x="37722" y="367348"/>
                </a:cubicBezTo>
                <a:cubicBezTo>
                  <a:pt x="50477" y="380103"/>
                  <a:pt x="66091" y="388259"/>
                  <a:pt x="82591" y="391301"/>
                </a:cubicBezTo>
                <a:cubicBezTo>
                  <a:pt x="100880" y="366699"/>
                  <a:pt x="130228" y="350981"/>
                  <a:pt x="163247" y="350981"/>
                </a:cubicBezTo>
                <a:cubicBezTo>
                  <a:pt x="186137" y="351420"/>
                  <a:pt x="201262" y="348532"/>
                  <a:pt x="211354" y="336664"/>
                </a:cubicBezTo>
                <a:cubicBezTo>
                  <a:pt x="212796" y="334968"/>
                  <a:pt x="214135" y="333090"/>
                  <a:pt x="215380" y="331011"/>
                </a:cubicBezTo>
                <a:close/>
                <a:moveTo>
                  <a:pt x="239385" y="239431"/>
                </a:moveTo>
                <a:lnTo>
                  <a:pt x="97830" y="97876"/>
                </a:lnTo>
                <a:cubicBezTo>
                  <a:pt x="82509" y="113887"/>
                  <a:pt x="73243" y="135634"/>
                  <a:pt x="73243" y="159544"/>
                </a:cubicBezTo>
                <a:cubicBezTo>
                  <a:pt x="73243" y="209563"/>
                  <a:pt x="113791" y="250112"/>
                  <a:pt x="163810" y="250112"/>
                </a:cubicBezTo>
                <a:cubicBezTo>
                  <a:pt x="182888" y="249746"/>
                  <a:pt x="207035" y="254980"/>
                  <a:pt x="219892" y="268141"/>
                </a:cubicBezTo>
                <a:cubicBezTo>
                  <a:pt x="224319" y="257686"/>
                  <a:pt x="230870" y="247948"/>
                  <a:pt x="239385" y="239431"/>
                </a:cubicBezTo>
                <a:close/>
                <a:moveTo>
                  <a:pt x="239386" y="373218"/>
                </a:moveTo>
                <a:cubicBezTo>
                  <a:pt x="230866" y="364697"/>
                  <a:pt x="224313" y="354954"/>
                  <a:pt x="219944" y="344457"/>
                </a:cubicBezTo>
                <a:cubicBezTo>
                  <a:pt x="207099" y="357655"/>
                  <a:pt x="182914" y="362904"/>
                  <a:pt x="163810" y="362537"/>
                </a:cubicBezTo>
                <a:cubicBezTo>
                  <a:pt x="113791" y="362537"/>
                  <a:pt x="73243" y="403086"/>
                  <a:pt x="73243" y="453104"/>
                </a:cubicBezTo>
                <a:cubicBezTo>
                  <a:pt x="73243" y="477015"/>
                  <a:pt x="82509" y="498761"/>
                  <a:pt x="97830" y="514773"/>
                </a:cubicBezTo>
                <a:close/>
                <a:moveTo>
                  <a:pt x="268140" y="219892"/>
                </a:moveTo>
                <a:cubicBezTo>
                  <a:pt x="254980" y="207035"/>
                  <a:pt x="249745" y="182889"/>
                  <a:pt x="250111" y="163811"/>
                </a:cubicBezTo>
                <a:cubicBezTo>
                  <a:pt x="250111" y="113792"/>
                  <a:pt x="209563" y="73244"/>
                  <a:pt x="159544" y="73244"/>
                </a:cubicBezTo>
                <a:cubicBezTo>
                  <a:pt x="135634" y="73244"/>
                  <a:pt x="113887" y="82510"/>
                  <a:pt x="97875" y="97831"/>
                </a:cubicBezTo>
                <a:lnTo>
                  <a:pt x="239430" y="239386"/>
                </a:lnTo>
                <a:cubicBezTo>
                  <a:pt x="247948" y="230871"/>
                  <a:pt x="257686" y="224320"/>
                  <a:pt x="268140" y="219892"/>
                </a:cubicBezTo>
                <a:close/>
                <a:moveTo>
                  <a:pt x="268191" y="392705"/>
                </a:moveTo>
                <a:cubicBezTo>
                  <a:pt x="257695" y="388335"/>
                  <a:pt x="247952" y="381782"/>
                  <a:pt x="239431" y="373263"/>
                </a:cubicBezTo>
                <a:lnTo>
                  <a:pt x="97875" y="514818"/>
                </a:lnTo>
                <a:cubicBezTo>
                  <a:pt x="113887" y="530139"/>
                  <a:pt x="135634" y="539405"/>
                  <a:pt x="159544" y="539405"/>
                </a:cubicBezTo>
                <a:cubicBezTo>
                  <a:pt x="184553" y="539405"/>
                  <a:pt x="207195" y="529268"/>
                  <a:pt x="223584" y="512879"/>
                </a:cubicBezTo>
                <a:cubicBezTo>
                  <a:pt x="239974" y="496489"/>
                  <a:pt x="250111" y="473847"/>
                  <a:pt x="250111" y="448838"/>
                </a:cubicBezTo>
                <a:cubicBezTo>
                  <a:pt x="249745" y="429735"/>
                  <a:pt x="254994" y="405550"/>
                  <a:pt x="268191" y="392705"/>
                </a:cubicBezTo>
                <a:close/>
                <a:moveTo>
                  <a:pt x="306986" y="138"/>
                </a:moveTo>
                <a:lnTo>
                  <a:pt x="306986" y="11636"/>
                </a:lnTo>
                <a:cubicBezTo>
                  <a:pt x="306778" y="11511"/>
                  <a:pt x="306567" y="11506"/>
                  <a:pt x="306356" y="11501"/>
                </a:cubicBezTo>
                <a:lnTo>
                  <a:pt x="306356" y="96667"/>
                </a:lnTo>
                <a:lnTo>
                  <a:pt x="306292" y="96667"/>
                </a:lnTo>
                <a:lnTo>
                  <a:pt x="306292" y="11501"/>
                </a:lnTo>
                <a:cubicBezTo>
                  <a:pt x="284137" y="11990"/>
                  <a:pt x="262207" y="20815"/>
                  <a:pt x="245300" y="37722"/>
                </a:cubicBezTo>
                <a:cubicBezTo>
                  <a:pt x="232539" y="50483"/>
                  <a:pt x="224382" y="66105"/>
                  <a:pt x="221373" y="82613"/>
                </a:cubicBezTo>
                <a:cubicBezTo>
                  <a:pt x="245960" y="100902"/>
                  <a:pt x="261667" y="130241"/>
                  <a:pt x="261667" y="163248"/>
                </a:cubicBezTo>
                <a:cubicBezTo>
                  <a:pt x="261168" y="189232"/>
                  <a:pt x="264959" y="205210"/>
                  <a:pt x="281311" y="215167"/>
                </a:cubicBezTo>
                <a:lnTo>
                  <a:pt x="306986" y="215277"/>
                </a:lnTo>
                <a:lnTo>
                  <a:pt x="306986" y="221928"/>
                </a:lnTo>
                <a:cubicBezTo>
                  <a:pt x="285145" y="221632"/>
                  <a:pt x="263250" y="229876"/>
                  <a:pt x="246580" y="246536"/>
                </a:cubicBezTo>
                <a:lnTo>
                  <a:pt x="254808" y="254763"/>
                </a:lnTo>
                <a:cubicBezTo>
                  <a:pt x="254801" y="254771"/>
                  <a:pt x="254793" y="254779"/>
                  <a:pt x="254786" y="254786"/>
                </a:cubicBezTo>
                <a:cubicBezTo>
                  <a:pt x="254778" y="254794"/>
                  <a:pt x="254771" y="254801"/>
                  <a:pt x="254763" y="254808"/>
                </a:cubicBezTo>
                <a:lnTo>
                  <a:pt x="246535" y="246581"/>
                </a:lnTo>
                <a:cubicBezTo>
                  <a:pt x="213554" y="279582"/>
                  <a:pt x="213554" y="333067"/>
                  <a:pt x="246535" y="366068"/>
                </a:cubicBezTo>
                <a:lnTo>
                  <a:pt x="254763" y="357841"/>
                </a:lnTo>
                <a:cubicBezTo>
                  <a:pt x="254771" y="357847"/>
                  <a:pt x="254778" y="357855"/>
                  <a:pt x="254786" y="357863"/>
                </a:cubicBezTo>
                <a:lnTo>
                  <a:pt x="254808" y="357886"/>
                </a:lnTo>
                <a:lnTo>
                  <a:pt x="246580" y="366113"/>
                </a:lnTo>
                <a:cubicBezTo>
                  <a:pt x="263250" y="382773"/>
                  <a:pt x="285145" y="391017"/>
                  <a:pt x="306986" y="390721"/>
                </a:cubicBezTo>
                <a:lnTo>
                  <a:pt x="306986" y="397378"/>
                </a:lnTo>
                <a:cubicBezTo>
                  <a:pt x="298457" y="400796"/>
                  <a:pt x="289920" y="399623"/>
                  <a:pt x="281637" y="397269"/>
                </a:cubicBezTo>
                <a:cubicBezTo>
                  <a:pt x="265010" y="407223"/>
                  <a:pt x="261165" y="423242"/>
                  <a:pt x="261667" y="449401"/>
                </a:cubicBezTo>
                <a:cubicBezTo>
                  <a:pt x="261667" y="477516"/>
                  <a:pt x="250271" y="502969"/>
                  <a:pt x="231847" y="521394"/>
                </a:cubicBezTo>
                <a:lnTo>
                  <a:pt x="221347" y="530057"/>
                </a:lnTo>
                <a:cubicBezTo>
                  <a:pt x="224389" y="546557"/>
                  <a:pt x="232545" y="562171"/>
                  <a:pt x="245300" y="574926"/>
                </a:cubicBezTo>
                <a:cubicBezTo>
                  <a:pt x="262207" y="591833"/>
                  <a:pt x="284136" y="600659"/>
                  <a:pt x="306292" y="601147"/>
                </a:cubicBezTo>
                <a:lnTo>
                  <a:pt x="306292" y="515981"/>
                </a:lnTo>
                <a:lnTo>
                  <a:pt x="306356" y="515981"/>
                </a:lnTo>
                <a:lnTo>
                  <a:pt x="306356" y="601147"/>
                </a:lnTo>
                <a:lnTo>
                  <a:pt x="306986" y="601012"/>
                </a:lnTo>
                <a:lnTo>
                  <a:pt x="306986" y="612510"/>
                </a:lnTo>
                <a:cubicBezTo>
                  <a:pt x="306767" y="612640"/>
                  <a:pt x="306546" y="612645"/>
                  <a:pt x="306324" y="612648"/>
                </a:cubicBezTo>
                <a:cubicBezTo>
                  <a:pt x="281070" y="612257"/>
                  <a:pt x="255999" y="602326"/>
                  <a:pt x="236731" y="583057"/>
                </a:cubicBezTo>
                <a:cubicBezTo>
                  <a:pt x="223570" y="569897"/>
                  <a:pt x="214766" y="554030"/>
                  <a:pt x="210610" y="537174"/>
                </a:cubicBezTo>
                <a:cubicBezTo>
                  <a:pt x="195839" y="546241"/>
                  <a:pt x="178427" y="551214"/>
                  <a:pt x="159854" y="551214"/>
                </a:cubicBezTo>
                <a:cubicBezTo>
                  <a:pt x="132604" y="551214"/>
                  <a:pt x="107854" y="540509"/>
                  <a:pt x="89720" y="522928"/>
                </a:cubicBezTo>
                <a:lnTo>
                  <a:pt x="89720" y="522928"/>
                </a:lnTo>
                <a:cubicBezTo>
                  <a:pt x="72139" y="504795"/>
                  <a:pt x="61434" y="480045"/>
                  <a:pt x="61434" y="452795"/>
                </a:cubicBezTo>
                <a:cubicBezTo>
                  <a:pt x="61434" y="434221"/>
                  <a:pt x="66407" y="416810"/>
                  <a:pt x="75474" y="402038"/>
                </a:cubicBezTo>
                <a:cubicBezTo>
                  <a:pt x="58618" y="397882"/>
                  <a:pt x="42751" y="389078"/>
                  <a:pt x="29591" y="375917"/>
                </a:cubicBezTo>
                <a:cubicBezTo>
                  <a:pt x="10322" y="356649"/>
                  <a:pt x="391" y="331578"/>
                  <a:pt x="0" y="306324"/>
                </a:cubicBezTo>
                <a:lnTo>
                  <a:pt x="0" y="306324"/>
                </a:lnTo>
                <a:cubicBezTo>
                  <a:pt x="391" y="281070"/>
                  <a:pt x="10322" y="255999"/>
                  <a:pt x="29591" y="236731"/>
                </a:cubicBezTo>
                <a:cubicBezTo>
                  <a:pt x="42758" y="223564"/>
                  <a:pt x="58634" y="214757"/>
                  <a:pt x="75514" y="210684"/>
                </a:cubicBezTo>
                <a:cubicBezTo>
                  <a:pt x="66423" y="195895"/>
                  <a:pt x="61434" y="178457"/>
                  <a:pt x="61434" y="159854"/>
                </a:cubicBezTo>
                <a:cubicBezTo>
                  <a:pt x="61434" y="132604"/>
                  <a:pt x="72139" y="107854"/>
                  <a:pt x="89720" y="89721"/>
                </a:cubicBezTo>
                <a:lnTo>
                  <a:pt x="89720" y="89721"/>
                </a:lnTo>
                <a:cubicBezTo>
                  <a:pt x="107854" y="72140"/>
                  <a:pt x="132604" y="61435"/>
                  <a:pt x="159854" y="61435"/>
                </a:cubicBezTo>
                <a:cubicBezTo>
                  <a:pt x="178457" y="61435"/>
                  <a:pt x="195895" y="66424"/>
                  <a:pt x="210684" y="75515"/>
                </a:cubicBezTo>
                <a:cubicBezTo>
                  <a:pt x="214757" y="58635"/>
                  <a:pt x="223563" y="42758"/>
                  <a:pt x="236731" y="29591"/>
                </a:cubicBezTo>
                <a:cubicBezTo>
                  <a:pt x="256000" y="10322"/>
                  <a:pt x="281070" y="391"/>
                  <a:pt x="306324" y="0"/>
                </a:cubicBezTo>
                <a:lnTo>
                  <a:pt x="306324" y="0"/>
                </a:ln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695" name="Teardrop 3"/>
          <p:cNvSpPr/>
          <p:nvPr/>
        </p:nvSpPr>
        <p:spPr>
          <a:xfrm rot="5400000" flipH="1" flipV="1">
            <a:off x="276233" y="-163077"/>
            <a:ext cx="306986" cy="612648"/>
          </a:xfrm>
          <a:custGeom>
            <a:avLst/>
            <a:gdLst/>
            <a:ahLst/>
            <a:cxnLst/>
            <a:rect l="l" t="t" r="r" b="b"/>
            <a:pathLst>
              <a:path w="306986" h="612648">
                <a:moveTo>
                  <a:pt x="215380" y="331011"/>
                </a:moveTo>
                <a:cubicBezTo>
                  <a:pt x="210766" y="314774"/>
                  <a:pt x="210686" y="297561"/>
                  <a:pt x="215167" y="281312"/>
                </a:cubicBezTo>
                <a:cubicBezTo>
                  <a:pt x="205209" y="264959"/>
                  <a:pt x="189231" y="261169"/>
                  <a:pt x="163247" y="261668"/>
                </a:cubicBezTo>
                <a:cubicBezTo>
                  <a:pt x="130240" y="261668"/>
                  <a:pt x="100901" y="245961"/>
                  <a:pt x="82612" y="221373"/>
                </a:cubicBezTo>
                <a:cubicBezTo>
                  <a:pt x="66104" y="224382"/>
                  <a:pt x="50483" y="232539"/>
                  <a:pt x="37722" y="245300"/>
                </a:cubicBezTo>
                <a:cubicBezTo>
                  <a:pt x="20815" y="262208"/>
                  <a:pt x="11990" y="284136"/>
                  <a:pt x="11501" y="306292"/>
                </a:cubicBezTo>
                <a:lnTo>
                  <a:pt x="96667" y="306292"/>
                </a:lnTo>
                <a:lnTo>
                  <a:pt x="96667" y="306356"/>
                </a:lnTo>
                <a:lnTo>
                  <a:pt x="11501" y="306356"/>
                </a:lnTo>
                <a:cubicBezTo>
                  <a:pt x="11989" y="328512"/>
                  <a:pt x="20815" y="350441"/>
                  <a:pt x="37722" y="367348"/>
                </a:cubicBezTo>
                <a:cubicBezTo>
                  <a:pt x="50477" y="380103"/>
                  <a:pt x="66091" y="388259"/>
                  <a:pt x="82591" y="391301"/>
                </a:cubicBezTo>
                <a:cubicBezTo>
                  <a:pt x="100880" y="366699"/>
                  <a:pt x="130228" y="350981"/>
                  <a:pt x="163247" y="350981"/>
                </a:cubicBezTo>
                <a:cubicBezTo>
                  <a:pt x="186137" y="351420"/>
                  <a:pt x="201262" y="348532"/>
                  <a:pt x="211354" y="336664"/>
                </a:cubicBezTo>
                <a:cubicBezTo>
                  <a:pt x="212796" y="334968"/>
                  <a:pt x="214135" y="333090"/>
                  <a:pt x="215380" y="331011"/>
                </a:cubicBezTo>
                <a:close/>
                <a:moveTo>
                  <a:pt x="239385" y="239431"/>
                </a:moveTo>
                <a:lnTo>
                  <a:pt x="97830" y="97876"/>
                </a:lnTo>
                <a:cubicBezTo>
                  <a:pt x="82509" y="113887"/>
                  <a:pt x="73243" y="135634"/>
                  <a:pt x="73243" y="159544"/>
                </a:cubicBezTo>
                <a:cubicBezTo>
                  <a:pt x="73243" y="209563"/>
                  <a:pt x="113791" y="250112"/>
                  <a:pt x="163810" y="250112"/>
                </a:cubicBezTo>
                <a:cubicBezTo>
                  <a:pt x="182888" y="249746"/>
                  <a:pt x="207035" y="254980"/>
                  <a:pt x="219892" y="268141"/>
                </a:cubicBezTo>
                <a:cubicBezTo>
                  <a:pt x="224319" y="257686"/>
                  <a:pt x="230870" y="247948"/>
                  <a:pt x="239385" y="239431"/>
                </a:cubicBezTo>
                <a:close/>
                <a:moveTo>
                  <a:pt x="239386" y="373218"/>
                </a:moveTo>
                <a:cubicBezTo>
                  <a:pt x="230866" y="364697"/>
                  <a:pt x="224313" y="354954"/>
                  <a:pt x="219944" y="344457"/>
                </a:cubicBezTo>
                <a:cubicBezTo>
                  <a:pt x="207099" y="357655"/>
                  <a:pt x="182914" y="362904"/>
                  <a:pt x="163810" y="362537"/>
                </a:cubicBezTo>
                <a:cubicBezTo>
                  <a:pt x="113791" y="362537"/>
                  <a:pt x="73243" y="403086"/>
                  <a:pt x="73243" y="453104"/>
                </a:cubicBezTo>
                <a:cubicBezTo>
                  <a:pt x="73243" y="477015"/>
                  <a:pt x="82509" y="498761"/>
                  <a:pt x="97830" y="514773"/>
                </a:cubicBezTo>
                <a:close/>
                <a:moveTo>
                  <a:pt x="268140" y="219893"/>
                </a:moveTo>
                <a:cubicBezTo>
                  <a:pt x="254980" y="207035"/>
                  <a:pt x="249745" y="182889"/>
                  <a:pt x="250111" y="163811"/>
                </a:cubicBezTo>
                <a:cubicBezTo>
                  <a:pt x="250111" y="113792"/>
                  <a:pt x="209563" y="73244"/>
                  <a:pt x="159544" y="73244"/>
                </a:cubicBezTo>
                <a:cubicBezTo>
                  <a:pt x="135634" y="73244"/>
                  <a:pt x="113887" y="82510"/>
                  <a:pt x="97875" y="97831"/>
                </a:cubicBezTo>
                <a:lnTo>
                  <a:pt x="239430" y="239386"/>
                </a:lnTo>
                <a:cubicBezTo>
                  <a:pt x="247948" y="230871"/>
                  <a:pt x="257686" y="224320"/>
                  <a:pt x="268140" y="219893"/>
                </a:cubicBezTo>
                <a:close/>
                <a:moveTo>
                  <a:pt x="268191" y="392705"/>
                </a:moveTo>
                <a:cubicBezTo>
                  <a:pt x="257695" y="388335"/>
                  <a:pt x="247952" y="381782"/>
                  <a:pt x="239431" y="373263"/>
                </a:cubicBezTo>
                <a:lnTo>
                  <a:pt x="97875" y="514818"/>
                </a:lnTo>
                <a:cubicBezTo>
                  <a:pt x="113887" y="530139"/>
                  <a:pt x="135634" y="539405"/>
                  <a:pt x="159544" y="539405"/>
                </a:cubicBezTo>
                <a:cubicBezTo>
                  <a:pt x="184553" y="539405"/>
                  <a:pt x="207195" y="529268"/>
                  <a:pt x="223584" y="512879"/>
                </a:cubicBezTo>
                <a:cubicBezTo>
                  <a:pt x="239974" y="496489"/>
                  <a:pt x="250111" y="473847"/>
                  <a:pt x="250111" y="448838"/>
                </a:cubicBezTo>
                <a:cubicBezTo>
                  <a:pt x="249745" y="429735"/>
                  <a:pt x="254994" y="405550"/>
                  <a:pt x="268191" y="392705"/>
                </a:cubicBezTo>
                <a:close/>
                <a:moveTo>
                  <a:pt x="306986" y="138"/>
                </a:moveTo>
                <a:lnTo>
                  <a:pt x="306986" y="11636"/>
                </a:lnTo>
                <a:cubicBezTo>
                  <a:pt x="306778" y="11511"/>
                  <a:pt x="306567" y="11506"/>
                  <a:pt x="306356" y="11501"/>
                </a:cubicBezTo>
                <a:lnTo>
                  <a:pt x="306356" y="96667"/>
                </a:lnTo>
                <a:lnTo>
                  <a:pt x="306292" y="96667"/>
                </a:lnTo>
                <a:lnTo>
                  <a:pt x="306292" y="11501"/>
                </a:lnTo>
                <a:cubicBezTo>
                  <a:pt x="284137" y="11990"/>
                  <a:pt x="262207" y="20815"/>
                  <a:pt x="245300" y="37722"/>
                </a:cubicBezTo>
                <a:cubicBezTo>
                  <a:pt x="232539" y="50483"/>
                  <a:pt x="224382" y="66105"/>
                  <a:pt x="221373" y="82614"/>
                </a:cubicBezTo>
                <a:cubicBezTo>
                  <a:pt x="245960" y="100902"/>
                  <a:pt x="261667" y="130241"/>
                  <a:pt x="261667" y="163248"/>
                </a:cubicBezTo>
                <a:cubicBezTo>
                  <a:pt x="261168" y="189232"/>
                  <a:pt x="264959" y="205210"/>
                  <a:pt x="281311" y="215167"/>
                </a:cubicBezTo>
                <a:lnTo>
                  <a:pt x="306986" y="215277"/>
                </a:lnTo>
                <a:lnTo>
                  <a:pt x="306986" y="221929"/>
                </a:lnTo>
                <a:cubicBezTo>
                  <a:pt x="285145" y="221632"/>
                  <a:pt x="263250" y="229877"/>
                  <a:pt x="246580" y="246536"/>
                </a:cubicBezTo>
                <a:lnTo>
                  <a:pt x="254808" y="254763"/>
                </a:lnTo>
                <a:cubicBezTo>
                  <a:pt x="254801" y="254771"/>
                  <a:pt x="254793" y="254779"/>
                  <a:pt x="254786" y="254786"/>
                </a:cubicBezTo>
                <a:cubicBezTo>
                  <a:pt x="254778" y="254794"/>
                  <a:pt x="254771" y="254801"/>
                  <a:pt x="254763" y="254808"/>
                </a:cubicBezTo>
                <a:lnTo>
                  <a:pt x="246535" y="246581"/>
                </a:lnTo>
                <a:cubicBezTo>
                  <a:pt x="213554" y="279582"/>
                  <a:pt x="213554" y="333067"/>
                  <a:pt x="246535" y="366068"/>
                </a:cubicBezTo>
                <a:lnTo>
                  <a:pt x="254763" y="357841"/>
                </a:lnTo>
                <a:cubicBezTo>
                  <a:pt x="254771" y="357847"/>
                  <a:pt x="254778" y="357855"/>
                  <a:pt x="254786" y="357863"/>
                </a:cubicBezTo>
                <a:lnTo>
                  <a:pt x="254808" y="357886"/>
                </a:lnTo>
                <a:lnTo>
                  <a:pt x="246580" y="366113"/>
                </a:lnTo>
                <a:cubicBezTo>
                  <a:pt x="263250" y="382773"/>
                  <a:pt x="285145" y="391017"/>
                  <a:pt x="306986" y="390721"/>
                </a:cubicBezTo>
                <a:lnTo>
                  <a:pt x="306986" y="397378"/>
                </a:lnTo>
                <a:cubicBezTo>
                  <a:pt x="298457" y="400796"/>
                  <a:pt x="289920" y="399622"/>
                  <a:pt x="281637" y="397269"/>
                </a:cubicBezTo>
                <a:cubicBezTo>
                  <a:pt x="265010" y="407223"/>
                  <a:pt x="261165" y="423242"/>
                  <a:pt x="261667" y="449401"/>
                </a:cubicBezTo>
                <a:cubicBezTo>
                  <a:pt x="261667" y="477516"/>
                  <a:pt x="250271" y="502969"/>
                  <a:pt x="231847" y="521394"/>
                </a:cubicBezTo>
                <a:lnTo>
                  <a:pt x="221347" y="530057"/>
                </a:lnTo>
                <a:cubicBezTo>
                  <a:pt x="224389" y="546557"/>
                  <a:pt x="232545" y="562171"/>
                  <a:pt x="245300" y="574926"/>
                </a:cubicBezTo>
                <a:cubicBezTo>
                  <a:pt x="262207" y="591833"/>
                  <a:pt x="284136" y="600659"/>
                  <a:pt x="306292" y="601147"/>
                </a:cubicBezTo>
                <a:lnTo>
                  <a:pt x="306292" y="515981"/>
                </a:lnTo>
                <a:lnTo>
                  <a:pt x="306356" y="515981"/>
                </a:lnTo>
                <a:lnTo>
                  <a:pt x="306356" y="601147"/>
                </a:lnTo>
                <a:lnTo>
                  <a:pt x="306986" y="601012"/>
                </a:lnTo>
                <a:lnTo>
                  <a:pt x="306986" y="612510"/>
                </a:lnTo>
                <a:cubicBezTo>
                  <a:pt x="306767" y="612640"/>
                  <a:pt x="306546" y="612644"/>
                  <a:pt x="306324" y="612648"/>
                </a:cubicBezTo>
                <a:lnTo>
                  <a:pt x="306324" y="612648"/>
                </a:lnTo>
                <a:cubicBezTo>
                  <a:pt x="281070" y="612257"/>
                  <a:pt x="255999" y="602326"/>
                  <a:pt x="236731" y="583057"/>
                </a:cubicBezTo>
                <a:cubicBezTo>
                  <a:pt x="223570" y="569897"/>
                  <a:pt x="214766" y="554030"/>
                  <a:pt x="210610" y="537174"/>
                </a:cubicBezTo>
                <a:cubicBezTo>
                  <a:pt x="195839" y="546241"/>
                  <a:pt x="178427" y="551214"/>
                  <a:pt x="159854" y="551214"/>
                </a:cubicBezTo>
                <a:cubicBezTo>
                  <a:pt x="132604" y="551214"/>
                  <a:pt x="107854" y="540509"/>
                  <a:pt x="89720" y="522928"/>
                </a:cubicBezTo>
                <a:lnTo>
                  <a:pt x="89720" y="522928"/>
                </a:lnTo>
                <a:cubicBezTo>
                  <a:pt x="72139" y="504795"/>
                  <a:pt x="61434" y="480045"/>
                  <a:pt x="61434" y="452795"/>
                </a:cubicBezTo>
                <a:cubicBezTo>
                  <a:pt x="61434" y="434221"/>
                  <a:pt x="66407" y="416810"/>
                  <a:pt x="75474" y="402038"/>
                </a:cubicBezTo>
                <a:cubicBezTo>
                  <a:pt x="58618" y="397882"/>
                  <a:pt x="42751" y="389078"/>
                  <a:pt x="29591" y="375917"/>
                </a:cubicBezTo>
                <a:cubicBezTo>
                  <a:pt x="10322" y="356649"/>
                  <a:pt x="391" y="331578"/>
                  <a:pt x="0" y="306324"/>
                </a:cubicBezTo>
                <a:lnTo>
                  <a:pt x="0" y="306324"/>
                </a:lnTo>
                <a:cubicBezTo>
                  <a:pt x="391" y="281070"/>
                  <a:pt x="10322" y="255999"/>
                  <a:pt x="29591" y="236731"/>
                </a:cubicBezTo>
                <a:cubicBezTo>
                  <a:pt x="42758" y="223564"/>
                  <a:pt x="58634" y="214757"/>
                  <a:pt x="75514" y="210684"/>
                </a:cubicBezTo>
                <a:cubicBezTo>
                  <a:pt x="66423" y="195895"/>
                  <a:pt x="61434" y="178457"/>
                  <a:pt x="61434" y="159854"/>
                </a:cubicBezTo>
                <a:cubicBezTo>
                  <a:pt x="61434" y="132604"/>
                  <a:pt x="72139" y="107854"/>
                  <a:pt x="89720" y="89721"/>
                </a:cubicBezTo>
                <a:lnTo>
                  <a:pt x="89720" y="89721"/>
                </a:lnTo>
                <a:cubicBezTo>
                  <a:pt x="107854" y="72140"/>
                  <a:pt x="132604" y="61435"/>
                  <a:pt x="159854" y="61435"/>
                </a:cubicBezTo>
                <a:cubicBezTo>
                  <a:pt x="178457" y="61435"/>
                  <a:pt x="195895" y="66424"/>
                  <a:pt x="210684" y="75515"/>
                </a:cubicBezTo>
                <a:cubicBezTo>
                  <a:pt x="214757" y="58635"/>
                  <a:pt x="223563" y="42758"/>
                  <a:pt x="236731" y="29591"/>
                </a:cubicBezTo>
                <a:cubicBezTo>
                  <a:pt x="256000" y="10322"/>
                  <a:pt x="281070" y="391"/>
                  <a:pt x="306324" y="0"/>
                </a:cubicBezTo>
                <a:lnTo>
                  <a:pt x="306324" y="0"/>
                </a:ln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696" name="Teardrop 3"/>
          <p:cNvSpPr/>
          <p:nvPr/>
        </p:nvSpPr>
        <p:spPr>
          <a:xfrm rot="5400000" flipH="1" flipV="1">
            <a:off x="11908617" y="4923"/>
            <a:ext cx="298552" cy="268215"/>
          </a:xfrm>
          <a:custGeom>
            <a:avLst/>
            <a:gdLst/>
            <a:ahLst/>
            <a:cxnLst/>
            <a:rect l="l" t="t" r="r" b="b"/>
            <a:pathLst>
              <a:path w="298552" h="268215">
                <a:moveTo>
                  <a:pt x="230951" y="239431"/>
                </a:moveTo>
                <a:lnTo>
                  <a:pt x="89396" y="97876"/>
                </a:lnTo>
                <a:cubicBezTo>
                  <a:pt x="74075" y="113887"/>
                  <a:pt x="64809" y="135634"/>
                  <a:pt x="64809" y="159544"/>
                </a:cubicBezTo>
                <a:cubicBezTo>
                  <a:pt x="64809" y="209563"/>
                  <a:pt x="105357" y="250112"/>
                  <a:pt x="155376" y="250112"/>
                </a:cubicBezTo>
                <a:cubicBezTo>
                  <a:pt x="174454" y="249746"/>
                  <a:pt x="198601" y="254980"/>
                  <a:pt x="211458" y="268141"/>
                </a:cubicBezTo>
                <a:cubicBezTo>
                  <a:pt x="215885" y="257686"/>
                  <a:pt x="222436" y="247948"/>
                  <a:pt x="230951" y="239431"/>
                </a:cubicBezTo>
                <a:close/>
                <a:moveTo>
                  <a:pt x="259706" y="219892"/>
                </a:moveTo>
                <a:cubicBezTo>
                  <a:pt x="246546" y="207035"/>
                  <a:pt x="241311" y="182889"/>
                  <a:pt x="241677" y="163811"/>
                </a:cubicBezTo>
                <a:cubicBezTo>
                  <a:pt x="241677" y="113792"/>
                  <a:pt x="201129" y="73244"/>
                  <a:pt x="151110" y="73244"/>
                </a:cubicBezTo>
                <a:cubicBezTo>
                  <a:pt x="127200" y="73244"/>
                  <a:pt x="105453" y="82510"/>
                  <a:pt x="89441" y="97831"/>
                </a:cubicBezTo>
                <a:lnTo>
                  <a:pt x="230996" y="239386"/>
                </a:lnTo>
                <a:cubicBezTo>
                  <a:pt x="239514" y="230871"/>
                  <a:pt x="249252" y="224320"/>
                  <a:pt x="259706" y="219892"/>
                </a:cubicBezTo>
                <a:close/>
                <a:moveTo>
                  <a:pt x="298552" y="138"/>
                </a:moveTo>
                <a:lnTo>
                  <a:pt x="298552" y="11636"/>
                </a:lnTo>
                <a:cubicBezTo>
                  <a:pt x="298344" y="11511"/>
                  <a:pt x="298133" y="11506"/>
                  <a:pt x="297922" y="11501"/>
                </a:cubicBezTo>
                <a:lnTo>
                  <a:pt x="297922" y="96667"/>
                </a:lnTo>
                <a:lnTo>
                  <a:pt x="297858" y="96667"/>
                </a:lnTo>
                <a:lnTo>
                  <a:pt x="297858" y="11501"/>
                </a:lnTo>
                <a:cubicBezTo>
                  <a:pt x="275703" y="11990"/>
                  <a:pt x="253773" y="20815"/>
                  <a:pt x="236866" y="37722"/>
                </a:cubicBezTo>
                <a:cubicBezTo>
                  <a:pt x="224105" y="50483"/>
                  <a:pt x="215948" y="66105"/>
                  <a:pt x="212939" y="82613"/>
                </a:cubicBezTo>
                <a:cubicBezTo>
                  <a:pt x="237526" y="100902"/>
                  <a:pt x="253233" y="130241"/>
                  <a:pt x="253233" y="163248"/>
                </a:cubicBezTo>
                <a:cubicBezTo>
                  <a:pt x="252734" y="189232"/>
                  <a:pt x="256525" y="205210"/>
                  <a:pt x="272877" y="215167"/>
                </a:cubicBezTo>
                <a:lnTo>
                  <a:pt x="298552" y="215277"/>
                </a:lnTo>
                <a:lnTo>
                  <a:pt x="298552" y="221928"/>
                </a:lnTo>
                <a:cubicBezTo>
                  <a:pt x="276711" y="221632"/>
                  <a:pt x="254816" y="229876"/>
                  <a:pt x="238146" y="246536"/>
                </a:cubicBezTo>
                <a:lnTo>
                  <a:pt x="246374" y="254763"/>
                </a:lnTo>
                <a:cubicBezTo>
                  <a:pt x="246367" y="254771"/>
                  <a:pt x="246359" y="254779"/>
                  <a:pt x="246352" y="254786"/>
                </a:cubicBezTo>
                <a:cubicBezTo>
                  <a:pt x="246344" y="254794"/>
                  <a:pt x="246337" y="254801"/>
                  <a:pt x="246329" y="254808"/>
                </a:cubicBezTo>
                <a:lnTo>
                  <a:pt x="238101" y="246581"/>
                </a:lnTo>
                <a:lnTo>
                  <a:pt x="223742" y="268215"/>
                </a:lnTo>
                <a:lnTo>
                  <a:pt x="190546" y="268215"/>
                </a:lnTo>
                <a:cubicBezTo>
                  <a:pt x="181969" y="262570"/>
                  <a:pt x="170130" y="261374"/>
                  <a:pt x="154813" y="261668"/>
                </a:cubicBezTo>
                <a:cubicBezTo>
                  <a:pt x="121806" y="261668"/>
                  <a:pt x="92467" y="245961"/>
                  <a:pt x="74178" y="221373"/>
                </a:cubicBezTo>
                <a:cubicBezTo>
                  <a:pt x="57670" y="224382"/>
                  <a:pt x="42049" y="232539"/>
                  <a:pt x="29288" y="245300"/>
                </a:cubicBezTo>
                <a:lnTo>
                  <a:pt x="13811" y="268215"/>
                </a:lnTo>
                <a:lnTo>
                  <a:pt x="0" y="268215"/>
                </a:lnTo>
                <a:cubicBezTo>
                  <a:pt x="4705" y="256723"/>
                  <a:pt x="11839" y="246048"/>
                  <a:pt x="21157" y="236731"/>
                </a:cubicBezTo>
                <a:cubicBezTo>
                  <a:pt x="34324" y="223564"/>
                  <a:pt x="50200" y="214757"/>
                  <a:pt x="67080" y="210684"/>
                </a:cubicBezTo>
                <a:cubicBezTo>
                  <a:pt x="57989" y="195895"/>
                  <a:pt x="53000" y="178457"/>
                  <a:pt x="53000" y="159854"/>
                </a:cubicBezTo>
                <a:cubicBezTo>
                  <a:pt x="53000" y="132604"/>
                  <a:pt x="63705" y="107854"/>
                  <a:pt x="81286" y="89721"/>
                </a:cubicBezTo>
                <a:cubicBezTo>
                  <a:pt x="99420" y="72140"/>
                  <a:pt x="124170" y="61435"/>
                  <a:pt x="151420" y="61435"/>
                </a:cubicBezTo>
                <a:cubicBezTo>
                  <a:pt x="170023" y="61435"/>
                  <a:pt x="187461" y="66424"/>
                  <a:pt x="202250" y="75515"/>
                </a:cubicBezTo>
                <a:cubicBezTo>
                  <a:pt x="206323" y="58635"/>
                  <a:pt x="215129" y="42758"/>
                  <a:pt x="228297" y="29591"/>
                </a:cubicBezTo>
                <a:cubicBezTo>
                  <a:pt x="247566" y="10322"/>
                  <a:pt x="272636" y="391"/>
                  <a:pt x="297890" y="0"/>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697" name="Oval 881"/>
          <p:cNvSpPr/>
          <p:nvPr/>
        </p:nvSpPr>
        <p:spPr>
          <a:xfrm>
            <a:off x="346332" y="-10245"/>
            <a:ext cx="169752" cy="84875"/>
          </a:xfrm>
          <a:custGeom>
            <a:avLst/>
            <a:gdLst/>
            <a:ahLst/>
            <a:cxnLst/>
            <a:rect l="l" t="t" r="r" b="b"/>
            <a:pathLst>
              <a:path w="169752" h="84875">
                <a:moveTo>
                  <a:pt x="0" y="0"/>
                </a:moveTo>
                <a:lnTo>
                  <a:pt x="169752" y="0"/>
                </a:lnTo>
                <a:cubicBezTo>
                  <a:pt x="169752" y="46875"/>
                  <a:pt x="131752" y="84875"/>
                  <a:pt x="84876" y="84875"/>
                </a:cubicBezTo>
                <a:cubicBezTo>
                  <a:pt x="38000" y="84875"/>
                  <a:pt x="0" y="46875"/>
                  <a:pt x="0"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698" name="Oval 882"/>
          <p:cNvSpPr/>
          <p:nvPr/>
        </p:nvSpPr>
        <p:spPr>
          <a:xfrm>
            <a:off x="1188872" y="-10245"/>
            <a:ext cx="169752" cy="84875"/>
          </a:xfrm>
          <a:custGeom>
            <a:avLst/>
            <a:gdLst/>
            <a:ahLst/>
            <a:cxnLst/>
            <a:rect l="l" t="t" r="r" b="b"/>
            <a:pathLst>
              <a:path w="169752" h="84875">
                <a:moveTo>
                  <a:pt x="0" y="0"/>
                </a:moveTo>
                <a:lnTo>
                  <a:pt x="169752" y="0"/>
                </a:lnTo>
                <a:cubicBezTo>
                  <a:pt x="169752" y="46875"/>
                  <a:pt x="131752" y="84875"/>
                  <a:pt x="84876" y="84875"/>
                </a:cubicBezTo>
                <a:cubicBezTo>
                  <a:pt x="38000" y="84875"/>
                  <a:pt x="0" y="46875"/>
                  <a:pt x="0"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699" name="Oval 883"/>
          <p:cNvSpPr/>
          <p:nvPr/>
        </p:nvSpPr>
        <p:spPr>
          <a:xfrm>
            <a:off x="2031413" y="-10245"/>
            <a:ext cx="10160587" cy="84875"/>
          </a:xfrm>
          <a:custGeom>
            <a:avLst/>
            <a:gdLst/>
            <a:ahLst/>
            <a:cxnLst/>
            <a:rect l="l" t="t" r="r" b="b"/>
            <a:pathLst>
              <a:path w="10160587" h="84875">
                <a:moveTo>
                  <a:pt x="10110479" y="0"/>
                </a:moveTo>
                <a:lnTo>
                  <a:pt x="10160587" y="0"/>
                </a:lnTo>
                <a:lnTo>
                  <a:pt x="10160587" y="77038"/>
                </a:lnTo>
                <a:cubicBezTo>
                  <a:pt x="10130976" y="64066"/>
                  <a:pt x="10110479" y="34427"/>
                  <a:pt x="10110479" y="0"/>
                </a:cubicBezTo>
                <a:close/>
                <a:moveTo>
                  <a:pt x="9267940" y="0"/>
                </a:moveTo>
                <a:lnTo>
                  <a:pt x="9437692" y="0"/>
                </a:lnTo>
                <a:cubicBezTo>
                  <a:pt x="9437692" y="46875"/>
                  <a:pt x="9399692" y="84875"/>
                  <a:pt x="9352816" y="84875"/>
                </a:cubicBezTo>
                <a:cubicBezTo>
                  <a:pt x="9305940" y="84875"/>
                  <a:pt x="9267940" y="46875"/>
                  <a:pt x="9267940" y="0"/>
                </a:cubicBezTo>
                <a:close/>
                <a:moveTo>
                  <a:pt x="8425400" y="0"/>
                </a:moveTo>
                <a:lnTo>
                  <a:pt x="8595152" y="0"/>
                </a:lnTo>
                <a:cubicBezTo>
                  <a:pt x="8595152" y="46875"/>
                  <a:pt x="8557152" y="84875"/>
                  <a:pt x="8510276" y="84875"/>
                </a:cubicBezTo>
                <a:cubicBezTo>
                  <a:pt x="8463400" y="84875"/>
                  <a:pt x="8425400" y="46875"/>
                  <a:pt x="8425400" y="0"/>
                </a:cubicBezTo>
                <a:close/>
                <a:moveTo>
                  <a:pt x="7582860" y="0"/>
                </a:moveTo>
                <a:lnTo>
                  <a:pt x="7752612" y="0"/>
                </a:lnTo>
                <a:cubicBezTo>
                  <a:pt x="7752612" y="46875"/>
                  <a:pt x="7714612" y="84875"/>
                  <a:pt x="7667736" y="84875"/>
                </a:cubicBezTo>
                <a:cubicBezTo>
                  <a:pt x="7620860" y="84875"/>
                  <a:pt x="7582860" y="46875"/>
                  <a:pt x="7582860" y="0"/>
                </a:cubicBezTo>
                <a:close/>
                <a:moveTo>
                  <a:pt x="6740320" y="0"/>
                </a:moveTo>
                <a:lnTo>
                  <a:pt x="6910072" y="0"/>
                </a:lnTo>
                <a:cubicBezTo>
                  <a:pt x="6910072" y="46875"/>
                  <a:pt x="6872072" y="84875"/>
                  <a:pt x="6825196" y="84875"/>
                </a:cubicBezTo>
                <a:cubicBezTo>
                  <a:pt x="6778320" y="84875"/>
                  <a:pt x="6740320" y="46875"/>
                  <a:pt x="6740320" y="0"/>
                </a:cubicBezTo>
                <a:close/>
                <a:moveTo>
                  <a:pt x="5897780" y="0"/>
                </a:moveTo>
                <a:lnTo>
                  <a:pt x="6067532" y="0"/>
                </a:lnTo>
                <a:cubicBezTo>
                  <a:pt x="6067532" y="46875"/>
                  <a:pt x="6029532" y="84875"/>
                  <a:pt x="5982656" y="84875"/>
                </a:cubicBezTo>
                <a:cubicBezTo>
                  <a:pt x="5935780" y="84875"/>
                  <a:pt x="5897780" y="46875"/>
                  <a:pt x="5897780" y="0"/>
                </a:cubicBezTo>
                <a:close/>
                <a:moveTo>
                  <a:pt x="5055240" y="0"/>
                </a:moveTo>
                <a:lnTo>
                  <a:pt x="5224992" y="0"/>
                </a:lnTo>
                <a:cubicBezTo>
                  <a:pt x="5224992" y="46875"/>
                  <a:pt x="5186992" y="84875"/>
                  <a:pt x="5140116" y="84875"/>
                </a:cubicBezTo>
                <a:cubicBezTo>
                  <a:pt x="5093240" y="84875"/>
                  <a:pt x="5055240" y="46875"/>
                  <a:pt x="5055240" y="0"/>
                </a:cubicBezTo>
                <a:close/>
                <a:moveTo>
                  <a:pt x="4212700" y="0"/>
                </a:moveTo>
                <a:lnTo>
                  <a:pt x="4382452" y="0"/>
                </a:lnTo>
                <a:cubicBezTo>
                  <a:pt x="4382452" y="46875"/>
                  <a:pt x="4344452" y="84875"/>
                  <a:pt x="4297576" y="84875"/>
                </a:cubicBezTo>
                <a:cubicBezTo>
                  <a:pt x="4250700" y="84875"/>
                  <a:pt x="4212700" y="46875"/>
                  <a:pt x="4212700" y="0"/>
                </a:cubicBezTo>
                <a:close/>
                <a:moveTo>
                  <a:pt x="3370160" y="0"/>
                </a:moveTo>
                <a:lnTo>
                  <a:pt x="3539912" y="0"/>
                </a:lnTo>
                <a:cubicBezTo>
                  <a:pt x="3539912" y="46875"/>
                  <a:pt x="3501912" y="84875"/>
                  <a:pt x="3455036" y="84875"/>
                </a:cubicBezTo>
                <a:cubicBezTo>
                  <a:pt x="3408160" y="84875"/>
                  <a:pt x="3370160" y="46875"/>
                  <a:pt x="3370160" y="0"/>
                </a:cubicBezTo>
                <a:close/>
                <a:moveTo>
                  <a:pt x="2527620" y="0"/>
                </a:moveTo>
                <a:lnTo>
                  <a:pt x="2697372" y="0"/>
                </a:lnTo>
                <a:cubicBezTo>
                  <a:pt x="2697372" y="46875"/>
                  <a:pt x="2659372" y="84875"/>
                  <a:pt x="2612496" y="84875"/>
                </a:cubicBezTo>
                <a:cubicBezTo>
                  <a:pt x="2565620" y="84875"/>
                  <a:pt x="2527620" y="46875"/>
                  <a:pt x="2527620" y="0"/>
                </a:cubicBezTo>
                <a:close/>
                <a:moveTo>
                  <a:pt x="1685080" y="0"/>
                </a:moveTo>
                <a:lnTo>
                  <a:pt x="1854832" y="0"/>
                </a:lnTo>
                <a:cubicBezTo>
                  <a:pt x="1854832" y="46875"/>
                  <a:pt x="1816832" y="84875"/>
                  <a:pt x="1769956" y="84875"/>
                </a:cubicBezTo>
                <a:cubicBezTo>
                  <a:pt x="1723080" y="84875"/>
                  <a:pt x="1685080" y="46875"/>
                  <a:pt x="1685080" y="0"/>
                </a:cubicBezTo>
                <a:close/>
                <a:moveTo>
                  <a:pt x="842540" y="0"/>
                </a:moveTo>
                <a:lnTo>
                  <a:pt x="1012292" y="0"/>
                </a:lnTo>
                <a:cubicBezTo>
                  <a:pt x="1012292" y="46875"/>
                  <a:pt x="974292" y="84875"/>
                  <a:pt x="927416" y="84875"/>
                </a:cubicBezTo>
                <a:cubicBezTo>
                  <a:pt x="880540" y="84875"/>
                  <a:pt x="842540" y="46875"/>
                  <a:pt x="842540" y="0"/>
                </a:cubicBezTo>
                <a:close/>
                <a:moveTo>
                  <a:pt x="0" y="0"/>
                </a:moveTo>
                <a:lnTo>
                  <a:pt x="169752" y="0"/>
                </a:lnTo>
                <a:cubicBezTo>
                  <a:pt x="169752" y="46875"/>
                  <a:pt x="131752" y="84875"/>
                  <a:pt x="84876" y="84875"/>
                </a:cubicBezTo>
                <a:cubicBezTo>
                  <a:pt x="38000" y="84875"/>
                  <a:pt x="0" y="46875"/>
                  <a:pt x="0"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700" name="Teardrop 3"/>
          <p:cNvSpPr/>
          <p:nvPr/>
        </p:nvSpPr>
        <p:spPr>
          <a:xfrm rot="5400000" flipH="1" flipV="1">
            <a:off x="6442772" y="955039"/>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701" name="Oval 1700"/>
          <p:cNvSpPr/>
          <p:nvPr/>
        </p:nvSpPr>
        <p:spPr>
          <a:xfrm>
            <a:off x="7120499" y="1211356"/>
            <a:ext cx="100015" cy="100014"/>
          </a:xfrm>
          <a:prstGeom prst="ellipse">
            <a:avLst/>
          </a:prstGeom>
          <a:solidFill>
            <a:schemeClr val="bg1"/>
          </a:solidFill>
          <a:ln w="13970">
            <a:solidFill>
              <a:schemeClr val="accent3">
                <a:lumMod val="75000"/>
              </a:schemeClr>
            </a:solidFill>
          </a:ln>
        </p:spPr>
        <p:style>
          <a:lnRef idx="1">
            <a:schemeClr val="accent1"/>
          </a:lnRef>
          <a:fillRef idx="0">
            <a:schemeClr val="accent1"/>
          </a:fillRef>
          <a:effectRef idx="0">
            <a:schemeClr val="accent1"/>
          </a:effectRef>
          <a:fontRef idx="minor">
            <a:schemeClr val="tx1"/>
          </a:fontRef>
        </p:style>
      </p:sp>
      <p:sp>
        <p:nvSpPr>
          <p:cNvPr id="1702" name="Teardrop 3"/>
          <p:cNvSpPr/>
          <p:nvPr/>
        </p:nvSpPr>
        <p:spPr>
          <a:xfrm rot="5400000" flipH="1" flipV="1">
            <a:off x="-148774" y="1103813"/>
            <a:ext cx="612648" cy="315100"/>
          </a:xfrm>
          <a:custGeom>
            <a:avLst/>
            <a:gdLst/>
            <a:ahLst/>
            <a:cxnLst/>
            <a:rect l="l" t="t" r="r" b="b"/>
            <a:pathLst>
              <a:path w="612648" h="315100">
                <a:moveTo>
                  <a:pt x="239386" y="75670"/>
                </a:moveTo>
                <a:cubicBezTo>
                  <a:pt x="230866" y="67149"/>
                  <a:pt x="224313" y="57406"/>
                  <a:pt x="219944" y="46909"/>
                </a:cubicBezTo>
                <a:cubicBezTo>
                  <a:pt x="207099" y="60107"/>
                  <a:pt x="182914" y="65356"/>
                  <a:pt x="163810" y="64989"/>
                </a:cubicBezTo>
                <a:cubicBezTo>
                  <a:pt x="113792" y="64989"/>
                  <a:pt x="73243" y="105538"/>
                  <a:pt x="73243" y="155556"/>
                </a:cubicBezTo>
                <a:cubicBezTo>
                  <a:pt x="73243" y="179467"/>
                  <a:pt x="82509" y="201213"/>
                  <a:pt x="97830" y="217225"/>
                </a:cubicBezTo>
                <a:close/>
                <a:moveTo>
                  <a:pt x="268191" y="95157"/>
                </a:moveTo>
                <a:cubicBezTo>
                  <a:pt x="257695" y="90787"/>
                  <a:pt x="247952" y="84234"/>
                  <a:pt x="239431" y="75715"/>
                </a:cubicBezTo>
                <a:lnTo>
                  <a:pt x="97875" y="217270"/>
                </a:lnTo>
                <a:cubicBezTo>
                  <a:pt x="113887" y="232591"/>
                  <a:pt x="135634" y="241857"/>
                  <a:pt x="159544" y="241857"/>
                </a:cubicBezTo>
                <a:cubicBezTo>
                  <a:pt x="184553" y="241857"/>
                  <a:pt x="207195" y="231720"/>
                  <a:pt x="223585" y="215331"/>
                </a:cubicBezTo>
                <a:cubicBezTo>
                  <a:pt x="239974" y="198941"/>
                  <a:pt x="250111" y="176299"/>
                  <a:pt x="250111" y="151290"/>
                </a:cubicBezTo>
                <a:cubicBezTo>
                  <a:pt x="249745" y="132187"/>
                  <a:pt x="254994" y="108002"/>
                  <a:pt x="268191" y="95157"/>
                </a:cubicBezTo>
                <a:close/>
                <a:moveTo>
                  <a:pt x="391275" y="232488"/>
                </a:moveTo>
                <a:cubicBezTo>
                  <a:pt x="366688" y="214199"/>
                  <a:pt x="350981" y="184860"/>
                  <a:pt x="350981" y="151853"/>
                </a:cubicBezTo>
                <a:cubicBezTo>
                  <a:pt x="351479" y="125869"/>
                  <a:pt x="347689" y="109892"/>
                  <a:pt x="331337" y="99934"/>
                </a:cubicBezTo>
                <a:cubicBezTo>
                  <a:pt x="315088" y="104415"/>
                  <a:pt x="297874" y="104335"/>
                  <a:pt x="281637" y="99721"/>
                </a:cubicBezTo>
                <a:cubicBezTo>
                  <a:pt x="265010" y="109675"/>
                  <a:pt x="261165" y="125694"/>
                  <a:pt x="261667" y="151853"/>
                </a:cubicBezTo>
                <a:cubicBezTo>
                  <a:pt x="261667" y="179968"/>
                  <a:pt x="250271" y="205421"/>
                  <a:pt x="231847" y="223846"/>
                </a:cubicBezTo>
                <a:lnTo>
                  <a:pt x="221347" y="232509"/>
                </a:lnTo>
                <a:cubicBezTo>
                  <a:pt x="224390" y="249009"/>
                  <a:pt x="232545" y="264623"/>
                  <a:pt x="245300" y="277378"/>
                </a:cubicBezTo>
                <a:cubicBezTo>
                  <a:pt x="262207" y="294285"/>
                  <a:pt x="284136" y="303111"/>
                  <a:pt x="306292" y="303599"/>
                </a:cubicBezTo>
                <a:lnTo>
                  <a:pt x="306292" y="218433"/>
                </a:lnTo>
                <a:lnTo>
                  <a:pt x="306356" y="218433"/>
                </a:lnTo>
                <a:lnTo>
                  <a:pt x="306356" y="303599"/>
                </a:lnTo>
                <a:cubicBezTo>
                  <a:pt x="328512" y="303110"/>
                  <a:pt x="350441" y="294285"/>
                  <a:pt x="367348" y="277378"/>
                </a:cubicBezTo>
                <a:cubicBezTo>
                  <a:pt x="380109" y="264617"/>
                  <a:pt x="388266" y="248996"/>
                  <a:pt x="391275" y="232488"/>
                </a:cubicBezTo>
                <a:close/>
                <a:moveTo>
                  <a:pt x="514773" y="217271"/>
                </a:moveTo>
                <a:lnTo>
                  <a:pt x="373218" y="75716"/>
                </a:lnTo>
                <a:cubicBezTo>
                  <a:pt x="364700" y="84231"/>
                  <a:pt x="354962" y="90781"/>
                  <a:pt x="344508" y="95209"/>
                </a:cubicBezTo>
                <a:cubicBezTo>
                  <a:pt x="357668" y="108066"/>
                  <a:pt x="362903" y="132212"/>
                  <a:pt x="362537" y="151290"/>
                </a:cubicBezTo>
                <a:cubicBezTo>
                  <a:pt x="362537" y="201309"/>
                  <a:pt x="403085" y="241857"/>
                  <a:pt x="453104" y="241857"/>
                </a:cubicBezTo>
                <a:cubicBezTo>
                  <a:pt x="477015" y="241857"/>
                  <a:pt x="498761" y="232592"/>
                  <a:pt x="514773" y="217271"/>
                </a:cubicBezTo>
                <a:close/>
                <a:moveTo>
                  <a:pt x="539405" y="155556"/>
                </a:moveTo>
                <a:cubicBezTo>
                  <a:pt x="539405" y="105538"/>
                  <a:pt x="498856" y="64989"/>
                  <a:pt x="448838" y="64989"/>
                </a:cubicBezTo>
                <a:cubicBezTo>
                  <a:pt x="429760" y="65355"/>
                  <a:pt x="405614" y="60121"/>
                  <a:pt x="392756" y="46961"/>
                </a:cubicBezTo>
                <a:cubicBezTo>
                  <a:pt x="388329" y="57415"/>
                  <a:pt x="381778" y="67153"/>
                  <a:pt x="373263" y="75671"/>
                </a:cubicBezTo>
                <a:lnTo>
                  <a:pt x="514818" y="217225"/>
                </a:lnTo>
                <a:cubicBezTo>
                  <a:pt x="530139" y="201213"/>
                  <a:pt x="539405" y="179467"/>
                  <a:pt x="539405" y="155556"/>
                </a:cubicBezTo>
                <a:close/>
                <a:moveTo>
                  <a:pt x="612648" y="8776"/>
                </a:moveTo>
                <a:cubicBezTo>
                  <a:pt x="612257" y="34030"/>
                  <a:pt x="602326" y="59101"/>
                  <a:pt x="583058" y="78369"/>
                </a:cubicBezTo>
                <a:cubicBezTo>
                  <a:pt x="569890" y="91537"/>
                  <a:pt x="554014" y="100343"/>
                  <a:pt x="537134" y="104416"/>
                </a:cubicBezTo>
                <a:cubicBezTo>
                  <a:pt x="546224" y="119205"/>
                  <a:pt x="551214" y="136643"/>
                  <a:pt x="551214" y="155247"/>
                </a:cubicBezTo>
                <a:cubicBezTo>
                  <a:pt x="551214" y="182497"/>
                  <a:pt x="540509" y="207247"/>
                  <a:pt x="522928" y="225380"/>
                </a:cubicBezTo>
                <a:lnTo>
                  <a:pt x="522928" y="225380"/>
                </a:lnTo>
                <a:cubicBezTo>
                  <a:pt x="504794" y="242961"/>
                  <a:pt x="480044" y="253667"/>
                  <a:pt x="452794" y="253667"/>
                </a:cubicBezTo>
                <a:cubicBezTo>
                  <a:pt x="434191" y="253667"/>
                  <a:pt x="416753" y="248677"/>
                  <a:pt x="401964" y="239586"/>
                </a:cubicBezTo>
                <a:cubicBezTo>
                  <a:pt x="397891" y="256466"/>
                  <a:pt x="389084" y="272342"/>
                  <a:pt x="375917" y="285509"/>
                </a:cubicBezTo>
                <a:cubicBezTo>
                  <a:pt x="356649" y="304778"/>
                  <a:pt x="331578" y="314709"/>
                  <a:pt x="306324" y="315100"/>
                </a:cubicBezTo>
                <a:lnTo>
                  <a:pt x="306324" y="315100"/>
                </a:lnTo>
                <a:cubicBezTo>
                  <a:pt x="281070" y="314709"/>
                  <a:pt x="255999" y="304778"/>
                  <a:pt x="236731" y="285509"/>
                </a:cubicBezTo>
                <a:cubicBezTo>
                  <a:pt x="223571" y="272349"/>
                  <a:pt x="214766" y="256482"/>
                  <a:pt x="210610" y="239626"/>
                </a:cubicBezTo>
                <a:cubicBezTo>
                  <a:pt x="195839" y="248693"/>
                  <a:pt x="178427" y="253666"/>
                  <a:pt x="159854" y="253666"/>
                </a:cubicBezTo>
                <a:cubicBezTo>
                  <a:pt x="132604" y="253666"/>
                  <a:pt x="107854" y="242961"/>
                  <a:pt x="89720" y="225380"/>
                </a:cubicBezTo>
                <a:lnTo>
                  <a:pt x="89720" y="225380"/>
                </a:lnTo>
                <a:cubicBezTo>
                  <a:pt x="72139" y="207247"/>
                  <a:pt x="61434" y="182497"/>
                  <a:pt x="61434" y="155247"/>
                </a:cubicBezTo>
                <a:cubicBezTo>
                  <a:pt x="61434" y="136673"/>
                  <a:pt x="66407" y="119262"/>
                  <a:pt x="75474" y="104490"/>
                </a:cubicBezTo>
                <a:cubicBezTo>
                  <a:pt x="58618" y="100334"/>
                  <a:pt x="42751" y="91530"/>
                  <a:pt x="29591" y="78369"/>
                </a:cubicBezTo>
                <a:cubicBezTo>
                  <a:pt x="10322" y="59101"/>
                  <a:pt x="391" y="34030"/>
                  <a:pt x="0" y="8776"/>
                </a:cubicBezTo>
                <a:lnTo>
                  <a:pt x="0" y="8776"/>
                </a:lnTo>
                <a:lnTo>
                  <a:pt x="1828" y="0"/>
                </a:lnTo>
                <a:lnTo>
                  <a:pt x="13374" y="0"/>
                </a:lnTo>
                <a:cubicBezTo>
                  <a:pt x="11782" y="2802"/>
                  <a:pt x="11567" y="5771"/>
                  <a:pt x="11501" y="8744"/>
                </a:cubicBezTo>
                <a:lnTo>
                  <a:pt x="96667" y="8744"/>
                </a:lnTo>
                <a:lnTo>
                  <a:pt x="96667" y="8808"/>
                </a:lnTo>
                <a:lnTo>
                  <a:pt x="11501" y="8808"/>
                </a:lnTo>
                <a:cubicBezTo>
                  <a:pt x="11989" y="30964"/>
                  <a:pt x="20815" y="52893"/>
                  <a:pt x="37722" y="69800"/>
                </a:cubicBezTo>
                <a:cubicBezTo>
                  <a:pt x="50477" y="82555"/>
                  <a:pt x="66091" y="90711"/>
                  <a:pt x="82592" y="93753"/>
                </a:cubicBezTo>
                <a:cubicBezTo>
                  <a:pt x="100880" y="69151"/>
                  <a:pt x="130228" y="53433"/>
                  <a:pt x="163247" y="53433"/>
                </a:cubicBezTo>
                <a:cubicBezTo>
                  <a:pt x="186137" y="53872"/>
                  <a:pt x="201262" y="50984"/>
                  <a:pt x="211355" y="39116"/>
                </a:cubicBezTo>
                <a:cubicBezTo>
                  <a:pt x="212796" y="37420"/>
                  <a:pt x="214135" y="35542"/>
                  <a:pt x="215380" y="33463"/>
                </a:cubicBezTo>
                <a:lnTo>
                  <a:pt x="215236" y="0"/>
                </a:lnTo>
                <a:lnTo>
                  <a:pt x="223506" y="0"/>
                </a:lnTo>
                <a:cubicBezTo>
                  <a:pt x="219687" y="24354"/>
                  <a:pt x="227777" y="49750"/>
                  <a:pt x="246535" y="68520"/>
                </a:cubicBezTo>
                <a:lnTo>
                  <a:pt x="254763" y="60293"/>
                </a:lnTo>
                <a:cubicBezTo>
                  <a:pt x="254771" y="60299"/>
                  <a:pt x="254778" y="60307"/>
                  <a:pt x="254786" y="60315"/>
                </a:cubicBezTo>
                <a:lnTo>
                  <a:pt x="254808" y="60338"/>
                </a:lnTo>
                <a:lnTo>
                  <a:pt x="246580" y="68565"/>
                </a:lnTo>
                <a:cubicBezTo>
                  <a:pt x="279582" y="101547"/>
                  <a:pt x="333066" y="101547"/>
                  <a:pt x="366068" y="68565"/>
                </a:cubicBezTo>
                <a:lnTo>
                  <a:pt x="357840" y="60338"/>
                </a:lnTo>
                <a:cubicBezTo>
                  <a:pt x="357847" y="60330"/>
                  <a:pt x="357855" y="60322"/>
                  <a:pt x="357862" y="60315"/>
                </a:cubicBezTo>
                <a:lnTo>
                  <a:pt x="357885" y="60293"/>
                </a:lnTo>
                <a:lnTo>
                  <a:pt x="366113" y="68520"/>
                </a:lnTo>
                <a:cubicBezTo>
                  <a:pt x="384871" y="49750"/>
                  <a:pt x="392961" y="24354"/>
                  <a:pt x="389142" y="0"/>
                </a:cubicBezTo>
                <a:lnTo>
                  <a:pt x="397337" y="0"/>
                </a:lnTo>
                <a:cubicBezTo>
                  <a:pt x="401479" y="11094"/>
                  <a:pt x="400548" y="22668"/>
                  <a:pt x="397481" y="33790"/>
                </a:cubicBezTo>
                <a:cubicBezTo>
                  <a:pt x="407439" y="50142"/>
                  <a:pt x="423417" y="53932"/>
                  <a:pt x="449401" y="53433"/>
                </a:cubicBezTo>
                <a:cubicBezTo>
                  <a:pt x="482407" y="53434"/>
                  <a:pt x="511746" y="69140"/>
                  <a:pt x="530035" y="93727"/>
                </a:cubicBezTo>
                <a:cubicBezTo>
                  <a:pt x="546543" y="90718"/>
                  <a:pt x="562165" y="82561"/>
                  <a:pt x="574926" y="69800"/>
                </a:cubicBezTo>
                <a:cubicBezTo>
                  <a:pt x="591833" y="52893"/>
                  <a:pt x="600658" y="30964"/>
                  <a:pt x="601147" y="8808"/>
                </a:cubicBezTo>
                <a:lnTo>
                  <a:pt x="515982" y="8808"/>
                </a:lnTo>
                <a:lnTo>
                  <a:pt x="515981" y="8744"/>
                </a:lnTo>
                <a:lnTo>
                  <a:pt x="601147" y="8744"/>
                </a:lnTo>
                <a:lnTo>
                  <a:pt x="599274" y="0"/>
                </a:lnTo>
                <a:lnTo>
                  <a:pt x="610820" y="0"/>
                </a:lnTo>
                <a:cubicBezTo>
                  <a:pt x="612423" y="2826"/>
                  <a:pt x="612602" y="5800"/>
                  <a:pt x="612648" y="8776"/>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703" name="Oval 1702"/>
          <p:cNvSpPr/>
          <p:nvPr/>
        </p:nvSpPr>
        <p:spPr>
          <a:xfrm>
            <a:off x="377459" y="1211356"/>
            <a:ext cx="100015" cy="100014"/>
          </a:xfrm>
          <a:prstGeom prst="ellipse">
            <a:avLst/>
          </a:prstGeom>
          <a:solidFill>
            <a:schemeClr val="bg1"/>
          </a:solidFill>
          <a:ln w="13970">
            <a:solidFill>
              <a:schemeClr val="accent3">
                <a:lumMod val="75000"/>
              </a:schemeClr>
            </a:solidFill>
          </a:ln>
        </p:spPr>
        <p:style>
          <a:lnRef idx="1">
            <a:schemeClr val="accent1"/>
          </a:lnRef>
          <a:fillRef idx="0">
            <a:schemeClr val="accent1"/>
          </a:fillRef>
          <a:effectRef idx="0">
            <a:schemeClr val="accent1"/>
          </a:effectRef>
          <a:fontRef idx="minor">
            <a:schemeClr val="tx1"/>
          </a:fontRef>
        </p:style>
      </p:sp>
      <p:sp>
        <p:nvSpPr>
          <p:cNvPr id="1704" name="Teardrop 3"/>
          <p:cNvSpPr/>
          <p:nvPr/>
        </p:nvSpPr>
        <p:spPr>
          <a:xfrm rot="5400000" flipH="1" flipV="1">
            <a:off x="1387532" y="955039"/>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705" name="Teardrop 3"/>
          <p:cNvSpPr/>
          <p:nvPr/>
        </p:nvSpPr>
        <p:spPr>
          <a:xfrm rot="5400000" flipH="1" flipV="1">
            <a:off x="2230072" y="955039"/>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706" name="Teardrop 3"/>
          <p:cNvSpPr/>
          <p:nvPr/>
        </p:nvSpPr>
        <p:spPr>
          <a:xfrm rot="5400000" flipH="1" flipV="1">
            <a:off x="3072612" y="955039"/>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707" name="Teardrop 3"/>
          <p:cNvSpPr/>
          <p:nvPr/>
        </p:nvSpPr>
        <p:spPr>
          <a:xfrm rot="5400000" flipH="1" flipV="1">
            <a:off x="3915152" y="955039"/>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708" name="Teardrop 3"/>
          <p:cNvSpPr/>
          <p:nvPr/>
        </p:nvSpPr>
        <p:spPr>
          <a:xfrm rot="5400000" flipH="1" flipV="1">
            <a:off x="4757692" y="955039"/>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709" name="Teardrop 3"/>
          <p:cNvSpPr/>
          <p:nvPr/>
        </p:nvSpPr>
        <p:spPr>
          <a:xfrm rot="5400000" flipH="1" flipV="1">
            <a:off x="5600232" y="955039"/>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710" name="Oval 1709"/>
          <p:cNvSpPr/>
          <p:nvPr/>
        </p:nvSpPr>
        <p:spPr>
          <a:xfrm>
            <a:off x="1220339" y="1211356"/>
            <a:ext cx="100015" cy="100014"/>
          </a:xfrm>
          <a:prstGeom prst="ellipse">
            <a:avLst/>
          </a:prstGeom>
          <a:solidFill>
            <a:schemeClr val="bg1"/>
          </a:solidFill>
          <a:ln w="13970">
            <a:solidFill>
              <a:schemeClr val="accent3">
                <a:lumMod val="75000"/>
              </a:schemeClr>
            </a:solidFill>
          </a:ln>
        </p:spPr>
        <p:style>
          <a:lnRef idx="1">
            <a:schemeClr val="accent1"/>
          </a:lnRef>
          <a:fillRef idx="0">
            <a:schemeClr val="accent1"/>
          </a:fillRef>
          <a:effectRef idx="0">
            <a:schemeClr val="accent1"/>
          </a:effectRef>
          <a:fontRef idx="minor">
            <a:schemeClr val="tx1"/>
          </a:fontRef>
        </p:style>
      </p:sp>
      <p:sp>
        <p:nvSpPr>
          <p:cNvPr id="1711" name="Oval 1710"/>
          <p:cNvSpPr/>
          <p:nvPr/>
        </p:nvSpPr>
        <p:spPr>
          <a:xfrm>
            <a:off x="2063219" y="1211356"/>
            <a:ext cx="100015" cy="100014"/>
          </a:xfrm>
          <a:prstGeom prst="ellipse">
            <a:avLst/>
          </a:prstGeom>
          <a:solidFill>
            <a:schemeClr val="bg1"/>
          </a:solidFill>
          <a:ln w="13970">
            <a:solidFill>
              <a:schemeClr val="accent3">
                <a:lumMod val="75000"/>
              </a:schemeClr>
            </a:solidFill>
          </a:ln>
        </p:spPr>
        <p:style>
          <a:lnRef idx="1">
            <a:schemeClr val="accent1"/>
          </a:lnRef>
          <a:fillRef idx="0">
            <a:schemeClr val="accent1"/>
          </a:fillRef>
          <a:effectRef idx="0">
            <a:schemeClr val="accent1"/>
          </a:effectRef>
          <a:fontRef idx="minor">
            <a:schemeClr val="tx1"/>
          </a:fontRef>
        </p:style>
      </p:sp>
      <p:sp>
        <p:nvSpPr>
          <p:cNvPr id="1712" name="Oval 1711"/>
          <p:cNvSpPr/>
          <p:nvPr/>
        </p:nvSpPr>
        <p:spPr>
          <a:xfrm>
            <a:off x="2906099" y="1211356"/>
            <a:ext cx="100015" cy="100014"/>
          </a:xfrm>
          <a:prstGeom prst="ellipse">
            <a:avLst/>
          </a:prstGeom>
          <a:solidFill>
            <a:schemeClr val="bg1"/>
          </a:solidFill>
          <a:ln w="13970">
            <a:solidFill>
              <a:schemeClr val="accent3">
                <a:lumMod val="75000"/>
              </a:schemeClr>
            </a:solidFill>
          </a:ln>
        </p:spPr>
        <p:style>
          <a:lnRef idx="1">
            <a:schemeClr val="accent1"/>
          </a:lnRef>
          <a:fillRef idx="0">
            <a:schemeClr val="accent1"/>
          </a:fillRef>
          <a:effectRef idx="0">
            <a:schemeClr val="accent1"/>
          </a:effectRef>
          <a:fontRef idx="minor">
            <a:schemeClr val="tx1"/>
          </a:fontRef>
        </p:style>
      </p:sp>
      <p:sp>
        <p:nvSpPr>
          <p:cNvPr id="1713" name="Oval 1712"/>
          <p:cNvSpPr/>
          <p:nvPr/>
        </p:nvSpPr>
        <p:spPr>
          <a:xfrm>
            <a:off x="3748979" y="1211356"/>
            <a:ext cx="100015" cy="100014"/>
          </a:xfrm>
          <a:prstGeom prst="ellipse">
            <a:avLst/>
          </a:prstGeom>
          <a:solidFill>
            <a:schemeClr val="bg1"/>
          </a:solidFill>
          <a:ln w="13970">
            <a:solidFill>
              <a:schemeClr val="accent3">
                <a:lumMod val="75000"/>
              </a:schemeClr>
            </a:solidFill>
          </a:ln>
        </p:spPr>
        <p:style>
          <a:lnRef idx="1">
            <a:schemeClr val="accent1"/>
          </a:lnRef>
          <a:fillRef idx="0">
            <a:schemeClr val="accent1"/>
          </a:fillRef>
          <a:effectRef idx="0">
            <a:schemeClr val="accent1"/>
          </a:effectRef>
          <a:fontRef idx="minor">
            <a:schemeClr val="tx1"/>
          </a:fontRef>
        </p:style>
      </p:sp>
      <p:sp>
        <p:nvSpPr>
          <p:cNvPr id="1714" name="Oval 1713"/>
          <p:cNvSpPr/>
          <p:nvPr/>
        </p:nvSpPr>
        <p:spPr>
          <a:xfrm>
            <a:off x="4591859" y="1211356"/>
            <a:ext cx="100015" cy="100014"/>
          </a:xfrm>
          <a:prstGeom prst="ellipse">
            <a:avLst/>
          </a:prstGeom>
          <a:solidFill>
            <a:schemeClr val="bg1"/>
          </a:solidFill>
          <a:ln w="13970">
            <a:solidFill>
              <a:schemeClr val="accent3">
                <a:lumMod val="75000"/>
              </a:schemeClr>
            </a:solidFill>
          </a:ln>
        </p:spPr>
        <p:style>
          <a:lnRef idx="1">
            <a:schemeClr val="accent1"/>
          </a:lnRef>
          <a:fillRef idx="0">
            <a:schemeClr val="accent1"/>
          </a:fillRef>
          <a:effectRef idx="0">
            <a:schemeClr val="accent1"/>
          </a:effectRef>
          <a:fontRef idx="minor">
            <a:schemeClr val="tx1"/>
          </a:fontRef>
        </p:style>
      </p:sp>
      <p:sp>
        <p:nvSpPr>
          <p:cNvPr id="1715" name="Oval 1714"/>
          <p:cNvSpPr/>
          <p:nvPr/>
        </p:nvSpPr>
        <p:spPr>
          <a:xfrm>
            <a:off x="5434739" y="1211356"/>
            <a:ext cx="100015" cy="100014"/>
          </a:xfrm>
          <a:prstGeom prst="ellipse">
            <a:avLst/>
          </a:prstGeom>
          <a:solidFill>
            <a:schemeClr val="bg1"/>
          </a:solidFill>
          <a:ln w="13970">
            <a:solidFill>
              <a:schemeClr val="accent3">
                <a:lumMod val="75000"/>
              </a:schemeClr>
            </a:solidFill>
          </a:ln>
        </p:spPr>
        <p:style>
          <a:lnRef idx="1">
            <a:schemeClr val="accent1"/>
          </a:lnRef>
          <a:fillRef idx="0">
            <a:schemeClr val="accent1"/>
          </a:fillRef>
          <a:effectRef idx="0">
            <a:schemeClr val="accent1"/>
          </a:effectRef>
          <a:fontRef idx="minor">
            <a:schemeClr val="tx1"/>
          </a:fontRef>
        </p:style>
      </p:sp>
      <p:sp>
        <p:nvSpPr>
          <p:cNvPr id="1716" name="Oval 1715"/>
          <p:cNvSpPr/>
          <p:nvPr/>
        </p:nvSpPr>
        <p:spPr>
          <a:xfrm>
            <a:off x="6277619" y="1211356"/>
            <a:ext cx="100015" cy="100014"/>
          </a:xfrm>
          <a:prstGeom prst="ellipse">
            <a:avLst/>
          </a:prstGeom>
          <a:solidFill>
            <a:schemeClr val="bg1"/>
          </a:solidFill>
          <a:ln w="13970">
            <a:solidFill>
              <a:schemeClr val="accent3">
                <a:lumMod val="75000"/>
              </a:schemeClr>
            </a:solidFill>
          </a:ln>
        </p:spPr>
        <p:style>
          <a:lnRef idx="1">
            <a:schemeClr val="accent1"/>
          </a:lnRef>
          <a:fillRef idx="0">
            <a:schemeClr val="accent1"/>
          </a:fillRef>
          <a:effectRef idx="0">
            <a:schemeClr val="accent1"/>
          </a:effectRef>
          <a:fontRef idx="minor">
            <a:schemeClr val="tx1"/>
          </a:fontRef>
        </p:style>
      </p:sp>
      <p:sp>
        <p:nvSpPr>
          <p:cNvPr id="1717" name="Teardrop 3"/>
          <p:cNvSpPr/>
          <p:nvPr/>
        </p:nvSpPr>
        <p:spPr>
          <a:xfrm rot="5400000" flipH="1" flipV="1">
            <a:off x="8127852" y="955039"/>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718" name="Oval 1717"/>
          <p:cNvSpPr/>
          <p:nvPr/>
        </p:nvSpPr>
        <p:spPr>
          <a:xfrm>
            <a:off x="8806259" y="1211356"/>
            <a:ext cx="100015" cy="100014"/>
          </a:xfrm>
          <a:prstGeom prst="ellipse">
            <a:avLst/>
          </a:prstGeom>
          <a:solidFill>
            <a:schemeClr val="bg1"/>
          </a:solidFill>
          <a:ln w="13970">
            <a:solidFill>
              <a:schemeClr val="accent3">
                <a:lumMod val="75000"/>
              </a:schemeClr>
            </a:solidFill>
          </a:ln>
        </p:spPr>
        <p:style>
          <a:lnRef idx="1">
            <a:schemeClr val="accent1"/>
          </a:lnRef>
          <a:fillRef idx="0">
            <a:schemeClr val="accent1"/>
          </a:fillRef>
          <a:effectRef idx="0">
            <a:schemeClr val="accent1"/>
          </a:effectRef>
          <a:fontRef idx="minor">
            <a:schemeClr val="tx1"/>
          </a:fontRef>
        </p:style>
      </p:sp>
      <p:sp>
        <p:nvSpPr>
          <p:cNvPr id="1719" name="Teardrop 3"/>
          <p:cNvSpPr/>
          <p:nvPr/>
        </p:nvSpPr>
        <p:spPr>
          <a:xfrm rot="5400000" flipH="1" flipV="1">
            <a:off x="7285312" y="955039"/>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720" name="Oval 1719"/>
          <p:cNvSpPr/>
          <p:nvPr/>
        </p:nvSpPr>
        <p:spPr>
          <a:xfrm>
            <a:off x="7963379" y="1211356"/>
            <a:ext cx="100015" cy="100014"/>
          </a:xfrm>
          <a:prstGeom prst="ellipse">
            <a:avLst/>
          </a:prstGeom>
          <a:solidFill>
            <a:schemeClr val="bg1"/>
          </a:solidFill>
          <a:ln w="13970">
            <a:solidFill>
              <a:schemeClr val="accent3">
                <a:lumMod val="75000"/>
              </a:schemeClr>
            </a:solidFill>
          </a:ln>
        </p:spPr>
        <p:style>
          <a:lnRef idx="1">
            <a:schemeClr val="accent1"/>
          </a:lnRef>
          <a:fillRef idx="0">
            <a:schemeClr val="accent1"/>
          </a:fillRef>
          <a:effectRef idx="0">
            <a:schemeClr val="accent1"/>
          </a:effectRef>
          <a:fontRef idx="minor">
            <a:schemeClr val="tx1"/>
          </a:fontRef>
        </p:style>
      </p:sp>
      <p:sp>
        <p:nvSpPr>
          <p:cNvPr id="1721" name="Teardrop 3"/>
          <p:cNvSpPr/>
          <p:nvPr/>
        </p:nvSpPr>
        <p:spPr>
          <a:xfrm rot="5400000" flipH="1" flipV="1">
            <a:off x="9812932" y="955039"/>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722" name="Oval 1721"/>
          <p:cNvSpPr/>
          <p:nvPr/>
        </p:nvSpPr>
        <p:spPr>
          <a:xfrm>
            <a:off x="10492019" y="1211356"/>
            <a:ext cx="100015" cy="100014"/>
          </a:xfrm>
          <a:prstGeom prst="ellipse">
            <a:avLst/>
          </a:prstGeom>
          <a:solidFill>
            <a:schemeClr val="bg1"/>
          </a:solidFill>
          <a:ln w="13970">
            <a:solidFill>
              <a:schemeClr val="accent3">
                <a:lumMod val="75000"/>
              </a:schemeClr>
            </a:solidFill>
          </a:ln>
        </p:spPr>
        <p:style>
          <a:lnRef idx="1">
            <a:schemeClr val="accent1"/>
          </a:lnRef>
          <a:fillRef idx="0">
            <a:schemeClr val="accent1"/>
          </a:fillRef>
          <a:effectRef idx="0">
            <a:schemeClr val="accent1"/>
          </a:effectRef>
          <a:fontRef idx="minor">
            <a:schemeClr val="tx1"/>
          </a:fontRef>
        </p:style>
      </p:sp>
      <p:sp>
        <p:nvSpPr>
          <p:cNvPr id="1723" name="Teardrop 3"/>
          <p:cNvSpPr/>
          <p:nvPr/>
        </p:nvSpPr>
        <p:spPr>
          <a:xfrm rot="5400000" flipH="1" flipV="1">
            <a:off x="8970392" y="955039"/>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724" name="Oval 1723"/>
          <p:cNvSpPr/>
          <p:nvPr/>
        </p:nvSpPr>
        <p:spPr>
          <a:xfrm>
            <a:off x="9649139" y="1211356"/>
            <a:ext cx="100015" cy="100014"/>
          </a:xfrm>
          <a:prstGeom prst="ellipse">
            <a:avLst/>
          </a:prstGeom>
          <a:solidFill>
            <a:schemeClr val="bg1"/>
          </a:solidFill>
          <a:ln w="13970">
            <a:solidFill>
              <a:schemeClr val="accent3">
                <a:lumMod val="75000"/>
              </a:schemeClr>
            </a:solidFill>
          </a:ln>
        </p:spPr>
        <p:style>
          <a:lnRef idx="1">
            <a:schemeClr val="accent1"/>
          </a:lnRef>
          <a:fillRef idx="0">
            <a:schemeClr val="accent1"/>
          </a:fillRef>
          <a:effectRef idx="0">
            <a:schemeClr val="accent1"/>
          </a:effectRef>
          <a:fontRef idx="minor">
            <a:schemeClr val="tx1"/>
          </a:fontRef>
        </p:style>
      </p:sp>
      <p:sp>
        <p:nvSpPr>
          <p:cNvPr id="1725" name="Teardrop 3"/>
          <p:cNvSpPr/>
          <p:nvPr/>
        </p:nvSpPr>
        <p:spPr>
          <a:xfrm rot="5400000" flipH="1" flipV="1">
            <a:off x="11498011" y="955039"/>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726" name="Teardrop 3"/>
          <p:cNvSpPr/>
          <p:nvPr/>
        </p:nvSpPr>
        <p:spPr>
          <a:xfrm rot="5400000" flipH="1" flipV="1">
            <a:off x="10655472" y="955039"/>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727" name="Oval 1726"/>
          <p:cNvSpPr/>
          <p:nvPr/>
        </p:nvSpPr>
        <p:spPr>
          <a:xfrm>
            <a:off x="11334899" y="1211356"/>
            <a:ext cx="100015" cy="100014"/>
          </a:xfrm>
          <a:prstGeom prst="ellipse">
            <a:avLst/>
          </a:prstGeom>
          <a:solidFill>
            <a:schemeClr val="bg1"/>
          </a:solidFill>
          <a:ln w="13970">
            <a:solidFill>
              <a:schemeClr val="accent3">
                <a:lumMod val="75000"/>
              </a:schemeClr>
            </a:solidFill>
          </a:ln>
        </p:spPr>
        <p:style>
          <a:lnRef idx="1">
            <a:schemeClr val="accent1"/>
          </a:lnRef>
          <a:fillRef idx="0">
            <a:schemeClr val="accent1"/>
          </a:fillRef>
          <a:effectRef idx="0">
            <a:schemeClr val="accent1"/>
          </a:effectRef>
          <a:fontRef idx="minor">
            <a:schemeClr val="tx1"/>
          </a:fontRef>
        </p:style>
      </p:sp>
      <p:sp>
        <p:nvSpPr>
          <p:cNvPr id="1728" name="Teardrop 3"/>
          <p:cNvSpPr/>
          <p:nvPr/>
        </p:nvSpPr>
        <p:spPr>
          <a:xfrm rot="5400000" flipH="1" flipV="1">
            <a:off x="544992" y="955039"/>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729" name="Oval 1728"/>
          <p:cNvSpPr/>
          <p:nvPr/>
        </p:nvSpPr>
        <p:spPr>
          <a:xfrm>
            <a:off x="6664511" y="1177197"/>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730" name="Oval 1729"/>
          <p:cNvSpPr/>
          <p:nvPr/>
        </p:nvSpPr>
        <p:spPr>
          <a:xfrm>
            <a:off x="766731" y="1177197"/>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731" name="Oval 1730"/>
          <p:cNvSpPr/>
          <p:nvPr/>
        </p:nvSpPr>
        <p:spPr>
          <a:xfrm>
            <a:off x="1609271" y="1177197"/>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732" name="Oval 1731"/>
          <p:cNvSpPr/>
          <p:nvPr/>
        </p:nvSpPr>
        <p:spPr>
          <a:xfrm>
            <a:off x="2451811" y="1177197"/>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733" name="Oval 1732"/>
          <p:cNvSpPr/>
          <p:nvPr/>
        </p:nvSpPr>
        <p:spPr>
          <a:xfrm>
            <a:off x="3294351" y="1177197"/>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734" name="Oval 1733"/>
          <p:cNvSpPr/>
          <p:nvPr/>
        </p:nvSpPr>
        <p:spPr>
          <a:xfrm>
            <a:off x="4136891" y="1177197"/>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735" name="Oval 1734"/>
          <p:cNvSpPr/>
          <p:nvPr/>
        </p:nvSpPr>
        <p:spPr>
          <a:xfrm>
            <a:off x="4979431" y="1177197"/>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736" name="Oval 1735"/>
          <p:cNvSpPr/>
          <p:nvPr/>
        </p:nvSpPr>
        <p:spPr>
          <a:xfrm>
            <a:off x="5821971" y="1177197"/>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737" name="Oval 1736"/>
          <p:cNvSpPr/>
          <p:nvPr/>
        </p:nvSpPr>
        <p:spPr>
          <a:xfrm>
            <a:off x="8349591" y="1177197"/>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738" name="Oval 1737"/>
          <p:cNvSpPr/>
          <p:nvPr/>
        </p:nvSpPr>
        <p:spPr>
          <a:xfrm>
            <a:off x="7507051" y="1177197"/>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739" name="Oval 1738"/>
          <p:cNvSpPr/>
          <p:nvPr/>
        </p:nvSpPr>
        <p:spPr>
          <a:xfrm>
            <a:off x="10034671" y="1177197"/>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740" name="Oval 1739"/>
          <p:cNvSpPr/>
          <p:nvPr/>
        </p:nvSpPr>
        <p:spPr>
          <a:xfrm>
            <a:off x="9192131" y="1177197"/>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741" name="Oval 1740"/>
          <p:cNvSpPr/>
          <p:nvPr/>
        </p:nvSpPr>
        <p:spPr>
          <a:xfrm>
            <a:off x="11719750" y="1177197"/>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742" name="Oval 1741"/>
          <p:cNvSpPr/>
          <p:nvPr/>
        </p:nvSpPr>
        <p:spPr>
          <a:xfrm>
            <a:off x="10877211" y="1177197"/>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743" name="Teardrop 3"/>
          <p:cNvSpPr/>
          <p:nvPr/>
        </p:nvSpPr>
        <p:spPr>
          <a:xfrm rot="5400000" flipH="1" flipV="1">
            <a:off x="6021182" y="1375727"/>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744" name="Teardrop 3"/>
          <p:cNvSpPr/>
          <p:nvPr/>
        </p:nvSpPr>
        <p:spPr>
          <a:xfrm rot="5400000" flipH="1" flipV="1">
            <a:off x="965942" y="1375727"/>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745" name="Teardrop 3"/>
          <p:cNvSpPr/>
          <p:nvPr/>
        </p:nvSpPr>
        <p:spPr>
          <a:xfrm rot="5400000" flipH="1" flipV="1">
            <a:off x="1808482" y="1375727"/>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746" name="Teardrop 3"/>
          <p:cNvSpPr/>
          <p:nvPr/>
        </p:nvSpPr>
        <p:spPr>
          <a:xfrm rot="5400000" flipH="1" flipV="1">
            <a:off x="2651022" y="1375727"/>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747" name="Teardrop 3"/>
          <p:cNvSpPr/>
          <p:nvPr/>
        </p:nvSpPr>
        <p:spPr>
          <a:xfrm rot="5400000" flipH="1" flipV="1">
            <a:off x="3493562" y="1375727"/>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748" name="Teardrop 3"/>
          <p:cNvSpPr/>
          <p:nvPr/>
        </p:nvSpPr>
        <p:spPr>
          <a:xfrm rot="5400000" flipH="1" flipV="1">
            <a:off x="4336102" y="1375727"/>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749" name="Teardrop 3"/>
          <p:cNvSpPr/>
          <p:nvPr/>
        </p:nvSpPr>
        <p:spPr>
          <a:xfrm rot="5400000" flipH="1" flipV="1">
            <a:off x="5178642" y="1375727"/>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750" name="Teardrop 3"/>
          <p:cNvSpPr/>
          <p:nvPr/>
        </p:nvSpPr>
        <p:spPr>
          <a:xfrm rot="5400000" flipH="1" flipV="1">
            <a:off x="7706262" y="1375727"/>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751" name="Teardrop 3"/>
          <p:cNvSpPr/>
          <p:nvPr/>
        </p:nvSpPr>
        <p:spPr>
          <a:xfrm rot="5400000" flipH="1" flipV="1">
            <a:off x="6863722" y="1375727"/>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752" name="Teardrop 3"/>
          <p:cNvSpPr/>
          <p:nvPr/>
        </p:nvSpPr>
        <p:spPr>
          <a:xfrm rot="5400000" flipH="1" flipV="1">
            <a:off x="9391342" y="1375727"/>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753" name="Teardrop 3"/>
          <p:cNvSpPr/>
          <p:nvPr/>
        </p:nvSpPr>
        <p:spPr>
          <a:xfrm rot="5400000" flipH="1" flipV="1">
            <a:off x="8548802" y="1375727"/>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754" name="Teardrop 3"/>
          <p:cNvSpPr/>
          <p:nvPr/>
        </p:nvSpPr>
        <p:spPr>
          <a:xfrm rot="5400000" flipH="1" flipV="1">
            <a:off x="11076421" y="1375727"/>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755" name="Teardrop 3"/>
          <p:cNvSpPr/>
          <p:nvPr/>
        </p:nvSpPr>
        <p:spPr>
          <a:xfrm rot="5400000" flipH="1" flipV="1">
            <a:off x="10233882" y="1375727"/>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756" name="Teardrop 3"/>
          <p:cNvSpPr/>
          <p:nvPr/>
        </p:nvSpPr>
        <p:spPr>
          <a:xfrm rot="5400000" flipH="1" flipV="1">
            <a:off x="123402" y="1375727"/>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757" name="Teardrop 3"/>
          <p:cNvSpPr/>
          <p:nvPr/>
        </p:nvSpPr>
        <p:spPr>
          <a:xfrm rot="5400000" flipH="1" flipV="1">
            <a:off x="11760002" y="1531078"/>
            <a:ext cx="595781" cy="268215"/>
          </a:xfrm>
          <a:custGeom>
            <a:avLst/>
            <a:gdLst/>
            <a:ahLst/>
            <a:cxnLst/>
            <a:rect l="l" t="t" r="r" b="b"/>
            <a:pathLst>
              <a:path w="595781" h="268215">
                <a:moveTo>
                  <a:pt x="230951" y="239431"/>
                </a:moveTo>
                <a:lnTo>
                  <a:pt x="89396" y="97876"/>
                </a:lnTo>
                <a:cubicBezTo>
                  <a:pt x="74075" y="113887"/>
                  <a:pt x="64809" y="135634"/>
                  <a:pt x="64809" y="159544"/>
                </a:cubicBezTo>
                <a:cubicBezTo>
                  <a:pt x="64809" y="209563"/>
                  <a:pt x="105357" y="250112"/>
                  <a:pt x="155376" y="250112"/>
                </a:cubicBezTo>
                <a:cubicBezTo>
                  <a:pt x="174454" y="249746"/>
                  <a:pt x="198601" y="254980"/>
                  <a:pt x="211458" y="268141"/>
                </a:cubicBezTo>
                <a:cubicBezTo>
                  <a:pt x="215885" y="257686"/>
                  <a:pt x="222436" y="247948"/>
                  <a:pt x="230951" y="239431"/>
                </a:cubicBezTo>
                <a:close/>
                <a:moveTo>
                  <a:pt x="259706" y="219892"/>
                </a:moveTo>
                <a:cubicBezTo>
                  <a:pt x="246546" y="207035"/>
                  <a:pt x="241311" y="182889"/>
                  <a:pt x="241677" y="163811"/>
                </a:cubicBezTo>
                <a:cubicBezTo>
                  <a:pt x="241677" y="113792"/>
                  <a:pt x="201129" y="73244"/>
                  <a:pt x="151110" y="73244"/>
                </a:cubicBezTo>
                <a:cubicBezTo>
                  <a:pt x="127200" y="73244"/>
                  <a:pt x="105453" y="82510"/>
                  <a:pt x="89441" y="97831"/>
                </a:cubicBezTo>
                <a:lnTo>
                  <a:pt x="230996" y="239386"/>
                </a:lnTo>
                <a:cubicBezTo>
                  <a:pt x="239514" y="230871"/>
                  <a:pt x="249252" y="224320"/>
                  <a:pt x="259706" y="219892"/>
                </a:cubicBezTo>
                <a:close/>
                <a:moveTo>
                  <a:pt x="382868" y="82592"/>
                </a:moveTo>
                <a:cubicBezTo>
                  <a:pt x="379825" y="66091"/>
                  <a:pt x="371670" y="50477"/>
                  <a:pt x="358914" y="37722"/>
                </a:cubicBezTo>
                <a:cubicBezTo>
                  <a:pt x="342007" y="20815"/>
                  <a:pt x="320078" y="11989"/>
                  <a:pt x="297922" y="11501"/>
                </a:cubicBezTo>
                <a:lnTo>
                  <a:pt x="297922" y="96667"/>
                </a:lnTo>
                <a:lnTo>
                  <a:pt x="297858" y="96667"/>
                </a:lnTo>
                <a:lnTo>
                  <a:pt x="297858" y="11501"/>
                </a:lnTo>
                <a:cubicBezTo>
                  <a:pt x="275703" y="11990"/>
                  <a:pt x="253773" y="20815"/>
                  <a:pt x="236866" y="37722"/>
                </a:cubicBezTo>
                <a:cubicBezTo>
                  <a:pt x="224105" y="50483"/>
                  <a:pt x="215948" y="66105"/>
                  <a:pt x="212939" y="82613"/>
                </a:cubicBezTo>
                <a:cubicBezTo>
                  <a:pt x="237526" y="100902"/>
                  <a:pt x="253233" y="130241"/>
                  <a:pt x="253233" y="163248"/>
                </a:cubicBezTo>
                <a:cubicBezTo>
                  <a:pt x="252735" y="189232"/>
                  <a:pt x="256525" y="205210"/>
                  <a:pt x="272877" y="215167"/>
                </a:cubicBezTo>
                <a:cubicBezTo>
                  <a:pt x="289126" y="210687"/>
                  <a:pt x="306340" y="210767"/>
                  <a:pt x="322577" y="215380"/>
                </a:cubicBezTo>
                <a:cubicBezTo>
                  <a:pt x="324655" y="214136"/>
                  <a:pt x="326534" y="212797"/>
                  <a:pt x="328229" y="211355"/>
                </a:cubicBezTo>
                <a:cubicBezTo>
                  <a:pt x="340097" y="201263"/>
                  <a:pt x="342986" y="186138"/>
                  <a:pt x="342547" y="163248"/>
                </a:cubicBezTo>
                <a:cubicBezTo>
                  <a:pt x="342547" y="130228"/>
                  <a:pt x="358265" y="100880"/>
                  <a:pt x="382868" y="82592"/>
                </a:cubicBezTo>
                <a:close/>
                <a:moveTo>
                  <a:pt x="506339" y="97830"/>
                </a:moveTo>
                <a:cubicBezTo>
                  <a:pt x="490327" y="82509"/>
                  <a:pt x="468581" y="73244"/>
                  <a:pt x="444670" y="73244"/>
                </a:cubicBezTo>
                <a:cubicBezTo>
                  <a:pt x="394651" y="73244"/>
                  <a:pt x="354103" y="113792"/>
                  <a:pt x="354103" y="163811"/>
                </a:cubicBezTo>
                <a:cubicBezTo>
                  <a:pt x="354470" y="182914"/>
                  <a:pt x="349220" y="207099"/>
                  <a:pt x="336023" y="219944"/>
                </a:cubicBezTo>
                <a:cubicBezTo>
                  <a:pt x="346519" y="224314"/>
                  <a:pt x="356263" y="230867"/>
                  <a:pt x="364783" y="239386"/>
                </a:cubicBezTo>
                <a:close/>
                <a:moveTo>
                  <a:pt x="530971" y="159544"/>
                </a:moveTo>
                <a:cubicBezTo>
                  <a:pt x="530971" y="135634"/>
                  <a:pt x="521705" y="113887"/>
                  <a:pt x="506384" y="97876"/>
                </a:cubicBezTo>
                <a:lnTo>
                  <a:pt x="364828" y="239431"/>
                </a:lnTo>
                <a:cubicBezTo>
                  <a:pt x="373348" y="247952"/>
                  <a:pt x="379901" y="257695"/>
                  <a:pt x="384270" y="268192"/>
                </a:cubicBezTo>
                <a:cubicBezTo>
                  <a:pt x="397115" y="254994"/>
                  <a:pt x="421300" y="249745"/>
                  <a:pt x="440404" y="250111"/>
                </a:cubicBezTo>
                <a:cubicBezTo>
                  <a:pt x="465413" y="250112"/>
                  <a:pt x="488055" y="239974"/>
                  <a:pt x="504444" y="223585"/>
                </a:cubicBezTo>
                <a:cubicBezTo>
                  <a:pt x="520834" y="207196"/>
                  <a:pt x="530971" y="184554"/>
                  <a:pt x="530971" y="159544"/>
                </a:cubicBezTo>
                <a:close/>
                <a:moveTo>
                  <a:pt x="595781" y="268215"/>
                </a:moveTo>
                <a:lnTo>
                  <a:pt x="581969" y="268215"/>
                </a:lnTo>
                <a:cubicBezTo>
                  <a:pt x="578743" y="259654"/>
                  <a:pt x="573266" y="252074"/>
                  <a:pt x="566492" y="245300"/>
                </a:cubicBezTo>
                <a:cubicBezTo>
                  <a:pt x="553737" y="232545"/>
                  <a:pt x="538123" y="224389"/>
                  <a:pt x="521623" y="221347"/>
                </a:cubicBezTo>
                <a:cubicBezTo>
                  <a:pt x="519174" y="225205"/>
                  <a:pt x="516174" y="228633"/>
                  <a:pt x="512960" y="231847"/>
                </a:cubicBezTo>
                <a:cubicBezTo>
                  <a:pt x="494535" y="250272"/>
                  <a:pt x="469082" y="261667"/>
                  <a:pt x="440967" y="261667"/>
                </a:cubicBezTo>
                <a:cubicBezTo>
                  <a:pt x="425629" y="261373"/>
                  <a:pt x="413777" y="262574"/>
                  <a:pt x="405186" y="268215"/>
                </a:cubicBezTo>
                <a:lnTo>
                  <a:pt x="372038" y="268215"/>
                </a:lnTo>
                <a:cubicBezTo>
                  <a:pt x="369178" y="260078"/>
                  <a:pt x="364042" y="252948"/>
                  <a:pt x="357679" y="246581"/>
                </a:cubicBezTo>
                <a:lnTo>
                  <a:pt x="349451" y="254808"/>
                </a:lnTo>
                <a:lnTo>
                  <a:pt x="349428" y="254786"/>
                </a:lnTo>
                <a:cubicBezTo>
                  <a:pt x="349421" y="254779"/>
                  <a:pt x="349413" y="254771"/>
                  <a:pt x="349406" y="254763"/>
                </a:cubicBezTo>
                <a:lnTo>
                  <a:pt x="357634" y="246536"/>
                </a:lnTo>
                <a:cubicBezTo>
                  <a:pt x="324632" y="213554"/>
                  <a:pt x="271148" y="213554"/>
                  <a:pt x="238146" y="246536"/>
                </a:cubicBezTo>
                <a:lnTo>
                  <a:pt x="246374" y="254763"/>
                </a:lnTo>
                <a:cubicBezTo>
                  <a:pt x="246367" y="254771"/>
                  <a:pt x="246359" y="254779"/>
                  <a:pt x="246352" y="254786"/>
                </a:cubicBezTo>
                <a:cubicBezTo>
                  <a:pt x="246344" y="254794"/>
                  <a:pt x="246337" y="254801"/>
                  <a:pt x="246329" y="254808"/>
                </a:cubicBezTo>
                <a:lnTo>
                  <a:pt x="238101" y="246581"/>
                </a:lnTo>
                <a:lnTo>
                  <a:pt x="223742" y="268215"/>
                </a:lnTo>
                <a:lnTo>
                  <a:pt x="190546" y="268215"/>
                </a:lnTo>
                <a:cubicBezTo>
                  <a:pt x="181969" y="262570"/>
                  <a:pt x="170130" y="261374"/>
                  <a:pt x="154813" y="261668"/>
                </a:cubicBezTo>
                <a:cubicBezTo>
                  <a:pt x="121806" y="261668"/>
                  <a:pt x="92467" y="245961"/>
                  <a:pt x="74178" y="221373"/>
                </a:cubicBezTo>
                <a:cubicBezTo>
                  <a:pt x="57671" y="224382"/>
                  <a:pt x="42049" y="232539"/>
                  <a:pt x="29288" y="245300"/>
                </a:cubicBezTo>
                <a:lnTo>
                  <a:pt x="13811" y="268215"/>
                </a:lnTo>
                <a:lnTo>
                  <a:pt x="0" y="268215"/>
                </a:lnTo>
                <a:cubicBezTo>
                  <a:pt x="4705" y="256723"/>
                  <a:pt x="11839" y="246048"/>
                  <a:pt x="21157" y="236731"/>
                </a:cubicBezTo>
                <a:cubicBezTo>
                  <a:pt x="34324" y="223564"/>
                  <a:pt x="50200" y="214757"/>
                  <a:pt x="67080" y="210684"/>
                </a:cubicBezTo>
                <a:cubicBezTo>
                  <a:pt x="57989" y="195895"/>
                  <a:pt x="53000" y="178457"/>
                  <a:pt x="53000" y="159854"/>
                </a:cubicBezTo>
                <a:cubicBezTo>
                  <a:pt x="53000" y="132604"/>
                  <a:pt x="63705" y="107854"/>
                  <a:pt x="81286" y="89721"/>
                </a:cubicBezTo>
                <a:lnTo>
                  <a:pt x="81286" y="89721"/>
                </a:lnTo>
                <a:cubicBezTo>
                  <a:pt x="99420" y="72140"/>
                  <a:pt x="124170" y="61435"/>
                  <a:pt x="151420" y="61435"/>
                </a:cubicBezTo>
                <a:cubicBezTo>
                  <a:pt x="170023" y="61435"/>
                  <a:pt x="187461" y="66424"/>
                  <a:pt x="202250" y="75515"/>
                </a:cubicBezTo>
                <a:cubicBezTo>
                  <a:pt x="206323" y="58635"/>
                  <a:pt x="215130" y="42758"/>
                  <a:pt x="228297" y="29591"/>
                </a:cubicBezTo>
                <a:cubicBezTo>
                  <a:pt x="247566" y="10322"/>
                  <a:pt x="272636" y="391"/>
                  <a:pt x="297890" y="0"/>
                </a:cubicBezTo>
                <a:lnTo>
                  <a:pt x="297890" y="0"/>
                </a:lnTo>
                <a:cubicBezTo>
                  <a:pt x="323144" y="391"/>
                  <a:pt x="348215" y="10322"/>
                  <a:pt x="367484" y="29591"/>
                </a:cubicBezTo>
                <a:cubicBezTo>
                  <a:pt x="380644" y="42751"/>
                  <a:pt x="389448" y="58618"/>
                  <a:pt x="393604" y="75474"/>
                </a:cubicBezTo>
                <a:cubicBezTo>
                  <a:pt x="408376" y="66408"/>
                  <a:pt x="425787" y="61434"/>
                  <a:pt x="444360" y="61434"/>
                </a:cubicBezTo>
                <a:cubicBezTo>
                  <a:pt x="471610" y="61434"/>
                  <a:pt x="496360" y="72140"/>
                  <a:pt x="514494" y="89721"/>
                </a:cubicBezTo>
                <a:cubicBezTo>
                  <a:pt x="532075" y="107854"/>
                  <a:pt x="542780" y="132604"/>
                  <a:pt x="542780" y="159854"/>
                </a:cubicBezTo>
                <a:cubicBezTo>
                  <a:pt x="542780" y="178427"/>
                  <a:pt x="537807" y="195839"/>
                  <a:pt x="528740" y="210610"/>
                </a:cubicBezTo>
                <a:cubicBezTo>
                  <a:pt x="545596" y="214766"/>
                  <a:pt x="561463" y="223570"/>
                  <a:pt x="574624" y="236731"/>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758" name="Oval 1757"/>
          <p:cNvSpPr/>
          <p:nvPr/>
        </p:nvSpPr>
        <p:spPr>
          <a:xfrm>
            <a:off x="7086653" y="1596514"/>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759" name="Oval 1758"/>
          <p:cNvSpPr/>
          <p:nvPr/>
        </p:nvSpPr>
        <p:spPr>
          <a:xfrm>
            <a:off x="346333" y="1596514"/>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760" name="Oval 1759"/>
          <p:cNvSpPr/>
          <p:nvPr/>
        </p:nvSpPr>
        <p:spPr>
          <a:xfrm>
            <a:off x="1188873" y="1596514"/>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761" name="Oval 1760"/>
          <p:cNvSpPr/>
          <p:nvPr/>
        </p:nvSpPr>
        <p:spPr>
          <a:xfrm>
            <a:off x="2031413" y="1596514"/>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762" name="Oval 1761"/>
          <p:cNvSpPr/>
          <p:nvPr/>
        </p:nvSpPr>
        <p:spPr>
          <a:xfrm>
            <a:off x="2873953" y="1596514"/>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763" name="Oval 1762"/>
          <p:cNvSpPr/>
          <p:nvPr/>
        </p:nvSpPr>
        <p:spPr>
          <a:xfrm>
            <a:off x="3716493" y="1596514"/>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764" name="Oval 1763"/>
          <p:cNvSpPr/>
          <p:nvPr/>
        </p:nvSpPr>
        <p:spPr>
          <a:xfrm>
            <a:off x="4559033" y="1596514"/>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765" name="Oval 1764"/>
          <p:cNvSpPr/>
          <p:nvPr/>
        </p:nvSpPr>
        <p:spPr>
          <a:xfrm>
            <a:off x="5401573" y="1596514"/>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766" name="Oval 1765"/>
          <p:cNvSpPr/>
          <p:nvPr/>
        </p:nvSpPr>
        <p:spPr>
          <a:xfrm>
            <a:off x="6244113" y="1596514"/>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767" name="Oval 1766"/>
          <p:cNvSpPr/>
          <p:nvPr/>
        </p:nvSpPr>
        <p:spPr>
          <a:xfrm>
            <a:off x="8771733" y="1596514"/>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768" name="Oval 1767"/>
          <p:cNvSpPr/>
          <p:nvPr/>
        </p:nvSpPr>
        <p:spPr>
          <a:xfrm>
            <a:off x="7929193" y="1596514"/>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769" name="Oval 1768"/>
          <p:cNvSpPr/>
          <p:nvPr/>
        </p:nvSpPr>
        <p:spPr>
          <a:xfrm>
            <a:off x="10456813" y="1596514"/>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770" name="Oval 1769"/>
          <p:cNvSpPr/>
          <p:nvPr/>
        </p:nvSpPr>
        <p:spPr>
          <a:xfrm>
            <a:off x="9614273" y="1596514"/>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771" name="Oval 1770"/>
          <p:cNvSpPr/>
          <p:nvPr/>
        </p:nvSpPr>
        <p:spPr>
          <a:xfrm>
            <a:off x="11299353" y="1596514"/>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772" name="Teardrop 3"/>
          <p:cNvSpPr/>
          <p:nvPr/>
        </p:nvSpPr>
        <p:spPr>
          <a:xfrm rot="5400000" flipH="1" flipV="1">
            <a:off x="6442772" y="1797636"/>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773" name="Oval 1772"/>
          <p:cNvSpPr/>
          <p:nvPr/>
        </p:nvSpPr>
        <p:spPr>
          <a:xfrm>
            <a:off x="7120499" y="2053953"/>
            <a:ext cx="100015" cy="100014"/>
          </a:xfrm>
          <a:prstGeom prst="ellipse">
            <a:avLst/>
          </a:prstGeom>
          <a:solidFill>
            <a:schemeClr val="bg1"/>
          </a:solidFill>
          <a:ln w="13970">
            <a:solidFill>
              <a:schemeClr val="accent3">
                <a:lumMod val="75000"/>
              </a:schemeClr>
            </a:solidFill>
          </a:ln>
        </p:spPr>
        <p:style>
          <a:lnRef idx="1">
            <a:schemeClr val="accent1"/>
          </a:lnRef>
          <a:fillRef idx="0">
            <a:schemeClr val="accent1"/>
          </a:fillRef>
          <a:effectRef idx="0">
            <a:schemeClr val="accent1"/>
          </a:effectRef>
          <a:fontRef idx="minor">
            <a:schemeClr val="tx1"/>
          </a:fontRef>
        </p:style>
      </p:sp>
      <p:sp>
        <p:nvSpPr>
          <p:cNvPr id="1774" name="Teardrop 3"/>
          <p:cNvSpPr/>
          <p:nvPr/>
        </p:nvSpPr>
        <p:spPr>
          <a:xfrm rot="5400000" flipH="1" flipV="1">
            <a:off x="-148774" y="1946410"/>
            <a:ext cx="612648" cy="315100"/>
          </a:xfrm>
          <a:custGeom>
            <a:avLst/>
            <a:gdLst/>
            <a:ahLst/>
            <a:cxnLst/>
            <a:rect l="l" t="t" r="r" b="b"/>
            <a:pathLst>
              <a:path w="612648" h="315100">
                <a:moveTo>
                  <a:pt x="239386" y="75670"/>
                </a:moveTo>
                <a:cubicBezTo>
                  <a:pt x="230866" y="67149"/>
                  <a:pt x="224313" y="57406"/>
                  <a:pt x="219944" y="46909"/>
                </a:cubicBezTo>
                <a:cubicBezTo>
                  <a:pt x="207099" y="60107"/>
                  <a:pt x="182914" y="65356"/>
                  <a:pt x="163810" y="64989"/>
                </a:cubicBezTo>
                <a:cubicBezTo>
                  <a:pt x="113792" y="64989"/>
                  <a:pt x="73243" y="105538"/>
                  <a:pt x="73243" y="155556"/>
                </a:cubicBezTo>
                <a:cubicBezTo>
                  <a:pt x="73243" y="179467"/>
                  <a:pt x="82509" y="201213"/>
                  <a:pt x="97830" y="217225"/>
                </a:cubicBezTo>
                <a:close/>
                <a:moveTo>
                  <a:pt x="268191" y="95157"/>
                </a:moveTo>
                <a:cubicBezTo>
                  <a:pt x="257695" y="90787"/>
                  <a:pt x="247952" y="84234"/>
                  <a:pt x="239431" y="75715"/>
                </a:cubicBezTo>
                <a:lnTo>
                  <a:pt x="97875" y="217270"/>
                </a:lnTo>
                <a:cubicBezTo>
                  <a:pt x="113887" y="232591"/>
                  <a:pt x="135634" y="241857"/>
                  <a:pt x="159544" y="241857"/>
                </a:cubicBezTo>
                <a:cubicBezTo>
                  <a:pt x="184553" y="241857"/>
                  <a:pt x="207195" y="231720"/>
                  <a:pt x="223585" y="215331"/>
                </a:cubicBezTo>
                <a:cubicBezTo>
                  <a:pt x="239974" y="198941"/>
                  <a:pt x="250111" y="176299"/>
                  <a:pt x="250111" y="151290"/>
                </a:cubicBezTo>
                <a:cubicBezTo>
                  <a:pt x="249745" y="132187"/>
                  <a:pt x="254994" y="108002"/>
                  <a:pt x="268191" y="95157"/>
                </a:cubicBezTo>
                <a:close/>
                <a:moveTo>
                  <a:pt x="391275" y="232488"/>
                </a:moveTo>
                <a:cubicBezTo>
                  <a:pt x="366688" y="214199"/>
                  <a:pt x="350981" y="184860"/>
                  <a:pt x="350981" y="151853"/>
                </a:cubicBezTo>
                <a:cubicBezTo>
                  <a:pt x="351479" y="125869"/>
                  <a:pt x="347689" y="109892"/>
                  <a:pt x="331337" y="99934"/>
                </a:cubicBezTo>
                <a:cubicBezTo>
                  <a:pt x="315088" y="104415"/>
                  <a:pt x="297874" y="104335"/>
                  <a:pt x="281637" y="99721"/>
                </a:cubicBezTo>
                <a:cubicBezTo>
                  <a:pt x="265010" y="109675"/>
                  <a:pt x="261165" y="125694"/>
                  <a:pt x="261667" y="151853"/>
                </a:cubicBezTo>
                <a:cubicBezTo>
                  <a:pt x="261667" y="179968"/>
                  <a:pt x="250271" y="205421"/>
                  <a:pt x="231847" y="223846"/>
                </a:cubicBezTo>
                <a:lnTo>
                  <a:pt x="221347" y="232509"/>
                </a:lnTo>
                <a:cubicBezTo>
                  <a:pt x="224390" y="249009"/>
                  <a:pt x="232545" y="264623"/>
                  <a:pt x="245300" y="277378"/>
                </a:cubicBezTo>
                <a:cubicBezTo>
                  <a:pt x="262208" y="294285"/>
                  <a:pt x="284137" y="303111"/>
                  <a:pt x="306292" y="303599"/>
                </a:cubicBezTo>
                <a:lnTo>
                  <a:pt x="306292" y="218433"/>
                </a:lnTo>
                <a:lnTo>
                  <a:pt x="306356" y="218433"/>
                </a:lnTo>
                <a:lnTo>
                  <a:pt x="306356" y="303599"/>
                </a:lnTo>
                <a:cubicBezTo>
                  <a:pt x="328512" y="303110"/>
                  <a:pt x="350441" y="294285"/>
                  <a:pt x="367348" y="277378"/>
                </a:cubicBezTo>
                <a:cubicBezTo>
                  <a:pt x="380109" y="264617"/>
                  <a:pt x="388266" y="248996"/>
                  <a:pt x="391275" y="232488"/>
                </a:cubicBezTo>
                <a:close/>
                <a:moveTo>
                  <a:pt x="514773" y="217271"/>
                </a:moveTo>
                <a:lnTo>
                  <a:pt x="373218" y="75716"/>
                </a:lnTo>
                <a:cubicBezTo>
                  <a:pt x="364700" y="84231"/>
                  <a:pt x="354962" y="90781"/>
                  <a:pt x="344508" y="95209"/>
                </a:cubicBezTo>
                <a:cubicBezTo>
                  <a:pt x="357668" y="108066"/>
                  <a:pt x="362903" y="132212"/>
                  <a:pt x="362537" y="151290"/>
                </a:cubicBezTo>
                <a:cubicBezTo>
                  <a:pt x="362537" y="201309"/>
                  <a:pt x="403085" y="241857"/>
                  <a:pt x="453104" y="241857"/>
                </a:cubicBezTo>
                <a:cubicBezTo>
                  <a:pt x="477015" y="241857"/>
                  <a:pt x="498761" y="232592"/>
                  <a:pt x="514773" y="217271"/>
                </a:cubicBezTo>
                <a:close/>
                <a:moveTo>
                  <a:pt x="539405" y="155556"/>
                </a:moveTo>
                <a:cubicBezTo>
                  <a:pt x="539405" y="105538"/>
                  <a:pt x="498856" y="64989"/>
                  <a:pt x="448838" y="64989"/>
                </a:cubicBezTo>
                <a:cubicBezTo>
                  <a:pt x="429760" y="65355"/>
                  <a:pt x="405614" y="60121"/>
                  <a:pt x="392756" y="46961"/>
                </a:cubicBezTo>
                <a:cubicBezTo>
                  <a:pt x="388329" y="57415"/>
                  <a:pt x="381778" y="67153"/>
                  <a:pt x="373263" y="75671"/>
                </a:cubicBezTo>
                <a:lnTo>
                  <a:pt x="514818" y="217225"/>
                </a:lnTo>
                <a:cubicBezTo>
                  <a:pt x="530139" y="201213"/>
                  <a:pt x="539405" y="179467"/>
                  <a:pt x="539405" y="155556"/>
                </a:cubicBezTo>
                <a:close/>
                <a:moveTo>
                  <a:pt x="612648" y="8776"/>
                </a:moveTo>
                <a:cubicBezTo>
                  <a:pt x="612257" y="34030"/>
                  <a:pt x="602326" y="59101"/>
                  <a:pt x="583058" y="78369"/>
                </a:cubicBezTo>
                <a:cubicBezTo>
                  <a:pt x="569890" y="91537"/>
                  <a:pt x="554014" y="100343"/>
                  <a:pt x="537134" y="104416"/>
                </a:cubicBezTo>
                <a:cubicBezTo>
                  <a:pt x="546224" y="119205"/>
                  <a:pt x="551214" y="136643"/>
                  <a:pt x="551214" y="155247"/>
                </a:cubicBezTo>
                <a:cubicBezTo>
                  <a:pt x="551214" y="182497"/>
                  <a:pt x="540509" y="207247"/>
                  <a:pt x="522928" y="225380"/>
                </a:cubicBezTo>
                <a:lnTo>
                  <a:pt x="522928" y="225380"/>
                </a:lnTo>
                <a:cubicBezTo>
                  <a:pt x="504794" y="242961"/>
                  <a:pt x="480044" y="253667"/>
                  <a:pt x="452794" y="253667"/>
                </a:cubicBezTo>
                <a:cubicBezTo>
                  <a:pt x="434191" y="253667"/>
                  <a:pt x="416753" y="248677"/>
                  <a:pt x="401964" y="239586"/>
                </a:cubicBezTo>
                <a:cubicBezTo>
                  <a:pt x="397891" y="256466"/>
                  <a:pt x="389084" y="272342"/>
                  <a:pt x="375917" y="285509"/>
                </a:cubicBezTo>
                <a:cubicBezTo>
                  <a:pt x="356649" y="304778"/>
                  <a:pt x="331578" y="314709"/>
                  <a:pt x="306324" y="315100"/>
                </a:cubicBezTo>
                <a:lnTo>
                  <a:pt x="306324" y="315100"/>
                </a:lnTo>
                <a:cubicBezTo>
                  <a:pt x="281070" y="314709"/>
                  <a:pt x="255999" y="304778"/>
                  <a:pt x="236731" y="285509"/>
                </a:cubicBezTo>
                <a:cubicBezTo>
                  <a:pt x="223571" y="272349"/>
                  <a:pt x="214766" y="256482"/>
                  <a:pt x="210610" y="239626"/>
                </a:cubicBezTo>
                <a:cubicBezTo>
                  <a:pt x="195839" y="248693"/>
                  <a:pt x="178427" y="253666"/>
                  <a:pt x="159854" y="253666"/>
                </a:cubicBezTo>
                <a:cubicBezTo>
                  <a:pt x="132604" y="253666"/>
                  <a:pt x="107854" y="242961"/>
                  <a:pt x="89720" y="225380"/>
                </a:cubicBezTo>
                <a:lnTo>
                  <a:pt x="89720" y="225380"/>
                </a:lnTo>
                <a:cubicBezTo>
                  <a:pt x="72140" y="207247"/>
                  <a:pt x="61434" y="182497"/>
                  <a:pt x="61434" y="155247"/>
                </a:cubicBezTo>
                <a:cubicBezTo>
                  <a:pt x="61434" y="136673"/>
                  <a:pt x="66408" y="119262"/>
                  <a:pt x="75474" y="104490"/>
                </a:cubicBezTo>
                <a:cubicBezTo>
                  <a:pt x="58618" y="100334"/>
                  <a:pt x="42751" y="91530"/>
                  <a:pt x="29591" y="78369"/>
                </a:cubicBezTo>
                <a:cubicBezTo>
                  <a:pt x="10322" y="59101"/>
                  <a:pt x="391" y="34030"/>
                  <a:pt x="0" y="8776"/>
                </a:cubicBezTo>
                <a:lnTo>
                  <a:pt x="0" y="8776"/>
                </a:lnTo>
                <a:lnTo>
                  <a:pt x="1828" y="0"/>
                </a:lnTo>
                <a:lnTo>
                  <a:pt x="13374" y="0"/>
                </a:lnTo>
                <a:cubicBezTo>
                  <a:pt x="11782" y="2802"/>
                  <a:pt x="11567" y="5771"/>
                  <a:pt x="11501" y="8744"/>
                </a:cubicBezTo>
                <a:lnTo>
                  <a:pt x="96667" y="8744"/>
                </a:lnTo>
                <a:lnTo>
                  <a:pt x="96667" y="8808"/>
                </a:lnTo>
                <a:lnTo>
                  <a:pt x="11501" y="8808"/>
                </a:lnTo>
                <a:cubicBezTo>
                  <a:pt x="11990" y="30964"/>
                  <a:pt x="20815" y="52893"/>
                  <a:pt x="37722" y="69800"/>
                </a:cubicBezTo>
                <a:cubicBezTo>
                  <a:pt x="50477" y="82555"/>
                  <a:pt x="66091" y="90711"/>
                  <a:pt x="82592" y="93753"/>
                </a:cubicBezTo>
                <a:cubicBezTo>
                  <a:pt x="100880" y="69151"/>
                  <a:pt x="130228" y="53433"/>
                  <a:pt x="163247" y="53433"/>
                </a:cubicBezTo>
                <a:cubicBezTo>
                  <a:pt x="186137" y="53872"/>
                  <a:pt x="201262" y="50984"/>
                  <a:pt x="211355" y="39116"/>
                </a:cubicBezTo>
                <a:cubicBezTo>
                  <a:pt x="212796" y="37420"/>
                  <a:pt x="214135" y="35542"/>
                  <a:pt x="215380" y="33463"/>
                </a:cubicBezTo>
                <a:lnTo>
                  <a:pt x="215236" y="0"/>
                </a:lnTo>
                <a:lnTo>
                  <a:pt x="223507" y="0"/>
                </a:lnTo>
                <a:cubicBezTo>
                  <a:pt x="219688" y="24354"/>
                  <a:pt x="227777" y="49750"/>
                  <a:pt x="246535" y="68520"/>
                </a:cubicBezTo>
                <a:lnTo>
                  <a:pt x="254763" y="60293"/>
                </a:lnTo>
                <a:cubicBezTo>
                  <a:pt x="254771" y="60299"/>
                  <a:pt x="254778" y="60307"/>
                  <a:pt x="254786" y="60315"/>
                </a:cubicBezTo>
                <a:lnTo>
                  <a:pt x="254808" y="60338"/>
                </a:lnTo>
                <a:lnTo>
                  <a:pt x="246580" y="68565"/>
                </a:lnTo>
                <a:cubicBezTo>
                  <a:pt x="279582" y="101547"/>
                  <a:pt x="333066" y="101547"/>
                  <a:pt x="366068" y="68565"/>
                </a:cubicBezTo>
                <a:lnTo>
                  <a:pt x="357840" y="60338"/>
                </a:lnTo>
                <a:cubicBezTo>
                  <a:pt x="357847" y="60330"/>
                  <a:pt x="357855" y="60322"/>
                  <a:pt x="357862" y="60315"/>
                </a:cubicBezTo>
                <a:lnTo>
                  <a:pt x="357885" y="60293"/>
                </a:lnTo>
                <a:lnTo>
                  <a:pt x="366113" y="68520"/>
                </a:lnTo>
                <a:cubicBezTo>
                  <a:pt x="384871" y="49750"/>
                  <a:pt x="392961" y="24354"/>
                  <a:pt x="389142" y="0"/>
                </a:cubicBezTo>
                <a:lnTo>
                  <a:pt x="397337" y="0"/>
                </a:lnTo>
                <a:cubicBezTo>
                  <a:pt x="401479" y="11094"/>
                  <a:pt x="400548" y="22668"/>
                  <a:pt x="397481" y="33790"/>
                </a:cubicBezTo>
                <a:cubicBezTo>
                  <a:pt x="407439" y="50142"/>
                  <a:pt x="423417" y="53932"/>
                  <a:pt x="449401" y="53433"/>
                </a:cubicBezTo>
                <a:cubicBezTo>
                  <a:pt x="482407" y="53434"/>
                  <a:pt x="511746" y="69140"/>
                  <a:pt x="530035" y="93727"/>
                </a:cubicBezTo>
                <a:cubicBezTo>
                  <a:pt x="546543" y="90718"/>
                  <a:pt x="562165" y="82561"/>
                  <a:pt x="574926" y="69800"/>
                </a:cubicBezTo>
                <a:cubicBezTo>
                  <a:pt x="591833" y="52893"/>
                  <a:pt x="600659" y="30964"/>
                  <a:pt x="601147" y="8808"/>
                </a:cubicBezTo>
                <a:lnTo>
                  <a:pt x="515982" y="8808"/>
                </a:lnTo>
                <a:lnTo>
                  <a:pt x="515981" y="8744"/>
                </a:lnTo>
                <a:lnTo>
                  <a:pt x="601147" y="8744"/>
                </a:lnTo>
                <a:lnTo>
                  <a:pt x="599274" y="0"/>
                </a:lnTo>
                <a:lnTo>
                  <a:pt x="610820" y="0"/>
                </a:lnTo>
                <a:cubicBezTo>
                  <a:pt x="612423" y="2826"/>
                  <a:pt x="612602" y="5800"/>
                  <a:pt x="612648" y="8776"/>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775" name="Oval 1774"/>
          <p:cNvSpPr/>
          <p:nvPr/>
        </p:nvSpPr>
        <p:spPr>
          <a:xfrm>
            <a:off x="377459" y="2053953"/>
            <a:ext cx="100015" cy="100014"/>
          </a:xfrm>
          <a:prstGeom prst="ellipse">
            <a:avLst/>
          </a:prstGeom>
          <a:solidFill>
            <a:schemeClr val="bg1"/>
          </a:solidFill>
          <a:ln w="13970">
            <a:solidFill>
              <a:schemeClr val="accent3">
                <a:lumMod val="75000"/>
              </a:schemeClr>
            </a:solidFill>
          </a:ln>
        </p:spPr>
        <p:style>
          <a:lnRef idx="1">
            <a:schemeClr val="accent1"/>
          </a:lnRef>
          <a:fillRef idx="0">
            <a:schemeClr val="accent1"/>
          </a:fillRef>
          <a:effectRef idx="0">
            <a:schemeClr val="accent1"/>
          </a:effectRef>
          <a:fontRef idx="minor">
            <a:schemeClr val="tx1"/>
          </a:fontRef>
        </p:style>
      </p:sp>
      <p:sp>
        <p:nvSpPr>
          <p:cNvPr id="1776" name="Teardrop 3"/>
          <p:cNvSpPr/>
          <p:nvPr/>
        </p:nvSpPr>
        <p:spPr>
          <a:xfrm rot="5400000" flipH="1" flipV="1">
            <a:off x="1387532" y="1797636"/>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777" name="Teardrop 3"/>
          <p:cNvSpPr/>
          <p:nvPr/>
        </p:nvSpPr>
        <p:spPr>
          <a:xfrm rot="5400000" flipH="1" flipV="1">
            <a:off x="2230072" y="1797636"/>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778" name="Teardrop 3"/>
          <p:cNvSpPr/>
          <p:nvPr/>
        </p:nvSpPr>
        <p:spPr>
          <a:xfrm rot="5400000" flipH="1" flipV="1">
            <a:off x="3072612" y="1797636"/>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779" name="Teardrop 3"/>
          <p:cNvSpPr/>
          <p:nvPr/>
        </p:nvSpPr>
        <p:spPr>
          <a:xfrm rot="5400000" flipH="1" flipV="1">
            <a:off x="3915152" y="1797636"/>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780" name="Teardrop 3"/>
          <p:cNvSpPr/>
          <p:nvPr/>
        </p:nvSpPr>
        <p:spPr>
          <a:xfrm rot="5400000" flipH="1" flipV="1">
            <a:off x="4757692" y="1797636"/>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781" name="Teardrop 3"/>
          <p:cNvSpPr/>
          <p:nvPr/>
        </p:nvSpPr>
        <p:spPr>
          <a:xfrm rot="5400000" flipH="1" flipV="1">
            <a:off x="5600232" y="1797636"/>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782" name="Oval 1781"/>
          <p:cNvSpPr/>
          <p:nvPr/>
        </p:nvSpPr>
        <p:spPr>
          <a:xfrm>
            <a:off x="1220339" y="2053953"/>
            <a:ext cx="100015" cy="100014"/>
          </a:xfrm>
          <a:prstGeom prst="ellipse">
            <a:avLst/>
          </a:prstGeom>
          <a:solidFill>
            <a:schemeClr val="bg1"/>
          </a:solidFill>
          <a:ln w="13970">
            <a:solidFill>
              <a:schemeClr val="accent3">
                <a:lumMod val="75000"/>
              </a:schemeClr>
            </a:solidFill>
          </a:ln>
        </p:spPr>
        <p:style>
          <a:lnRef idx="1">
            <a:schemeClr val="accent1"/>
          </a:lnRef>
          <a:fillRef idx="0">
            <a:schemeClr val="accent1"/>
          </a:fillRef>
          <a:effectRef idx="0">
            <a:schemeClr val="accent1"/>
          </a:effectRef>
          <a:fontRef idx="minor">
            <a:schemeClr val="tx1"/>
          </a:fontRef>
        </p:style>
      </p:sp>
      <p:sp>
        <p:nvSpPr>
          <p:cNvPr id="1783" name="Oval 1782"/>
          <p:cNvSpPr/>
          <p:nvPr/>
        </p:nvSpPr>
        <p:spPr>
          <a:xfrm>
            <a:off x="2063219" y="2053953"/>
            <a:ext cx="100015" cy="100014"/>
          </a:xfrm>
          <a:prstGeom prst="ellipse">
            <a:avLst/>
          </a:prstGeom>
          <a:solidFill>
            <a:schemeClr val="bg1"/>
          </a:solidFill>
          <a:ln w="13970">
            <a:solidFill>
              <a:schemeClr val="accent3">
                <a:lumMod val="75000"/>
              </a:schemeClr>
            </a:solidFill>
          </a:ln>
        </p:spPr>
        <p:style>
          <a:lnRef idx="1">
            <a:schemeClr val="accent1"/>
          </a:lnRef>
          <a:fillRef idx="0">
            <a:schemeClr val="accent1"/>
          </a:fillRef>
          <a:effectRef idx="0">
            <a:schemeClr val="accent1"/>
          </a:effectRef>
          <a:fontRef idx="minor">
            <a:schemeClr val="tx1"/>
          </a:fontRef>
        </p:style>
      </p:sp>
      <p:sp>
        <p:nvSpPr>
          <p:cNvPr id="1784" name="Oval 1783"/>
          <p:cNvSpPr/>
          <p:nvPr/>
        </p:nvSpPr>
        <p:spPr>
          <a:xfrm>
            <a:off x="2906099" y="2053953"/>
            <a:ext cx="100015" cy="100014"/>
          </a:xfrm>
          <a:prstGeom prst="ellipse">
            <a:avLst/>
          </a:prstGeom>
          <a:solidFill>
            <a:schemeClr val="bg1"/>
          </a:solidFill>
          <a:ln w="13970">
            <a:solidFill>
              <a:schemeClr val="accent3">
                <a:lumMod val="75000"/>
              </a:schemeClr>
            </a:solidFill>
          </a:ln>
        </p:spPr>
        <p:style>
          <a:lnRef idx="1">
            <a:schemeClr val="accent1"/>
          </a:lnRef>
          <a:fillRef idx="0">
            <a:schemeClr val="accent1"/>
          </a:fillRef>
          <a:effectRef idx="0">
            <a:schemeClr val="accent1"/>
          </a:effectRef>
          <a:fontRef idx="minor">
            <a:schemeClr val="tx1"/>
          </a:fontRef>
        </p:style>
      </p:sp>
      <p:sp>
        <p:nvSpPr>
          <p:cNvPr id="1785" name="Oval 1784"/>
          <p:cNvSpPr/>
          <p:nvPr/>
        </p:nvSpPr>
        <p:spPr>
          <a:xfrm>
            <a:off x="3748979" y="2053953"/>
            <a:ext cx="100015" cy="100014"/>
          </a:xfrm>
          <a:prstGeom prst="ellipse">
            <a:avLst/>
          </a:prstGeom>
          <a:solidFill>
            <a:schemeClr val="bg1"/>
          </a:solidFill>
          <a:ln w="13970">
            <a:solidFill>
              <a:schemeClr val="accent3">
                <a:lumMod val="75000"/>
              </a:schemeClr>
            </a:solidFill>
          </a:ln>
        </p:spPr>
        <p:style>
          <a:lnRef idx="1">
            <a:schemeClr val="accent1"/>
          </a:lnRef>
          <a:fillRef idx="0">
            <a:schemeClr val="accent1"/>
          </a:fillRef>
          <a:effectRef idx="0">
            <a:schemeClr val="accent1"/>
          </a:effectRef>
          <a:fontRef idx="minor">
            <a:schemeClr val="tx1"/>
          </a:fontRef>
        </p:style>
      </p:sp>
      <p:sp>
        <p:nvSpPr>
          <p:cNvPr id="1786" name="Oval 1785"/>
          <p:cNvSpPr/>
          <p:nvPr/>
        </p:nvSpPr>
        <p:spPr>
          <a:xfrm>
            <a:off x="4591859" y="2053953"/>
            <a:ext cx="100015" cy="100014"/>
          </a:xfrm>
          <a:prstGeom prst="ellipse">
            <a:avLst/>
          </a:prstGeom>
          <a:solidFill>
            <a:schemeClr val="bg1"/>
          </a:solidFill>
          <a:ln w="13970">
            <a:solidFill>
              <a:schemeClr val="accent3">
                <a:lumMod val="75000"/>
              </a:schemeClr>
            </a:solidFill>
          </a:ln>
        </p:spPr>
        <p:style>
          <a:lnRef idx="1">
            <a:schemeClr val="accent1"/>
          </a:lnRef>
          <a:fillRef idx="0">
            <a:schemeClr val="accent1"/>
          </a:fillRef>
          <a:effectRef idx="0">
            <a:schemeClr val="accent1"/>
          </a:effectRef>
          <a:fontRef idx="minor">
            <a:schemeClr val="tx1"/>
          </a:fontRef>
        </p:style>
      </p:sp>
      <p:sp>
        <p:nvSpPr>
          <p:cNvPr id="1787" name="Oval 1786"/>
          <p:cNvSpPr/>
          <p:nvPr/>
        </p:nvSpPr>
        <p:spPr>
          <a:xfrm>
            <a:off x="5434739" y="2053953"/>
            <a:ext cx="100015" cy="100014"/>
          </a:xfrm>
          <a:prstGeom prst="ellipse">
            <a:avLst/>
          </a:prstGeom>
          <a:solidFill>
            <a:schemeClr val="bg1"/>
          </a:solidFill>
          <a:ln w="13970">
            <a:solidFill>
              <a:schemeClr val="accent3">
                <a:lumMod val="75000"/>
              </a:schemeClr>
            </a:solidFill>
          </a:ln>
        </p:spPr>
        <p:style>
          <a:lnRef idx="1">
            <a:schemeClr val="accent1"/>
          </a:lnRef>
          <a:fillRef idx="0">
            <a:schemeClr val="accent1"/>
          </a:fillRef>
          <a:effectRef idx="0">
            <a:schemeClr val="accent1"/>
          </a:effectRef>
          <a:fontRef idx="minor">
            <a:schemeClr val="tx1"/>
          </a:fontRef>
        </p:style>
      </p:sp>
      <p:sp>
        <p:nvSpPr>
          <p:cNvPr id="1788" name="Oval 1787"/>
          <p:cNvSpPr/>
          <p:nvPr/>
        </p:nvSpPr>
        <p:spPr>
          <a:xfrm>
            <a:off x="6277619" y="2053953"/>
            <a:ext cx="100015" cy="100014"/>
          </a:xfrm>
          <a:prstGeom prst="ellipse">
            <a:avLst/>
          </a:prstGeom>
          <a:solidFill>
            <a:schemeClr val="bg1"/>
          </a:solidFill>
          <a:ln w="13970">
            <a:solidFill>
              <a:schemeClr val="accent3">
                <a:lumMod val="75000"/>
              </a:schemeClr>
            </a:solidFill>
          </a:ln>
        </p:spPr>
        <p:style>
          <a:lnRef idx="1">
            <a:schemeClr val="accent1"/>
          </a:lnRef>
          <a:fillRef idx="0">
            <a:schemeClr val="accent1"/>
          </a:fillRef>
          <a:effectRef idx="0">
            <a:schemeClr val="accent1"/>
          </a:effectRef>
          <a:fontRef idx="minor">
            <a:schemeClr val="tx1"/>
          </a:fontRef>
        </p:style>
      </p:sp>
      <p:sp>
        <p:nvSpPr>
          <p:cNvPr id="1789" name="Teardrop 3"/>
          <p:cNvSpPr/>
          <p:nvPr/>
        </p:nvSpPr>
        <p:spPr>
          <a:xfrm rot="5400000" flipH="1" flipV="1">
            <a:off x="8127852" y="1797636"/>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790" name="Oval 1789"/>
          <p:cNvSpPr/>
          <p:nvPr/>
        </p:nvSpPr>
        <p:spPr>
          <a:xfrm>
            <a:off x="8806259" y="2053953"/>
            <a:ext cx="100015" cy="100014"/>
          </a:xfrm>
          <a:prstGeom prst="ellipse">
            <a:avLst/>
          </a:prstGeom>
          <a:solidFill>
            <a:schemeClr val="bg1"/>
          </a:solidFill>
          <a:ln w="13970">
            <a:solidFill>
              <a:schemeClr val="accent3">
                <a:lumMod val="75000"/>
              </a:schemeClr>
            </a:solidFill>
          </a:ln>
        </p:spPr>
        <p:style>
          <a:lnRef idx="1">
            <a:schemeClr val="accent1"/>
          </a:lnRef>
          <a:fillRef idx="0">
            <a:schemeClr val="accent1"/>
          </a:fillRef>
          <a:effectRef idx="0">
            <a:schemeClr val="accent1"/>
          </a:effectRef>
          <a:fontRef idx="minor">
            <a:schemeClr val="tx1"/>
          </a:fontRef>
        </p:style>
      </p:sp>
      <p:sp>
        <p:nvSpPr>
          <p:cNvPr id="1791" name="Teardrop 3"/>
          <p:cNvSpPr/>
          <p:nvPr/>
        </p:nvSpPr>
        <p:spPr>
          <a:xfrm rot="5400000" flipH="1" flipV="1">
            <a:off x="7285312" y="1797636"/>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792" name="Oval 1791"/>
          <p:cNvSpPr/>
          <p:nvPr/>
        </p:nvSpPr>
        <p:spPr>
          <a:xfrm>
            <a:off x="7963379" y="2053953"/>
            <a:ext cx="100015" cy="100014"/>
          </a:xfrm>
          <a:prstGeom prst="ellipse">
            <a:avLst/>
          </a:prstGeom>
          <a:solidFill>
            <a:schemeClr val="bg1"/>
          </a:solidFill>
          <a:ln w="13970">
            <a:solidFill>
              <a:schemeClr val="accent3">
                <a:lumMod val="75000"/>
              </a:schemeClr>
            </a:solidFill>
          </a:ln>
        </p:spPr>
        <p:style>
          <a:lnRef idx="1">
            <a:schemeClr val="accent1"/>
          </a:lnRef>
          <a:fillRef idx="0">
            <a:schemeClr val="accent1"/>
          </a:fillRef>
          <a:effectRef idx="0">
            <a:schemeClr val="accent1"/>
          </a:effectRef>
          <a:fontRef idx="minor">
            <a:schemeClr val="tx1"/>
          </a:fontRef>
        </p:style>
      </p:sp>
      <p:sp>
        <p:nvSpPr>
          <p:cNvPr id="1793" name="Teardrop 3"/>
          <p:cNvSpPr/>
          <p:nvPr/>
        </p:nvSpPr>
        <p:spPr>
          <a:xfrm rot="5400000" flipH="1" flipV="1">
            <a:off x="9812932" y="1797636"/>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794" name="Oval 1793"/>
          <p:cNvSpPr/>
          <p:nvPr/>
        </p:nvSpPr>
        <p:spPr>
          <a:xfrm>
            <a:off x="10492019" y="2053953"/>
            <a:ext cx="100015" cy="100014"/>
          </a:xfrm>
          <a:prstGeom prst="ellipse">
            <a:avLst/>
          </a:prstGeom>
          <a:solidFill>
            <a:schemeClr val="bg1"/>
          </a:solidFill>
          <a:ln w="13970">
            <a:solidFill>
              <a:schemeClr val="accent3">
                <a:lumMod val="75000"/>
              </a:schemeClr>
            </a:solidFill>
          </a:ln>
        </p:spPr>
        <p:style>
          <a:lnRef idx="1">
            <a:schemeClr val="accent1"/>
          </a:lnRef>
          <a:fillRef idx="0">
            <a:schemeClr val="accent1"/>
          </a:fillRef>
          <a:effectRef idx="0">
            <a:schemeClr val="accent1"/>
          </a:effectRef>
          <a:fontRef idx="minor">
            <a:schemeClr val="tx1"/>
          </a:fontRef>
        </p:style>
      </p:sp>
      <p:sp>
        <p:nvSpPr>
          <p:cNvPr id="1795" name="Teardrop 3"/>
          <p:cNvSpPr/>
          <p:nvPr/>
        </p:nvSpPr>
        <p:spPr>
          <a:xfrm rot="5400000" flipH="1" flipV="1">
            <a:off x="8970392" y="1797636"/>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796" name="Oval 1795"/>
          <p:cNvSpPr/>
          <p:nvPr/>
        </p:nvSpPr>
        <p:spPr>
          <a:xfrm>
            <a:off x="9649139" y="2053953"/>
            <a:ext cx="100015" cy="100014"/>
          </a:xfrm>
          <a:prstGeom prst="ellipse">
            <a:avLst/>
          </a:prstGeom>
          <a:solidFill>
            <a:schemeClr val="bg1"/>
          </a:solidFill>
          <a:ln w="13970">
            <a:solidFill>
              <a:schemeClr val="accent3">
                <a:lumMod val="75000"/>
              </a:schemeClr>
            </a:solidFill>
          </a:ln>
        </p:spPr>
        <p:style>
          <a:lnRef idx="1">
            <a:schemeClr val="accent1"/>
          </a:lnRef>
          <a:fillRef idx="0">
            <a:schemeClr val="accent1"/>
          </a:fillRef>
          <a:effectRef idx="0">
            <a:schemeClr val="accent1"/>
          </a:effectRef>
          <a:fontRef idx="minor">
            <a:schemeClr val="tx1"/>
          </a:fontRef>
        </p:style>
      </p:sp>
      <p:sp>
        <p:nvSpPr>
          <p:cNvPr id="1797" name="Teardrop 3"/>
          <p:cNvSpPr/>
          <p:nvPr/>
        </p:nvSpPr>
        <p:spPr>
          <a:xfrm rot="5400000" flipH="1" flipV="1">
            <a:off x="11498011" y="1797636"/>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798" name="Teardrop 3"/>
          <p:cNvSpPr/>
          <p:nvPr/>
        </p:nvSpPr>
        <p:spPr>
          <a:xfrm rot="5400000" flipH="1" flipV="1">
            <a:off x="10655472" y="1797636"/>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799" name="Oval 1798"/>
          <p:cNvSpPr/>
          <p:nvPr/>
        </p:nvSpPr>
        <p:spPr>
          <a:xfrm>
            <a:off x="11334899" y="2053953"/>
            <a:ext cx="100015" cy="100014"/>
          </a:xfrm>
          <a:prstGeom prst="ellipse">
            <a:avLst/>
          </a:prstGeom>
          <a:solidFill>
            <a:schemeClr val="bg1"/>
          </a:solidFill>
          <a:ln w="13970">
            <a:solidFill>
              <a:schemeClr val="accent3">
                <a:lumMod val="75000"/>
              </a:schemeClr>
            </a:solidFill>
          </a:ln>
        </p:spPr>
        <p:style>
          <a:lnRef idx="1">
            <a:schemeClr val="accent1"/>
          </a:lnRef>
          <a:fillRef idx="0">
            <a:schemeClr val="accent1"/>
          </a:fillRef>
          <a:effectRef idx="0">
            <a:schemeClr val="accent1"/>
          </a:effectRef>
          <a:fontRef idx="minor">
            <a:schemeClr val="tx1"/>
          </a:fontRef>
        </p:style>
      </p:sp>
      <p:sp>
        <p:nvSpPr>
          <p:cNvPr id="1800" name="Teardrop 3"/>
          <p:cNvSpPr/>
          <p:nvPr/>
        </p:nvSpPr>
        <p:spPr>
          <a:xfrm rot="5400000" flipH="1" flipV="1">
            <a:off x="544992" y="1797636"/>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801" name="Oval 1800"/>
          <p:cNvSpPr/>
          <p:nvPr/>
        </p:nvSpPr>
        <p:spPr>
          <a:xfrm>
            <a:off x="6664511" y="2019794"/>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802" name="Oval 1801"/>
          <p:cNvSpPr/>
          <p:nvPr/>
        </p:nvSpPr>
        <p:spPr>
          <a:xfrm>
            <a:off x="766731" y="2019794"/>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803" name="Oval 1802"/>
          <p:cNvSpPr/>
          <p:nvPr/>
        </p:nvSpPr>
        <p:spPr>
          <a:xfrm>
            <a:off x="1609271" y="2019794"/>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804" name="Oval 1803"/>
          <p:cNvSpPr/>
          <p:nvPr/>
        </p:nvSpPr>
        <p:spPr>
          <a:xfrm>
            <a:off x="2451811" y="2019794"/>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805" name="Oval 1804"/>
          <p:cNvSpPr/>
          <p:nvPr/>
        </p:nvSpPr>
        <p:spPr>
          <a:xfrm>
            <a:off x="3294351" y="2019794"/>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806" name="Oval 1805"/>
          <p:cNvSpPr/>
          <p:nvPr/>
        </p:nvSpPr>
        <p:spPr>
          <a:xfrm>
            <a:off x="4136891" y="2019794"/>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807" name="Oval 1806"/>
          <p:cNvSpPr/>
          <p:nvPr/>
        </p:nvSpPr>
        <p:spPr>
          <a:xfrm>
            <a:off x="4979431" y="2019794"/>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808" name="Oval 1807"/>
          <p:cNvSpPr/>
          <p:nvPr/>
        </p:nvSpPr>
        <p:spPr>
          <a:xfrm>
            <a:off x="5821971" y="2019794"/>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809" name="Oval 1808"/>
          <p:cNvSpPr/>
          <p:nvPr/>
        </p:nvSpPr>
        <p:spPr>
          <a:xfrm>
            <a:off x="8349591" y="2019794"/>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810" name="Oval 1809"/>
          <p:cNvSpPr/>
          <p:nvPr/>
        </p:nvSpPr>
        <p:spPr>
          <a:xfrm>
            <a:off x="7507051" y="2019794"/>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811" name="Oval 1810"/>
          <p:cNvSpPr/>
          <p:nvPr/>
        </p:nvSpPr>
        <p:spPr>
          <a:xfrm>
            <a:off x="10034671" y="2019794"/>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812" name="Oval 1811"/>
          <p:cNvSpPr/>
          <p:nvPr/>
        </p:nvSpPr>
        <p:spPr>
          <a:xfrm>
            <a:off x="9192131" y="2019794"/>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813" name="Oval 1812"/>
          <p:cNvSpPr/>
          <p:nvPr/>
        </p:nvSpPr>
        <p:spPr>
          <a:xfrm>
            <a:off x="11719750" y="2019794"/>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814" name="Oval 1813"/>
          <p:cNvSpPr/>
          <p:nvPr/>
        </p:nvSpPr>
        <p:spPr>
          <a:xfrm>
            <a:off x="10877211" y="2019794"/>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815" name="Teardrop 3"/>
          <p:cNvSpPr/>
          <p:nvPr/>
        </p:nvSpPr>
        <p:spPr>
          <a:xfrm rot="5400000" flipH="1" flipV="1">
            <a:off x="6021182" y="2218324"/>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816" name="Teardrop 3"/>
          <p:cNvSpPr/>
          <p:nvPr/>
        </p:nvSpPr>
        <p:spPr>
          <a:xfrm rot="5400000" flipH="1" flipV="1">
            <a:off x="965942" y="2218324"/>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817" name="Teardrop 3"/>
          <p:cNvSpPr/>
          <p:nvPr/>
        </p:nvSpPr>
        <p:spPr>
          <a:xfrm rot="5400000" flipH="1" flipV="1">
            <a:off x="1808482" y="2218324"/>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818" name="Teardrop 3"/>
          <p:cNvSpPr/>
          <p:nvPr/>
        </p:nvSpPr>
        <p:spPr>
          <a:xfrm rot="5400000" flipH="1" flipV="1">
            <a:off x="2651022" y="2218324"/>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819" name="Teardrop 3"/>
          <p:cNvSpPr/>
          <p:nvPr/>
        </p:nvSpPr>
        <p:spPr>
          <a:xfrm rot="5400000" flipH="1" flipV="1">
            <a:off x="3493562" y="2218324"/>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820" name="Teardrop 3"/>
          <p:cNvSpPr/>
          <p:nvPr/>
        </p:nvSpPr>
        <p:spPr>
          <a:xfrm rot="5400000" flipH="1" flipV="1">
            <a:off x="4336102" y="2218324"/>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821" name="Teardrop 3"/>
          <p:cNvSpPr/>
          <p:nvPr/>
        </p:nvSpPr>
        <p:spPr>
          <a:xfrm rot="5400000" flipH="1" flipV="1">
            <a:off x="5178642" y="2218324"/>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822" name="Teardrop 3"/>
          <p:cNvSpPr/>
          <p:nvPr/>
        </p:nvSpPr>
        <p:spPr>
          <a:xfrm rot="5400000" flipH="1" flipV="1">
            <a:off x="7706262" y="2218324"/>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823" name="Teardrop 3"/>
          <p:cNvSpPr/>
          <p:nvPr/>
        </p:nvSpPr>
        <p:spPr>
          <a:xfrm rot="5400000" flipH="1" flipV="1">
            <a:off x="6863722" y="2218324"/>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824" name="Teardrop 3"/>
          <p:cNvSpPr/>
          <p:nvPr/>
        </p:nvSpPr>
        <p:spPr>
          <a:xfrm rot="5400000" flipH="1" flipV="1">
            <a:off x="9391342" y="2218324"/>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825" name="Teardrop 3"/>
          <p:cNvSpPr/>
          <p:nvPr/>
        </p:nvSpPr>
        <p:spPr>
          <a:xfrm rot="5400000" flipH="1" flipV="1">
            <a:off x="8548802" y="2218324"/>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826" name="Teardrop 3"/>
          <p:cNvSpPr/>
          <p:nvPr/>
        </p:nvSpPr>
        <p:spPr>
          <a:xfrm rot="5400000" flipH="1" flipV="1">
            <a:off x="11076421" y="2218324"/>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827" name="Teardrop 3"/>
          <p:cNvSpPr/>
          <p:nvPr/>
        </p:nvSpPr>
        <p:spPr>
          <a:xfrm rot="5400000" flipH="1" flipV="1">
            <a:off x="10233882" y="2218324"/>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828" name="Teardrop 3"/>
          <p:cNvSpPr/>
          <p:nvPr/>
        </p:nvSpPr>
        <p:spPr>
          <a:xfrm rot="5400000" flipH="1" flipV="1">
            <a:off x="123402" y="2218324"/>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829" name="Teardrop 3"/>
          <p:cNvSpPr/>
          <p:nvPr/>
        </p:nvSpPr>
        <p:spPr>
          <a:xfrm rot="5400000" flipH="1" flipV="1">
            <a:off x="11760003" y="2373673"/>
            <a:ext cx="595780" cy="268215"/>
          </a:xfrm>
          <a:custGeom>
            <a:avLst/>
            <a:gdLst/>
            <a:ahLst/>
            <a:cxnLst/>
            <a:rect l="l" t="t" r="r" b="b"/>
            <a:pathLst>
              <a:path w="595780" h="268215">
                <a:moveTo>
                  <a:pt x="230951" y="239431"/>
                </a:moveTo>
                <a:lnTo>
                  <a:pt x="89396" y="97876"/>
                </a:lnTo>
                <a:cubicBezTo>
                  <a:pt x="74075" y="113887"/>
                  <a:pt x="64809" y="135634"/>
                  <a:pt x="64809" y="159544"/>
                </a:cubicBezTo>
                <a:cubicBezTo>
                  <a:pt x="64809" y="209563"/>
                  <a:pt x="105357" y="250112"/>
                  <a:pt x="155376" y="250112"/>
                </a:cubicBezTo>
                <a:cubicBezTo>
                  <a:pt x="174454" y="249746"/>
                  <a:pt x="198601" y="254980"/>
                  <a:pt x="211458" y="268141"/>
                </a:cubicBezTo>
                <a:cubicBezTo>
                  <a:pt x="215885" y="257686"/>
                  <a:pt x="222436" y="247948"/>
                  <a:pt x="230951" y="239431"/>
                </a:cubicBezTo>
                <a:close/>
                <a:moveTo>
                  <a:pt x="259706" y="219892"/>
                </a:moveTo>
                <a:cubicBezTo>
                  <a:pt x="246546" y="207035"/>
                  <a:pt x="241311" y="182889"/>
                  <a:pt x="241677" y="163811"/>
                </a:cubicBezTo>
                <a:cubicBezTo>
                  <a:pt x="241677" y="113792"/>
                  <a:pt x="201129" y="73244"/>
                  <a:pt x="151110" y="73244"/>
                </a:cubicBezTo>
                <a:cubicBezTo>
                  <a:pt x="127200" y="73244"/>
                  <a:pt x="105453" y="82510"/>
                  <a:pt x="89441" y="97831"/>
                </a:cubicBezTo>
                <a:lnTo>
                  <a:pt x="230996" y="239386"/>
                </a:lnTo>
                <a:cubicBezTo>
                  <a:pt x="239514" y="230871"/>
                  <a:pt x="249252" y="224320"/>
                  <a:pt x="259706" y="219892"/>
                </a:cubicBezTo>
                <a:close/>
                <a:moveTo>
                  <a:pt x="382868" y="82592"/>
                </a:moveTo>
                <a:cubicBezTo>
                  <a:pt x="379825" y="66091"/>
                  <a:pt x="371670" y="50477"/>
                  <a:pt x="358914" y="37722"/>
                </a:cubicBezTo>
                <a:cubicBezTo>
                  <a:pt x="342007" y="20815"/>
                  <a:pt x="320078" y="11989"/>
                  <a:pt x="297922" y="11501"/>
                </a:cubicBezTo>
                <a:lnTo>
                  <a:pt x="297922" y="96667"/>
                </a:lnTo>
                <a:lnTo>
                  <a:pt x="297858" y="96667"/>
                </a:lnTo>
                <a:lnTo>
                  <a:pt x="297858" y="11501"/>
                </a:lnTo>
                <a:cubicBezTo>
                  <a:pt x="275703" y="11990"/>
                  <a:pt x="253774" y="20815"/>
                  <a:pt x="236866" y="37722"/>
                </a:cubicBezTo>
                <a:cubicBezTo>
                  <a:pt x="224105" y="50483"/>
                  <a:pt x="215948" y="66105"/>
                  <a:pt x="212939" y="82613"/>
                </a:cubicBezTo>
                <a:cubicBezTo>
                  <a:pt x="237526" y="100902"/>
                  <a:pt x="253233" y="130241"/>
                  <a:pt x="253233" y="163248"/>
                </a:cubicBezTo>
                <a:cubicBezTo>
                  <a:pt x="252735" y="189232"/>
                  <a:pt x="256525" y="205210"/>
                  <a:pt x="272877" y="215167"/>
                </a:cubicBezTo>
                <a:cubicBezTo>
                  <a:pt x="289126" y="210687"/>
                  <a:pt x="306340" y="210767"/>
                  <a:pt x="322577" y="215380"/>
                </a:cubicBezTo>
                <a:cubicBezTo>
                  <a:pt x="324655" y="214136"/>
                  <a:pt x="326534" y="212797"/>
                  <a:pt x="328229" y="211355"/>
                </a:cubicBezTo>
                <a:cubicBezTo>
                  <a:pt x="340097" y="201263"/>
                  <a:pt x="342986" y="186138"/>
                  <a:pt x="342547" y="163248"/>
                </a:cubicBezTo>
                <a:cubicBezTo>
                  <a:pt x="342547" y="130228"/>
                  <a:pt x="358265" y="100880"/>
                  <a:pt x="382868" y="82592"/>
                </a:cubicBezTo>
                <a:close/>
                <a:moveTo>
                  <a:pt x="506339" y="97830"/>
                </a:moveTo>
                <a:cubicBezTo>
                  <a:pt x="490327" y="82509"/>
                  <a:pt x="468581" y="73244"/>
                  <a:pt x="444670" y="73244"/>
                </a:cubicBezTo>
                <a:cubicBezTo>
                  <a:pt x="394652" y="73244"/>
                  <a:pt x="354103" y="113792"/>
                  <a:pt x="354103" y="163811"/>
                </a:cubicBezTo>
                <a:cubicBezTo>
                  <a:pt x="354470" y="182914"/>
                  <a:pt x="349220" y="207099"/>
                  <a:pt x="336023" y="219944"/>
                </a:cubicBezTo>
                <a:cubicBezTo>
                  <a:pt x="346519" y="224314"/>
                  <a:pt x="356263" y="230867"/>
                  <a:pt x="364783" y="239386"/>
                </a:cubicBezTo>
                <a:close/>
                <a:moveTo>
                  <a:pt x="530971" y="159544"/>
                </a:moveTo>
                <a:cubicBezTo>
                  <a:pt x="530971" y="135634"/>
                  <a:pt x="521705" y="113887"/>
                  <a:pt x="506384" y="97876"/>
                </a:cubicBezTo>
                <a:lnTo>
                  <a:pt x="364828" y="239431"/>
                </a:lnTo>
                <a:cubicBezTo>
                  <a:pt x="373348" y="247952"/>
                  <a:pt x="379901" y="257695"/>
                  <a:pt x="384270" y="268192"/>
                </a:cubicBezTo>
                <a:cubicBezTo>
                  <a:pt x="397115" y="254994"/>
                  <a:pt x="421300" y="249745"/>
                  <a:pt x="440404" y="250111"/>
                </a:cubicBezTo>
                <a:cubicBezTo>
                  <a:pt x="465413" y="250112"/>
                  <a:pt x="488055" y="239974"/>
                  <a:pt x="504444" y="223585"/>
                </a:cubicBezTo>
                <a:cubicBezTo>
                  <a:pt x="520834" y="207196"/>
                  <a:pt x="530971" y="184554"/>
                  <a:pt x="530971" y="159544"/>
                </a:cubicBezTo>
                <a:close/>
                <a:moveTo>
                  <a:pt x="595780" y="268215"/>
                </a:moveTo>
                <a:lnTo>
                  <a:pt x="581969" y="268215"/>
                </a:lnTo>
                <a:cubicBezTo>
                  <a:pt x="578743" y="259654"/>
                  <a:pt x="573266" y="252074"/>
                  <a:pt x="566492" y="245300"/>
                </a:cubicBezTo>
                <a:cubicBezTo>
                  <a:pt x="553737" y="232545"/>
                  <a:pt x="538123" y="224389"/>
                  <a:pt x="521623" y="221347"/>
                </a:cubicBezTo>
                <a:cubicBezTo>
                  <a:pt x="519174" y="225205"/>
                  <a:pt x="516174" y="228633"/>
                  <a:pt x="512960" y="231847"/>
                </a:cubicBezTo>
                <a:cubicBezTo>
                  <a:pt x="494535" y="250272"/>
                  <a:pt x="469082" y="261667"/>
                  <a:pt x="440967" y="261667"/>
                </a:cubicBezTo>
                <a:cubicBezTo>
                  <a:pt x="425629" y="261373"/>
                  <a:pt x="413777" y="262574"/>
                  <a:pt x="405186" y="268215"/>
                </a:cubicBezTo>
                <a:lnTo>
                  <a:pt x="372038" y="268215"/>
                </a:lnTo>
                <a:cubicBezTo>
                  <a:pt x="369178" y="260078"/>
                  <a:pt x="364042" y="252948"/>
                  <a:pt x="357679" y="246581"/>
                </a:cubicBezTo>
                <a:lnTo>
                  <a:pt x="349451" y="254808"/>
                </a:lnTo>
                <a:lnTo>
                  <a:pt x="349428" y="254786"/>
                </a:lnTo>
                <a:cubicBezTo>
                  <a:pt x="349421" y="254779"/>
                  <a:pt x="349413" y="254771"/>
                  <a:pt x="349406" y="254763"/>
                </a:cubicBezTo>
                <a:lnTo>
                  <a:pt x="357634" y="246536"/>
                </a:lnTo>
                <a:cubicBezTo>
                  <a:pt x="324632" y="213554"/>
                  <a:pt x="271148" y="213554"/>
                  <a:pt x="238147" y="246536"/>
                </a:cubicBezTo>
                <a:lnTo>
                  <a:pt x="246374" y="254763"/>
                </a:lnTo>
                <a:cubicBezTo>
                  <a:pt x="246367" y="254771"/>
                  <a:pt x="246359" y="254779"/>
                  <a:pt x="246352" y="254786"/>
                </a:cubicBezTo>
                <a:cubicBezTo>
                  <a:pt x="246344" y="254794"/>
                  <a:pt x="246337" y="254801"/>
                  <a:pt x="246329" y="254808"/>
                </a:cubicBezTo>
                <a:lnTo>
                  <a:pt x="238101" y="246581"/>
                </a:lnTo>
                <a:lnTo>
                  <a:pt x="223742" y="268215"/>
                </a:lnTo>
                <a:lnTo>
                  <a:pt x="190546" y="268215"/>
                </a:lnTo>
                <a:cubicBezTo>
                  <a:pt x="181970" y="262570"/>
                  <a:pt x="170130" y="261374"/>
                  <a:pt x="154813" y="261668"/>
                </a:cubicBezTo>
                <a:cubicBezTo>
                  <a:pt x="121806" y="261668"/>
                  <a:pt x="92467" y="245961"/>
                  <a:pt x="74178" y="221373"/>
                </a:cubicBezTo>
                <a:cubicBezTo>
                  <a:pt x="57671" y="224382"/>
                  <a:pt x="42049" y="232539"/>
                  <a:pt x="29288" y="245300"/>
                </a:cubicBezTo>
                <a:lnTo>
                  <a:pt x="13811" y="268215"/>
                </a:lnTo>
                <a:lnTo>
                  <a:pt x="0" y="268215"/>
                </a:lnTo>
                <a:cubicBezTo>
                  <a:pt x="4705" y="256723"/>
                  <a:pt x="11839" y="246048"/>
                  <a:pt x="21157" y="236731"/>
                </a:cubicBezTo>
                <a:cubicBezTo>
                  <a:pt x="34324" y="223564"/>
                  <a:pt x="50200" y="214757"/>
                  <a:pt x="67080" y="210684"/>
                </a:cubicBezTo>
                <a:cubicBezTo>
                  <a:pt x="57989" y="195895"/>
                  <a:pt x="53000" y="178457"/>
                  <a:pt x="53000" y="159854"/>
                </a:cubicBezTo>
                <a:cubicBezTo>
                  <a:pt x="53000" y="132604"/>
                  <a:pt x="63706" y="107854"/>
                  <a:pt x="81286" y="89721"/>
                </a:cubicBezTo>
                <a:lnTo>
                  <a:pt x="81286" y="89721"/>
                </a:lnTo>
                <a:cubicBezTo>
                  <a:pt x="99420" y="72140"/>
                  <a:pt x="124170" y="61435"/>
                  <a:pt x="151420" y="61435"/>
                </a:cubicBezTo>
                <a:cubicBezTo>
                  <a:pt x="170023" y="61435"/>
                  <a:pt x="187461" y="66424"/>
                  <a:pt x="202250" y="75515"/>
                </a:cubicBezTo>
                <a:cubicBezTo>
                  <a:pt x="206323" y="58635"/>
                  <a:pt x="215130" y="42758"/>
                  <a:pt x="228297" y="29591"/>
                </a:cubicBezTo>
                <a:cubicBezTo>
                  <a:pt x="247566" y="10322"/>
                  <a:pt x="272636" y="391"/>
                  <a:pt x="297890" y="0"/>
                </a:cubicBezTo>
                <a:lnTo>
                  <a:pt x="297890" y="0"/>
                </a:lnTo>
                <a:cubicBezTo>
                  <a:pt x="323144" y="391"/>
                  <a:pt x="348215" y="10322"/>
                  <a:pt x="367484" y="29591"/>
                </a:cubicBezTo>
                <a:cubicBezTo>
                  <a:pt x="380644" y="42751"/>
                  <a:pt x="389448" y="58618"/>
                  <a:pt x="393604" y="75474"/>
                </a:cubicBezTo>
                <a:cubicBezTo>
                  <a:pt x="408376" y="66408"/>
                  <a:pt x="425787" y="61434"/>
                  <a:pt x="444360" y="61434"/>
                </a:cubicBezTo>
                <a:cubicBezTo>
                  <a:pt x="471611" y="61434"/>
                  <a:pt x="496360" y="72140"/>
                  <a:pt x="514494" y="89721"/>
                </a:cubicBezTo>
                <a:cubicBezTo>
                  <a:pt x="532075" y="107854"/>
                  <a:pt x="542780" y="132604"/>
                  <a:pt x="542780" y="159854"/>
                </a:cubicBezTo>
                <a:cubicBezTo>
                  <a:pt x="542780" y="178427"/>
                  <a:pt x="537807" y="195839"/>
                  <a:pt x="528740" y="210610"/>
                </a:cubicBezTo>
                <a:cubicBezTo>
                  <a:pt x="545596" y="214766"/>
                  <a:pt x="561463" y="223570"/>
                  <a:pt x="574624" y="236731"/>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830" name="Oval 1829"/>
          <p:cNvSpPr/>
          <p:nvPr/>
        </p:nvSpPr>
        <p:spPr>
          <a:xfrm>
            <a:off x="7086653" y="2439111"/>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831" name="Oval 1830"/>
          <p:cNvSpPr/>
          <p:nvPr/>
        </p:nvSpPr>
        <p:spPr>
          <a:xfrm>
            <a:off x="346333" y="2439111"/>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832" name="Oval 1831"/>
          <p:cNvSpPr/>
          <p:nvPr/>
        </p:nvSpPr>
        <p:spPr>
          <a:xfrm>
            <a:off x="1188873" y="2439111"/>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833" name="Oval 1832"/>
          <p:cNvSpPr/>
          <p:nvPr/>
        </p:nvSpPr>
        <p:spPr>
          <a:xfrm>
            <a:off x="2031413" y="2439111"/>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834" name="Oval 1833"/>
          <p:cNvSpPr/>
          <p:nvPr/>
        </p:nvSpPr>
        <p:spPr>
          <a:xfrm>
            <a:off x="2873953" y="2439111"/>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835" name="Oval 1834"/>
          <p:cNvSpPr/>
          <p:nvPr/>
        </p:nvSpPr>
        <p:spPr>
          <a:xfrm>
            <a:off x="3716493" y="2439111"/>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836" name="Oval 1835"/>
          <p:cNvSpPr/>
          <p:nvPr/>
        </p:nvSpPr>
        <p:spPr>
          <a:xfrm>
            <a:off x="4559033" y="2439111"/>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837" name="Oval 1836"/>
          <p:cNvSpPr/>
          <p:nvPr/>
        </p:nvSpPr>
        <p:spPr>
          <a:xfrm>
            <a:off x="5401573" y="2439111"/>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838" name="Oval 1837"/>
          <p:cNvSpPr/>
          <p:nvPr/>
        </p:nvSpPr>
        <p:spPr>
          <a:xfrm>
            <a:off x="6244113" y="2439111"/>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839" name="Oval 1838"/>
          <p:cNvSpPr/>
          <p:nvPr/>
        </p:nvSpPr>
        <p:spPr>
          <a:xfrm>
            <a:off x="8771733" y="2439111"/>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840" name="Oval 1839"/>
          <p:cNvSpPr/>
          <p:nvPr/>
        </p:nvSpPr>
        <p:spPr>
          <a:xfrm>
            <a:off x="7929193" y="2439111"/>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841" name="Oval 1840"/>
          <p:cNvSpPr/>
          <p:nvPr/>
        </p:nvSpPr>
        <p:spPr>
          <a:xfrm>
            <a:off x="10456813" y="2439111"/>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842" name="Oval 1841"/>
          <p:cNvSpPr/>
          <p:nvPr/>
        </p:nvSpPr>
        <p:spPr>
          <a:xfrm>
            <a:off x="9614273" y="2439111"/>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843" name="Oval 1842"/>
          <p:cNvSpPr/>
          <p:nvPr/>
        </p:nvSpPr>
        <p:spPr>
          <a:xfrm>
            <a:off x="11299353" y="2439111"/>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844" name="Teardrop 3"/>
          <p:cNvSpPr/>
          <p:nvPr/>
        </p:nvSpPr>
        <p:spPr>
          <a:xfrm rot="5400000" flipH="1" flipV="1">
            <a:off x="6442772" y="2646309"/>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845" name="Oval 1844"/>
          <p:cNvSpPr/>
          <p:nvPr/>
        </p:nvSpPr>
        <p:spPr>
          <a:xfrm>
            <a:off x="7120499" y="2902626"/>
            <a:ext cx="100015" cy="100014"/>
          </a:xfrm>
          <a:prstGeom prst="ellipse">
            <a:avLst/>
          </a:prstGeom>
          <a:solidFill>
            <a:schemeClr val="bg1"/>
          </a:solidFill>
          <a:ln w="13970">
            <a:solidFill>
              <a:schemeClr val="accent3">
                <a:lumMod val="75000"/>
              </a:schemeClr>
            </a:solidFill>
          </a:ln>
        </p:spPr>
        <p:style>
          <a:lnRef idx="1">
            <a:schemeClr val="accent1"/>
          </a:lnRef>
          <a:fillRef idx="0">
            <a:schemeClr val="accent1"/>
          </a:fillRef>
          <a:effectRef idx="0">
            <a:schemeClr val="accent1"/>
          </a:effectRef>
          <a:fontRef idx="minor">
            <a:schemeClr val="tx1"/>
          </a:fontRef>
        </p:style>
      </p:sp>
      <p:sp>
        <p:nvSpPr>
          <p:cNvPr id="1846" name="Teardrop 3"/>
          <p:cNvSpPr/>
          <p:nvPr/>
        </p:nvSpPr>
        <p:spPr>
          <a:xfrm rot="5400000" flipH="1" flipV="1">
            <a:off x="-148774" y="2795083"/>
            <a:ext cx="612648" cy="315100"/>
          </a:xfrm>
          <a:custGeom>
            <a:avLst/>
            <a:gdLst/>
            <a:ahLst/>
            <a:cxnLst/>
            <a:rect l="l" t="t" r="r" b="b"/>
            <a:pathLst>
              <a:path w="612648" h="315100">
                <a:moveTo>
                  <a:pt x="239386" y="75670"/>
                </a:moveTo>
                <a:cubicBezTo>
                  <a:pt x="230866" y="67149"/>
                  <a:pt x="224313" y="57406"/>
                  <a:pt x="219944" y="46909"/>
                </a:cubicBezTo>
                <a:cubicBezTo>
                  <a:pt x="207099" y="60107"/>
                  <a:pt x="182914" y="65356"/>
                  <a:pt x="163810" y="64989"/>
                </a:cubicBezTo>
                <a:cubicBezTo>
                  <a:pt x="113792" y="64989"/>
                  <a:pt x="73243" y="105538"/>
                  <a:pt x="73243" y="155556"/>
                </a:cubicBezTo>
                <a:cubicBezTo>
                  <a:pt x="73243" y="179467"/>
                  <a:pt x="82509" y="201213"/>
                  <a:pt x="97830" y="217225"/>
                </a:cubicBezTo>
                <a:close/>
                <a:moveTo>
                  <a:pt x="268191" y="95157"/>
                </a:moveTo>
                <a:cubicBezTo>
                  <a:pt x="257695" y="90787"/>
                  <a:pt x="247952" y="84234"/>
                  <a:pt x="239431" y="75715"/>
                </a:cubicBezTo>
                <a:lnTo>
                  <a:pt x="97875" y="217270"/>
                </a:lnTo>
                <a:cubicBezTo>
                  <a:pt x="113887" y="232591"/>
                  <a:pt x="135634" y="241857"/>
                  <a:pt x="159544" y="241857"/>
                </a:cubicBezTo>
                <a:cubicBezTo>
                  <a:pt x="184553" y="241857"/>
                  <a:pt x="207195" y="231720"/>
                  <a:pt x="223585" y="215331"/>
                </a:cubicBezTo>
                <a:cubicBezTo>
                  <a:pt x="239974" y="198941"/>
                  <a:pt x="250111" y="176299"/>
                  <a:pt x="250111" y="151290"/>
                </a:cubicBezTo>
                <a:cubicBezTo>
                  <a:pt x="249745" y="132187"/>
                  <a:pt x="254994" y="108002"/>
                  <a:pt x="268191" y="95157"/>
                </a:cubicBezTo>
                <a:close/>
                <a:moveTo>
                  <a:pt x="391275" y="232488"/>
                </a:moveTo>
                <a:cubicBezTo>
                  <a:pt x="366688" y="214199"/>
                  <a:pt x="350981" y="184860"/>
                  <a:pt x="350981" y="151853"/>
                </a:cubicBezTo>
                <a:cubicBezTo>
                  <a:pt x="351479" y="125869"/>
                  <a:pt x="347689" y="109892"/>
                  <a:pt x="331337" y="99934"/>
                </a:cubicBezTo>
                <a:cubicBezTo>
                  <a:pt x="315088" y="104415"/>
                  <a:pt x="297874" y="104335"/>
                  <a:pt x="281637" y="99721"/>
                </a:cubicBezTo>
                <a:cubicBezTo>
                  <a:pt x="265010" y="109675"/>
                  <a:pt x="261165" y="125694"/>
                  <a:pt x="261667" y="151853"/>
                </a:cubicBezTo>
                <a:cubicBezTo>
                  <a:pt x="261667" y="179968"/>
                  <a:pt x="250271" y="205421"/>
                  <a:pt x="231847" y="223846"/>
                </a:cubicBezTo>
                <a:lnTo>
                  <a:pt x="221347" y="232509"/>
                </a:lnTo>
                <a:cubicBezTo>
                  <a:pt x="224390" y="249009"/>
                  <a:pt x="232545" y="264623"/>
                  <a:pt x="245300" y="277378"/>
                </a:cubicBezTo>
                <a:cubicBezTo>
                  <a:pt x="262208" y="294285"/>
                  <a:pt x="284137" y="303111"/>
                  <a:pt x="306292" y="303599"/>
                </a:cubicBezTo>
                <a:lnTo>
                  <a:pt x="306292" y="218433"/>
                </a:lnTo>
                <a:lnTo>
                  <a:pt x="306356" y="218433"/>
                </a:lnTo>
                <a:lnTo>
                  <a:pt x="306356" y="303599"/>
                </a:lnTo>
                <a:cubicBezTo>
                  <a:pt x="328512" y="303110"/>
                  <a:pt x="350441" y="294285"/>
                  <a:pt x="367348" y="277378"/>
                </a:cubicBezTo>
                <a:cubicBezTo>
                  <a:pt x="380109" y="264617"/>
                  <a:pt x="388266" y="248996"/>
                  <a:pt x="391275" y="232488"/>
                </a:cubicBezTo>
                <a:close/>
                <a:moveTo>
                  <a:pt x="514773" y="217271"/>
                </a:moveTo>
                <a:lnTo>
                  <a:pt x="373218" y="75716"/>
                </a:lnTo>
                <a:cubicBezTo>
                  <a:pt x="364700" y="84231"/>
                  <a:pt x="354962" y="90781"/>
                  <a:pt x="344508" y="95209"/>
                </a:cubicBezTo>
                <a:cubicBezTo>
                  <a:pt x="357668" y="108066"/>
                  <a:pt x="362903" y="132212"/>
                  <a:pt x="362537" y="151290"/>
                </a:cubicBezTo>
                <a:cubicBezTo>
                  <a:pt x="362537" y="201309"/>
                  <a:pt x="403086" y="241857"/>
                  <a:pt x="453104" y="241857"/>
                </a:cubicBezTo>
                <a:cubicBezTo>
                  <a:pt x="477015" y="241857"/>
                  <a:pt x="498761" y="232592"/>
                  <a:pt x="514773" y="217271"/>
                </a:cubicBezTo>
                <a:close/>
                <a:moveTo>
                  <a:pt x="539405" y="155556"/>
                </a:moveTo>
                <a:cubicBezTo>
                  <a:pt x="539405" y="105538"/>
                  <a:pt x="498856" y="64989"/>
                  <a:pt x="448838" y="64989"/>
                </a:cubicBezTo>
                <a:cubicBezTo>
                  <a:pt x="429760" y="65355"/>
                  <a:pt x="405614" y="60121"/>
                  <a:pt x="392756" y="46961"/>
                </a:cubicBezTo>
                <a:cubicBezTo>
                  <a:pt x="388329" y="57415"/>
                  <a:pt x="381778" y="67153"/>
                  <a:pt x="373263" y="75671"/>
                </a:cubicBezTo>
                <a:lnTo>
                  <a:pt x="514818" y="217225"/>
                </a:lnTo>
                <a:cubicBezTo>
                  <a:pt x="530139" y="201213"/>
                  <a:pt x="539405" y="179467"/>
                  <a:pt x="539405" y="155556"/>
                </a:cubicBezTo>
                <a:close/>
                <a:moveTo>
                  <a:pt x="612648" y="8776"/>
                </a:moveTo>
                <a:cubicBezTo>
                  <a:pt x="612257" y="34030"/>
                  <a:pt x="602326" y="59101"/>
                  <a:pt x="583058" y="78369"/>
                </a:cubicBezTo>
                <a:cubicBezTo>
                  <a:pt x="569890" y="91537"/>
                  <a:pt x="554014" y="100343"/>
                  <a:pt x="537134" y="104416"/>
                </a:cubicBezTo>
                <a:cubicBezTo>
                  <a:pt x="546225" y="119205"/>
                  <a:pt x="551214" y="136643"/>
                  <a:pt x="551214" y="155247"/>
                </a:cubicBezTo>
                <a:cubicBezTo>
                  <a:pt x="551214" y="182497"/>
                  <a:pt x="540509" y="207247"/>
                  <a:pt x="522928" y="225380"/>
                </a:cubicBezTo>
                <a:lnTo>
                  <a:pt x="522928" y="225380"/>
                </a:lnTo>
                <a:cubicBezTo>
                  <a:pt x="504794" y="242961"/>
                  <a:pt x="480045" y="253667"/>
                  <a:pt x="452794" y="253667"/>
                </a:cubicBezTo>
                <a:cubicBezTo>
                  <a:pt x="434191" y="253667"/>
                  <a:pt x="416753" y="248677"/>
                  <a:pt x="401964" y="239586"/>
                </a:cubicBezTo>
                <a:cubicBezTo>
                  <a:pt x="397891" y="256466"/>
                  <a:pt x="389084" y="272342"/>
                  <a:pt x="375917" y="285509"/>
                </a:cubicBezTo>
                <a:cubicBezTo>
                  <a:pt x="356649" y="304778"/>
                  <a:pt x="331578" y="314709"/>
                  <a:pt x="306324" y="315100"/>
                </a:cubicBezTo>
                <a:lnTo>
                  <a:pt x="306324" y="315100"/>
                </a:lnTo>
                <a:cubicBezTo>
                  <a:pt x="281070" y="314709"/>
                  <a:pt x="255999" y="304778"/>
                  <a:pt x="236731" y="285509"/>
                </a:cubicBezTo>
                <a:cubicBezTo>
                  <a:pt x="223571" y="272349"/>
                  <a:pt x="214766" y="256482"/>
                  <a:pt x="210610" y="239626"/>
                </a:cubicBezTo>
                <a:cubicBezTo>
                  <a:pt x="195839" y="248693"/>
                  <a:pt x="178427" y="253666"/>
                  <a:pt x="159854" y="253666"/>
                </a:cubicBezTo>
                <a:cubicBezTo>
                  <a:pt x="132604" y="253666"/>
                  <a:pt x="107854" y="242961"/>
                  <a:pt x="89720" y="225380"/>
                </a:cubicBezTo>
                <a:lnTo>
                  <a:pt x="89720" y="225380"/>
                </a:lnTo>
                <a:cubicBezTo>
                  <a:pt x="72140" y="207247"/>
                  <a:pt x="61434" y="182497"/>
                  <a:pt x="61434" y="155247"/>
                </a:cubicBezTo>
                <a:cubicBezTo>
                  <a:pt x="61434" y="136673"/>
                  <a:pt x="66408" y="119262"/>
                  <a:pt x="75474" y="104490"/>
                </a:cubicBezTo>
                <a:cubicBezTo>
                  <a:pt x="58618" y="100334"/>
                  <a:pt x="42751" y="91530"/>
                  <a:pt x="29591" y="78369"/>
                </a:cubicBezTo>
                <a:cubicBezTo>
                  <a:pt x="10322" y="59101"/>
                  <a:pt x="391" y="34030"/>
                  <a:pt x="0" y="8776"/>
                </a:cubicBezTo>
                <a:lnTo>
                  <a:pt x="0" y="8776"/>
                </a:lnTo>
                <a:lnTo>
                  <a:pt x="1828" y="0"/>
                </a:lnTo>
                <a:lnTo>
                  <a:pt x="13374" y="0"/>
                </a:lnTo>
                <a:cubicBezTo>
                  <a:pt x="11782" y="2802"/>
                  <a:pt x="11567" y="5771"/>
                  <a:pt x="11501" y="8744"/>
                </a:cubicBezTo>
                <a:lnTo>
                  <a:pt x="96667" y="8744"/>
                </a:lnTo>
                <a:lnTo>
                  <a:pt x="96667" y="8808"/>
                </a:lnTo>
                <a:lnTo>
                  <a:pt x="11501" y="8808"/>
                </a:lnTo>
                <a:cubicBezTo>
                  <a:pt x="11990" y="30964"/>
                  <a:pt x="20815" y="52893"/>
                  <a:pt x="37722" y="69800"/>
                </a:cubicBezTo>
                <a:cubicBezTo>
                  <a:pt x="50477" y="82555"/>
                  <a:pt x="66091" y="90711"/>
                  <a:pt x="82592" y="93753"/>
                </a:cubicBezTo>
                <a:cubicBezTo>
                  <a:pt x="100880" y="69151"/>
                  <a:pt x="130228" y="53433"/>
                  <a:pt x="163247" y="53433"/>
                </a:cubicBezTo>
                <a:cubicBezTo>
                  <a:pt x="186137" y="53872"/>
                  <a:pt x="201262" y="50984"/>
                  <a:pt x="211355" y="39116"/>
                </a:cubicBezTo>
                <a:cubicBezTo>
                  <a:pt x="212796" y="37420"/>
                  <a:pt x="214135" y="35542"/>
                  <a:pt x="215380" y="33463"/>
                </a:cubicBezTo>
                <a:lnTo>
                  <a:pt x="215236" y="0"/>
                </a:lnTo>
                <a:lnTo>
                  <a:pt x="223507" y="0"/>
                </a:lnTo>
                <a:cubicBezTo>
                  <a:pt x="219688" y="24354"/>
                  <a:pt x="227777" y="49750"/>
                  <a:pt x="246535" y="68520"/>
                </a:cubicBezTo>
                <a:lnTo>
                  <a:pt x="254763" y="60293"/>
                </a:lnTo>
                <a:cubicBezTo>
                  <a:pt x="254771" y="60299"/>
                  <a:pt x="254778" y="60307"/>
                  <a:pt x="254786" y="60315"/>
                </a:cubicBezTo>
                <a:lnTo>
                  <a:pt x="254808" y="60338"/>
                </a:lnTo>
                <a:lnTo>
                  <a:pt x="246580" y="68565"/>
                </a:lnTo>
                <a:cubicBezTo>
                  <a:pt x="279582" y="101547"/>
                  <a:pt x="333066" y="101547"/>
                  <a:pt x="366068" y="68565"/>
                </a:cubicBezTo>
                <a:lnTo>
                  <a:pt x="357840" y="60338"/>
                </a:lnTo>
                <a:cubicBezTo>
                  <a:pt x="357847" y="60330"/>
                  <a:pt x="357855" y="60322"/>
                  <a:pt x="357862" y="60315"/>
                </a:cubicBezTo>
                <a:lnTo>
                  <a:pt x="357885" y="60293"/>
                </a:lnTo>
                <a:lnTo>
                  <a:pt x="366113" y="68520"/>
                </a:lnTo>
                <a:cubicBezTo>
                  <a:pt x="384872" y="49750"/>
                  <a:pt x="392961" y="24354"/>
                  <a:pt x="389142" y="0"/>
                </a:cubicBezTo>
                <a:lnTo>
                  <a:pt x="397337" y="0"/>
                </a:lnTo>
                <a:cubicBezTo>
                  <a:pt x="401479" y="11094"/>
                  <a:pt x="400548" y="22668"/>
                  <a:pt x="397481" y="33790"/>
                </a:cubicBezTo>
                <a:cubicBezTo>
                  <a:pt x="407439" y="50142"/>
                  <a:pt x="423417" y="53932"/>
                  <a:pt x="449401" y="53433"/>
                </a:cubicBezTo>
                <a:cubicBezTo>
                  <a:pt x="482408" y="53434"/>
                  <a:pt x="511746" y="69140"/>
                  <a:pt x="530035" y="93727"/>
                </a:cubicBezTo>
                <a:cubicBezTo>
                  <a:pt x="546543" y="90718"/>
                  <a:pt x="562165" y="82561"/>
                  <a:pt x="574926" y="69800"/>
                </a:cubicBezTo>
                <a:cubicBezTo>
                  <a:pt x="591833" y="52893"/>
                  <a:pt x="600659" y="30964"/>
                  <a:pt x="601147" y="8808"/>
                </a:cubicBezTo>
                <a:lnTo>
                  <a:pt x="515982" y="8808"/>
                </a:lnTo>
                <a:lnTo>
                  <a:pt x="515981" y="8744"/>
                </a:lnTo>
                <a:lnTo>
                  <a:pt x="601147" y="8744"/>
                </a:lnTo>
                <a:lnTo>
                  <a:pt x="599275" y="0"/>
                </a:lnTo>
                <a:lnTo>
                  <a:pt x="610820" y="0"/>
                </a:lnTo>
                <a:cubicBezTo>
                  <a:pt x="612423" y="2826"/>
                  <a:pt x="612602" y="5800"/>
                  <a:pt x="612648" y="8776"/>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847" name="Oval 1846"/>
          <p:cNvSpPr/>
          <p:nvPr/>
        </p:nvSpPr>
        <p:spPr>
          <a:xfrm>
            <a:off x="377459" y="2902626"/>
            <a:ext cx="100015" cy="100014"/>
          </a:xfrm>
          <a:prstGeom prst="ellipse">
            <a:avLst/>
          </a:prstGeom>
          <a:solidFill>
            <a:schemeClr val="bg1"/>
          </a:solidFill>
          <a:ln w="13970">
            <a:solidFill>
              <a:schemeClr val="accent3">
                <a:lumMod val="75000"/>
              </a:schemeClr>
            </a:solidFill>
          </a:ln>
        </p:spPr>
        <p:style>
          <a:lnRef idx="1">
            <a:schemeClr val="accent1"/>
          </a:lnRef>
          <a:fillRef idx="0">
            <a:schemeClr val="accent1"/>
          </a:fillRef>
          <a:effectRef idx="0">
            <a:schemeClr val="accent1"/>
          </a:effectRef>
          <a:fontRef idx="minor">
            <a:schemeClr val="tx1"/>
          </a:fontRef>
        </p:style>
      </p:sp>
      <p:sp>
        <p:nvSpPr>
          <p:cNvPr id="1848" name="Teardrop 3"/>
          <p:cNvSpPr/>
          <p:nvPr/>
        </p:nvSpPr>
        <p:spPr>
          <a:xfrm rot="5400000" flipH="1" flipV="1">
            <a:off x="1387532" y="2646309"/>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849" name="Teardrop 3"/>
          <p:cNvSpPr/>
          <p:nvPr/>
        </p:nvSpPr>
        <p:spPr>
          <a:xfrm rot="5400000" flipH="1" flipV="1">
            <a:off x="2230072" y="2646309"/>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850" name="Teardrop 3"/>
          <p:cNvSpPr/>
          <p:nvPr/>
        </p:nvSpPr>
        <p:spPr>
          <a:xfrm rot="5400000" flipH="1" flipV="1">
            <a:off x="3072612" y="2646309"/>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851" name="Teardrop 3"/>
          <p:cNvSpPr/>
          <p:nvPr/>
        </p:nvSpPr>
        <p:spPr>
          <a:xfrm rot="5400000" flipH="1" flipV="1">
            <a:off x="3915152" y="2646309"/>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852" name="Teardrop 3"/>
          <p:cNvSpPr/>
          <p:nvPr/>
        </p:nvSpPr>
        <p:spPr>
          <a:xfrm rot="5400000" flipH="1" flipV="1">
            <a:off x="4757692" y="2646309"/>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853" name="Teardrop 3"/>
          <p:cNvSpPr/>
          <p:nvPr/>
        </p:nvSpPr>
        <p:spPr>
          <a:xfrm rot="5400000" flipH="1" flipV="1">
            <a:off x="5600232" y="2646309"/>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854" name="Oval 1853"/>
          <p:cNvSpPr/>
          <p:nvPr/>
        </p:nvSpPr>
        <p:spPr>
          <a:xfrm>
            <a:off x="1220339" y="2902626"/>
            <a:ext cx="100015" cy="100014"/>
          </a:xfrm>
          <a:prstGeom prst="ellipse">
            <a:avLst/>
          </a:prstGeom>
          <a:solidFill>
            <a:schemeClr val="bg1"/>
          </a:solidFill>
          <a:ln w="13970">
            <a:solidFill>
              <a:schemeClr val="accent3">
                <a:lumMod val="75000"/>
              </a:schemeClr>
            </a:solidFill>
          </a:ln>
        </p:spPr>
        <p:style>
          <a:lnRef idx="1">
            <a:schemeClr val="accent1"/>
          </a:lnRef>
          <a:fillRef idx="0">
            <a:schemeClr val="accent1"/>
          </a:fillRef>
          <a:effectRef idx="0">
            <a:schemeClr val="accent1"/>
          </a:effectRef>
          <a:fontRef idx="minor">
            <a:schemeClr val="tx1"/>
          </a:fontRef>
        </p:style>
      </p:sp>
      <p:sp>
        <p:nvSpPr>
          <p:cNvPr id="1855" name="Oval 1854"/>
          <p:cNvSpPr/>
          <p:nvPr/>
        </p:nvSpPr>
        <p:spPr>
          <a:xfrm>
            <a:off x="2063219" y="2902626"/>
            <a:ext cx="100015" cy="100014"/>
          </a:xfrm>
          <a:prstGeom prst="ellipse">
            <a:avLst/>
          </a:prstGeom>
          <a:solidFill>
            <a:schemeClr val="bg1"/>
          </a:solidFill>
          <a:ln w="13970">
            <a:solidFill>
              <a:schemeClr val="accent3">
                <a:lumMod val="75000"/>
              </a:schemeClr>
            </a:solidFill>
          </a:ln>
        </p:spPr>
        <p:style>
          <a:lnRef idx="1">
            <a:schemeClr val="accent1"/>
          </a:lnRef>
          <a:fillRef idx="0">
            <a:schemeClr val="accent1"/>
          </a:fillRef>
          <a:effectRef idx="0">
            <a:schemeClr val="accent1"/>
          </a:effectRef>
          <a:fontRef idx="minor">
            <a:schemeClr val="tx1"/>
          </a:fontRef>
        </p:style>
      </p:sp>
      <p:sp>
        <p:nvSpPr>
          <p:cNvPr id="1856" name="Oval 1855"/>
          <p:cNvSpPr/>
          <p:nvPr/>
        </p:nvSpPr>
        <p:spPr>
          <a:xfrm>
            <a:off x="2906099" y="2902626"/>
            <a:ext cx="100015" cy="100014"/>
          </a:xfrm>
          <a:prstGeom prst="ellipse">
            <a:avLst/>
          </a:prstGeom>
          <a:solidFill>
            <a:schemeClr val="bg1"/>
          </a:solidFill>
          <a:ln w="13970">
            <a:solidFill>
              <a:schemeClr val="accent3">
                <a:lumMod val="75000"/>
              </a:schemeClr>
            </a:solidFill>
          </a:ln>
        </p:spPr>
        <p:style>
          <a:lnRef idx="1">
            <a:schemeClr val="accent1"/>
          </a:lnRef>
          <a:fillRef idx="0">
            <a:schemeClr val="accent1"/>
          </a:fillRef>
          <a:effectRef idx="0">
            <a:schemeClr val="accent1"/>
          </a:effectRef>
          <a:fontRef idx="minor">
            <a:schemeClr val="tx1"/>
          </a:fontRef>
        </p:style>
      </p:sp>
      <p:sp>
        <p:nvSpPr>
          <p:cNvPr id="1857" name="Oval 1856"/>
          <p:cNvSpPr/>
          <p:nvPr/>
        </p:nvSpPr>
        <p:spPr>
          <a:xfrm>
            <a:off x="3748979" y="2902626"/>
            <a:ext cx="100015" cy="100014"/>
          </a:xfrm>
          <a:prstGeom prst="ellipse">
            <a:avLst/>
          </a:prstGeom>
          <a:solidFill>
            <a:schemeClr val="bg1"/>
          </a:solidFill>
          <a:ln w="13970">
            <a:solidFill>
              <a:schemeClr val="accent3">
                <a:lumMod val="75000"/>
              </a:schemeClr>
            </a:solidFill>
          </a:ln>
        </p:spPr>
        <p:style>
          <a:lnRef idx="1">
            <a:schemeClr val="accent1"/>
          </a:lnRef>
          <a:fillRef idx="0">
            <a:schemeClr val="accent1"/>
          </a:fillRef>
          <a:effectRef idx="0">
            <a:schemeClr val="accent1"/>
          </a:effectRef>
          <a:fontRef idx="minor">
            <a:schemeClr val="tx1"/>
          </a:fontRef>
        </p:style>
      </p:sp>
      <p:sp>
        <p:nvSpPr>
          <p:cNvPr id="1858" name="Oval 1857"/>
          <p:cNvSpPr/>
          <p:nvPr/>
        </p:nvSpPr>
        <p:spPr>
          <a:xfrm>
            <a:off x="4591859" y="2902626"/>
            <a:ext cx="100015" cy="100014"/>
          </a:xfrm>
          <a:prstGeom prst="ellipse">
            <a:avLst/>
          </a:prstGeom>
          <a:solidFill>
            <a:schemeClr val="bg1"/>
          </a:solidFill>
          <a:ln w="13970">
            <a:solidFill>
              <a:schemeClr val="accent3">
                <a:lumMod val="75000"/>
              </a:schemeClr>
            </a:solidFill>
          </a:ln>
        </p:spPr>
        <p:style>
          <a:lnRef idx="1">
            <a:schemeClr val="accent1"/>
          </a:lnRef>
          <a:fillRef idx="0">
            <a:schemeClr val="accent1"/>
          </a:fillRef>
          <a:effectRef idx="0">
            <a:schemeClr val="accent1"/>
          </a:effectRef>
          <a:fontRef idx="minor">
            <a:schemeClr val="tx1"/>
          </a:fontRef>
        </p:style>
      </p:sp>
      <p:sp>
        <p:nvSpPr>
          <p:cNvPr id="1859" name="Oval 1858"/>
          <p:cNvSpPr/>
          <p:nvPr/>
        </p:nvSpPr>
        <p:spPr>
          <a:xfrm>
            <a:off x="5434739" y="2902626"/>
            <a:ext cx="100015" cy="100014"/>
          </a:xfrm>
          <a:prstGeom prst="ellipse">
            <a:avLst/>
          </a:prstGeom>
          <a:solidFill>
            <a:schemeClr val="bg1"/>
          </a:solidFill>
          <a:ln w="13970">
            <a:solidFill>
              <a:schemeClr val="accent3">
                <a:lumMod val="75000"/>
              </a:schemeClr>
            </a:solidFill>
          </a:ln>
        </p:spPr>
        <p:style>
          <a:lnRef idx="1">
            <a:schemeClr val="accent1"/>
          </a:lnRef>
          <a:fillRef idx="0">
            <a:schemeClr val="accent1"/>
          </a:fillRef>
          <a:effectRef idx="0">
            <a:schemeClr val="accent1"/>
          </a:effectRef>
          <a:fontRef idx="minor">
            <a:schemeClr val="tx1"/>
          </a:fontRef>
        </p:style>
      </p:sp>
      <p:sp>
        <p:nvSpPr>
          <p:cNvPr id="1860" name="Oval 1859"/>
          <p:cNvSpPr/>
          <p:nvPr/>
        </p:nvSpPr>
        <p:spPr>
          <a:xfrm>
            <a:off x="6277619" y="2902626"/>
            <a:ext cx="100015" cy="100014"/>
          </a:xfrm>
          <a:prstGeom prst="ellipse">
            <a:avLst/>
          </a:prstGeom>
          <a:solidFill>
            <a:schemeClr val="bg1"/>
          </a:solidFill>
          <a:ln w="13970">
            <a:solidFill>
              <a:schemeClr val="accent3">
                <a:lumMod val="75000"/>
              </a:schemeClr>
            </a:solidFill>
          </a:ln>
        </p:spPr>
        <p:style>
          <a:lnRef idx="1">
            <a:schemeClr val="accent1"/>
          </a:lnRef>
          <a:fillRef idx="0">
            <a:schemeClr val="accent1"/>
          </a:fillRef>
          <a:effectRef idx="0">
            <a:schemeClr val="accent1"/>
          </a:effectRef>
          <a:fontRef idx="minor">
            <a:schemeClr val="tx1"/>
          </a:fontRef>
        </p:style>
      </p:sp>
      <p:sp>
        <p:nvSpPr>
          <p:cNvPr id="1861" name="Teardrop 3"/>
          <p:cNvSpPr/>
          <p:nvPr/>
        </p:nvSpPr>
        <p:spPr>
          <a:xfrm rot="5400000" flipH="1" flipV="1">
            <a:off x="8127852" y="2646309"/>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862" name="Oval 1861"/>
          <p:cNvSpPr/>
          <p:nvPr/>
        </p:nvSpPr>
        <p:spPr>
          <a:xfrm>
            <a:off x="8806259" y="2902626"/>
            <a:ext cx="100015" cy="100014"/>
          </a:xfrm>
          <a:prstGeom prst="ellipse">
            <a:avLst/>
          </a:prstGeom>
          <a:solidFill>
            <a:schemeClr val="bg1"/>
          </a:solidFill>
          <a:ln w="13970">
            <a:solidFill>
              <a:schemeClr val="accent3">
                <a:lumMod val="75000"/>
              </a:schemeClr>
            </a:solidFill>
          </a:ln>
        </p:spPr>
        <p:style>
          <a:lnRef idx="1">
            <a:schemeClr val="accent1"/>
          </a:lnRef>
          <a:fillRef idx="0">
            <a:schemeClr val="accent1"/>
          </a:fillRef>
          <a:effectRef idx="0">
            <a:schemeClr val="accent1"/>
          </a:effectRef>
          <a:fontRef idx="minor">
            <a:schemeClr val="tx1"/>
          </a:fontRef>
        </p:style>
      </p:sp>
      <p:sp>
        <p:nvSpPr>
          <p:cNvPr id="1863" name="Teardrop 3"/>
          <p:cNvSpPr/>
          <p:nvPr/>
        </p:nvSpPr>
        <p:spPr>
          <a:xfrm rot="5400000" flipH="1" flipV="1">
            <a:off x="7285312" y="2646309"/>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864" name="Oval 1863"/>
          <p:cNvSpPr/>
          <p:nvPr/>
        </p:nvSpPr>
        <p:spPr>
          <a:xfrm>
            <a:off x="7963379" y="2902626"/>
            <a:ext cx="100015" cy="100014"/>
          </a:xfrm>
          <a:prstGeom prst="ellipse">
            <a:avLst/>
          </a:prstGeom>
          <a:solidFill>
            <a:schemeClr val="bg1"/>
          </a:solidFill>
          <a:ln w="13970">
            <a:solidFill>
              <a:schemeClr val="accent3">
                <a:lumMod val="75000"/>
              </a:schemeClr>
            </a:solidFill>
          </a:ln>
        </p:spPr>
        <p:style>
          <a:lnRef idx="1">
            <a:schemeClr val="accent1"/>
          </a:lnRef>
          <a:fillRef idx="0">
            <a:schemeClr val="accent1"/>
          </a:fillRef>
          <a:effectRef idx="0">
            <a:schemeClr val="accent1"/>
          </a:effectRef>
          <a:fontRef idx="minor">
            <a:schemeClr val="tx1"/>
          </a:fontRef>
        </p:style>
      </p:sp>
      <p:sp>
        <p:nvSpPr>
          <p:cNvPr id="1865" name="Teardrop 3"/>
          <p:cNvSpPr/>
          <p:nvPr/>
        </p:nvSpPr>
        <p:spPr>
          <a:xfrm rot="5400000" flipH="1" flipV="1">
            <a:off x="9812932" y="2646309"/>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866" name="Oval 1865"/>
          <p:cNvSpPr/>
          <p:nvPr/>
        </p:nvSpPr>
        <p:spPr>
          <a:xfrm>
            <a:off x="10492019" y="2902626"/>
            <a:ext cx="100015" cy="100014"/>
          </a:xfrm>
          <a:prstGeom prst="ellipse">
            <a:avLst/>
          </a:prstGeom>
          <a:solidFill>
            <a:schemeClr val="bg1"/>
          </a:solidFill>
          <a:ln w="13970">
            <a:solidFill>
              <a:schemeClr val="accent3">
                <a:lumMod val="75000"/>
              </a:schemeClr>
            </a:solidFill>
          </a:ln>
        </p:spPr>
        <p:style>
          <a:lnRef idx="1">
            <a:schemeClr val="accent1"/>
          </a:lnRef>
          <a:fillRef idx="0">
            <a:schemeClr val="accent1"/>
          </a:fillRef>
          <a:effectRef idx="0">
            <a:schemeClr val="accent1"/>
          </a:effectRef>
          <a:fontRef idx="minor">
            <a:schemeClr val="tx1"/>
          </a:fontRef>
        </p:style>
      </p:sp>
      <p:sp>
        <p:nvSpPr>
          <p:cNvPr id="1867" name="Teardrop 3"/>
          <p:cNvSpPr/>
          <p:nvPr/>
        </p:nvSpPr>
        <p:spPr>
          <a:xfrm rot="5400000" flipH="1" flipV="1">
            <a:off x="8970392" y="2646309"/>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868" name="Oval 1867"/>
          <p:cNvSpPr/>
          <p:nvPr/>
        </p:nvSpPr>
        <p:spPr>
          <a:xfrm>
            <a:off x="9649139" y="2902626"/>
            <a:ext cx="100015" cy="100014"/>
          </a:xfrm>
          <a:prstGeom prst="ellipse">
            <a:avLst/>
          </a:prstGeom>
          <a:solidFill>
            <a:schemeClr val="bg1"/>
          </a:solidFill>
          <a:ln w="13970">
            <a:solidFill>
              <a:schemeClr val="accent3">
                <a:lumMod val="75000"/>
              </a:schemeClr>
            </a:solidFill>
          </a:ln>
        </p:spPr>
        <p:style>
          <a:lnRef idx="1">
            <a:schemeClr val="accent1"/>
          </a:lnRef>
          <a:fillRef idx="0">
            <a:schemeClr val="accent1"/>
          </a:fillRef>
          <a:effectRef idx="0">
            <a:schemeClr val="accent1"/>
          </a:effectRef>
          <a:fontRef idx="minor">
            <a:schemeClr val="tx1"/>
          </a:fontRef>
        </p:style>
      </p:sp>
      <p:sp>
        <p:nvSpPr>
          <p:cNvPr id="1869" name="Teardrop 3"/>
          <p:cNvSpPr/>
          <p:nvPr/>
        </p:nvSpPr>
        <p:spPr>
          <a:xfrm rot="5400000" flipH="1" flipV="1">
            <a:off x="11498011" y="2646309"/>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870" name="Teardrop 3"/>
          <p:cNvSpPr/>
          <p:nvPr/>
        </p:nvSpPr>
        <p:spPr>
          <a:xfrm rot="5400000" flipH="1" flipV="1">
            <a:off x="10655472" y="2646309"/>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871" name="Oval 1870"/>
          <p:cNvSpPr/>
          <p:nvPr/>
        </p:nvSpPr>
        <p:spPr>
          <a:xfrm>
            <a:off x="11334899" y="2902626"/>
            <a:ext cx="100015" cy="100014"/>
          </a:xfrm>
          <a:prstGeom prst="ellipse">
            <a:avLst/>
          </a:prstGeom>
          <a:solidFill>
            <a:schemeClr val="bg1"/>
          </a:solidFill>
          <a:ln w="13970">
            <a:solidFill>
              <a:schemeClr val="accent3">
                <a:lumMod val="75000"/>
              </a:schemeClr>
            </a:solidFill>
          </a:ln>
        </p:spPr>
        <p:style>
          <a:lnRef idx="1">
            <a:schemeClr val="accent1"/>
          </a:lnRef>
          <a:fillRef idx="0">
            <a:schemeClr val="accent1"/>
          </a:fillRef>
          <a:effectRef idx="0">
            <a:schemeClr val="accent1"/>
          </a:effectRef>
          <a:fontRef idx="minor">
            <a:schemeClr val="tx1"/>
          </a:fontRef>
        </p:style>
      </p:sp>
      <p:sp>
        <p:nvSpPr>
          <p:cNvPr id="1872" name="Teardrop 3"/>
          <p:cNvSpPr/>
          <p:nvPr/>
        </p:nvSpPr>
        <p:spPr>
          <a:xfrm rot="5400000" flipH="1" flipV="1">
            <a:off x="544992" y="2646309"/>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873" name="Oval 1872"/>
          <p:cNvSpPr/>
          <p:nvPr/>
        </p:nvSpPr>
        <p:spPr>
          <a:xfrm>
            <a:off x="6664511" y="2868467"/>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874" name="Oval 1873"/>
          <p:cNvSpPr/>
          <p:nvPr/>
        </p:nvSpPr>
        <p:spPr>
          <a:xfrm>
            <a:off x="766731" y="2868467"/>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875" name="Oval 1874"/>
          <p:cNvSpPr/>
          <p:nvPr/>
        </p:nvSpPr>
        <p:spPr>
          <a:xfrm>
            <a:off x="1609271" y="2868467"/>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876" name="Oval 1875"/>
          <p:cNvSpPr/>
          <p:nvPr/>
        </p:nvSpPr>
        <p:spPr>
          <a:xfrm>
            <a:off x="2451811" y="2868467"/>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877" name="Oval 1876"/>
          <p:cNvSpPr/>
          <p:nvPr/>
        </p:nvSpPr>
        <p:spPr>
          <a:xfrm>
            <a:off x="3294351" y="2868467"/>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878" name="Oval 1877"/>
          <p:cNvSpPr/>
          <p:nvPr/>
        </p:nvSpPr>
        <p:spPr>
          <a:xfrm>
            <a:off x="4136891" y="2868467"/>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879" name="Oval 1878"/>
          <p:cNvSpPr/>
          <p:nvPr/>
        </p:nvSpPr>
        <p:spPr>
          <a:xfrm>
            <a:off x="4979431" y="2868467"/>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880" name="Oval 1879"/>
          <p:cNvSpPr/>
          <p:nvPr/>
        </p:nvSpPr>
        <p:spPr>
          <a:xfrm>
            <a:off x="5821971" y="2868467"/>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881" name="Oval 1880"/>
          <p:cNvSpPr/>
          <p:nvPr/>
        </p:nvSpPr>
        <p:spPr>
          <a:xfrm>
            <a:off x="8349591" y="2868467"/>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882" name="Oval 1881"/>
          <p:cNvSpPr/>
          <p:nvPr/>
        </p:nvSpPr>
        <p:spPr>
          <a:xfrm>
            <a:off x="7507051" y="2868467"/>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883" name="Oval 1882"/>
          <p:cNvSpPr/>
          <p:nvPr/>
        </p:nvSpPr>
        <p:spPr>
          <a:xfrm>
            <a:off x="10034671" y="2868467"/>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884" name="Oval 1883"/>
          <p:cNvSpPr/>
          <p:nvPr/>
        </p:nvSpPr>
        <p:spPr>
          <a:xfrm>
            <a:off x="9192131" y="2868467"/>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885" name="Oval 1884"/>
          <p:cNvSpPr/>
          <p:nvPr/>
        </p:nvSpPr>
        <p:spPr>
          <a:xfrm>
            <a:off x="11719750" y="2868467"/>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886" name="Oval 1885"/>
          <p:cNvSpPr/>
          <p:nvPr/>
        </p:nvSpPr>
        <p:spPr>
          <a:xfrm>
            <a:off x="10877211" y="2868467"/>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887" name="Teardrop 3"/>
          <p:cNvSpPr/>
          <p:nvPr/>
        </p:nvSpPr>
        <p:spPr>
          <a:xfrm rot="5400000" flipH="1" flipV="1">
            <a:off x="6021182" y="3068579"/>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888" name="Teardrop 3"/>
          <p:cNvSpPr/>
          <p:nvPr/>
        </p:nvSpPr>
        <p:spPr>
          <a:xfrm rot="5400000" flipH="1" flipV="1">
            <a:off x="965942" y="3068579"/>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889" name="Teardrop 3"/>
          <p:cNvSpPr/>
          <p:nvPr/>
        </p:nvSpPr>
        <p:spPr>
          <a:xfrm rot="5400000" flipH="1" flipV="1">
            <a:off x="1808482" y="3068579"/>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890" name="Teardrop 3"/>
          <p:cNvSpPr/>
          <p:nvPr/>
        </p:nvSpPr>
        <p:spPr>
          <a:xfrm rot="5400000" flipH="1" flipV="1">
            <a:off x="2651022" y="3068579"/>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891" name="Teardrop 3"/>
          <p:cNvSpPr/>
          <p:nvPr/>
        </p:nvSpPr>
        <p:spPr>
          <a:xfrm rot="5400000" flipH="1" flipV="1">
            <a:off x="3493562" y="3068579"/>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892" name="Teardrop 3"/>
          <p:cNvSpPr/>
          <p:nvPr/>
        </p:nvSpPr>
        <p:spPr>
          <a:xfrm rot="5400000" flipH="1" flipV="1">
            <a:off x="4336102" y="3068579"/>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893" name="Teardrop 3"/>
          <p:cNvSpPr/>
          <p:nvPr/>
        </p:nvSpPr>
        <p:spPr>
          <a:xfrm rot="5400000" flipH="1" flipV="1">
            <a:off x="5178642" y="3068579"/>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894" name="Teardrop 3"/>
          <p:cNvSpPr/>
          <p:nvPr/>
        </p:nvSpPr>
        <p:spPr>
          <a:xfrm rot="5400000" flipH="1" flipV="1">
            <a:off x="7706262" y="3068579"/>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895" name="Teardrop 3"/>
          <p:cNvSpPr/>
          <p:nvPr/>
        </p:nvSpPr>
        <p:spPr>
          <a:xfrm rot="5400000" flipH="1" flipV="1">
            <a:off x="6863722" y="3068579"/>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896" name="Teardrop 3"/>
          <p:cNvSpPr/>
          <p:nvPr/>
        </p:nvSpPr>
        <p:spPr>
          <a:xfrm rot="5400000" flipH="1" flipV="1">
            <a:off x="9391342" y="3068579"/>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897" name="Teardrop 3"/>
          <p:cNvSpPr/>
          <p:nvPr/>
        </p:nvSpPr>
        <p:spPr>
          <a:xfrm rot="5400000" flipH="1" flipV="1">
            <a:off x="8548802" y="3068579"/>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898" name="Teardrop 3"/>
          <p:cNvSpPr/>
          <p:nvPr/>
        </p:nvSpPr>
        <p:spPr>
          <a:xfrm rot="5400000" flipH="1" flipV="1">
            <a:off x="11076421" y="3068579"/>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899" name="Teardrop 3"/>
          <p:cNvSpPr/>
          <p:nvPr/>
        </p:nvSpPr>
        <p:spPr>
          <a:xfrm rot="5400000" flipH="1" flipV="1">
            <a:off x="10233882" y="3068579"/>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900" name="Teardrop 3"/>
          <p:cNvSpPr/>
          <p:nvPr/>
        </p:nvSpPr>
        <p:spPr>
          <a:xfrm rot="5400000" flipH="1" flipV="1">
            <a:off x="123402" y="3068579"/>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901" name="Teardrop 3"/>
          <p:cNvSpPr/>
          <p:nvPr/>
        </p:nvSpPr>
        <p:spPr>
          <a:xfrm rot="5400000" flipH="1" flipV="1">
            <a:off x="11760002" y="3223930"/>
            <a:ext cx="595781" cy="268215"/>
          </a:xfrm>
          <a:custGeom>
            <a:avLst/>
            <a:gdLst/>
            <a:ahLst/>
            <a:cxnLst/>
            <a:rect l="l" t="t" r="r" b="b"/>
            <a:pathLst>
              <a:path w="595781" h="268215">
                <a:moveTo>
                  <a:pt x="230951" y="239431"/>
                </a:moveTo>
                <a:lnTo>
                  <a:pt x="89396" y="97876"/>
                </a:lnTo>
                <a:cubicBezTo>
                  <a:pt x="74075" y="113887"/>
                  <a:pt x="64809" y="135634"/>
                  <a:pt x="64809" y="159544"/>
                </a:cubicBezTo>
                <a:cubicBezTo>
                  <a:pt x="64809" y="209563"/>
                  <a:pt x="105357" y="250112"/>
                  <a:pt x="155376" y="250112"/>
                </a:cubicBezTo>
                <a:cubicBezTo>
                  <a:pt x="174454" y="249746"/>
                  <a:pt x="198601" y="254980"/>
                  <a:pt x="211458" y="268141"/>
                </a:cubicBezTo>
                <a:cubicBezTo>
                  <a:pt x="215885" y="257686"/>
                  <a:pt x="222436" y="247948"/>
                  <a:pt x="230951" y="239431"/>
                </a:cubicBezTo>
                <a:close/>
                <a:moveTo>
                  <a:pt x="259706" y="219892"/>
                </a:moveTo>
                <a:cubicBezTo>
                  <a:pt x="246546" y="207035"/>
                  <a:pt x="241311" y="182889"/>
                  <a:pt x="241677" y="163811"/>
                </a:cubicBezTo>
                <a:cubicBezTo>
                  <a:pt x="241677" y="113792"/>
                  <a:pt x="201129" y="73244"/>
                  <a:pt x="151110" y="73244"/>
                </a:cubicBezTo>
                <a:cubicBezTo>
                  <a:pt x="127200" y="73244"/>
                  <a:pt x="105453" y="82510"/>
                  <a:pt x="89441" y="97831"/>
                </a:cubicBezTo>
                <a:lnTo>
                  <a:pt x="230996" y="239386"/>
                </a:lnTo>
                <a:cubicBezTo>
                  <a:pt x="239514" y="230871"/>
                  <a:pt x="249252" y="224320"/>
                  <a:pt x="259706" y="219892"/>
                </a:cubicBezTo>
                <a:close/>
                <a:moveTo>
                  <a:pt x="382868" y="82592"/>
                </a:moveTo>
                <a:cubicBezTo>
                  <a:pt x="379825" y="66091"/>
                  <a:pt x="371670" y="50477"/>
                  <a:pt x="358914" y="37722"/>
                </a:cubicBezTo>
                <a:cubicBezTo>
                  <a:pt x="342007" y="20815"/>
                  <a:pt x="320078" y="11989"/>
                  <a:pt x="297922" y="11501"/>
                </a:cubicBezTo>
                <a:lnTo>
                  <a:pt x="297922" y="96667"/>
                </a:lnTo>
                <a:lnTo>
                  <a:pt x="297858" y="96667"/>
                </a:lnTo>
                <a:lnTo>
                  <a:pt x="297858" y="11501"/>
                </a:lnTo>
                <a:cubicBezTo>
                  <a:pt x="275703" y="11990"/>
                  <a:pt x="253774" y="20815"/>
                  <a:pt x="236866" y="37722"/>
                </a:cubicBezTo>
                <a:cubicBezTo>
                  <a:pt x="224105" y="50483"/>
                  <a:pt x="215948" y="66105"/>
                  <a:pt x="212939" y="82613"/>
                </a:cubicBezTo>
                <a:cubicBezTo>
                  <a:pt x="237526" y="100902"/>
                  <a:pt x="253233" y="130241"/>
                  <a:pt x="253233" y="163248"/>
                </a:cubicBezTo>
                <a:cubicBezTo>
                  <a:pt x="252735" y="189232"/>
                  <a:pt x="256525" y="205210"/>
                  <a:pt x="272877" y="215167"/>
                </a:cubicBezTo>
                <a:cubicBezTo>
                  <a:pt x="289126" y="210687"/>
                  <a:pt x="306340" y="210767"/>
                  <a:pt x="322577" y="215380"/>
                </a:cubicBezTo>
                <a:cubicBezTo>
                  <a:pt x="324655" y="214136"/>
                  <a:pt x="326534" y="212797"/>
                  <a:pt x="328229" y="211355"/>
                </a:cubicBezTo>
                <a:cubicBezTo>
                  <a:pt x="340097" y="201263"/>
                  <a:pt x="342986" y="186138"/>
                  <a:pt x="342547" y="163248"/>
                </a:cubicBezTo>
                <a:cubicBezTo>
                  <a:pt x="342547" y="130228"/>
                  <a:pt x="358265" y="100880"/>
                  <a:pt x="382868" y="82592"/>
                </a:cubicBezTo>
                <a:close/>
                <a:moveTo>
                  <a:pt x="506339" y="97830"/>
                </a:moveTo>
                <a:cubicBezTo>
                  <a:pt x="490327" y="82509"/>
                  <a:pt x="468581" y="73244"/>
                  <a:pt x="444670" y="73244"/>
                </a:cubicBezTo>
                <a:cubicBezTo>
                  <a:pt x="394652" y="73244"/>
                  <a:pt x="354103" y="113792"/>
                  <a:pt x="354103" y="163811"/>
                </a:cubicBezTo>
                <a:cubicBezTo>
                  <a:pt x="354470" y="182914"/>
                  <a:pt x="349220" y="207099"/>
                  <a:pt x="336023" y="219944"/>
                </a:cubicBezTo>
                <a:cubicBezTo>
                  <a:pt x="346519" y="224314"/>
                  <a:pt x="356263" y="230867"/>
                  <a:pt x="364783" y="239386"/>
                </a:cubicBezTo>
                <a:close/>
                <a:moveTo>
                  <a:pt x="530971" y="159544"/>
                </a:moveTo>
                <a:cubicBezTo>
                  <a:pt x="530971" y="135634"/>
                  <a:pt x="521705" y="113887"/>
                  <a:pt x="506384" y="97876"/>
                </a:cubicBezTo>
                <a:lnTo>
                  <a:pt x="364828" y="239431"/>
                </a:lnTo>
                <a:cubicBezTo>
                  <a:pt x="373348" y="247952"/>
                  <a:pt x="379901" y="257695"/>
                  <a:pt x="384270" y="268192"/>
                </a:cubicBezTo>
                <a:cubicBezTo>
                  <a:pt x="397115" y="254994"/>
                  <a:pt x="421300" y="249745"/>
                  <a:pt x="440404" y="250111"/>
                </a:cubicBezTo>
                <a:cubicBezTo>
                  <a:pt x="465413" y="250112"/>
                  <a:pt x="488055" y="239974"/>
                  <a:pt x="504444" y="223585"/>
                </a:cubicBezTo>
                <a:cubicBezTo>
                  <a:pt x="520834" y="207196"/>
                  <a:pt x="530971" y="184554"/>
                  <a:pt x="530971" y="159544"/>
                </a:cubicBezTo>
                <a:close/>
                <a:moveTo>
                  <a:pt x="595781" y="268215"/>
                </a:moveTo>
                <a:lnTo>
                  <a:pt x="581969" y="268215"/>
                </a:lnTo>
                <a:cubicBezTo>
                  <a:pt x="578743" y="259654"/>
                  <a:pt x="573266" y="252074"/>
                  <a:pt x="566492" y="245300"/>
                </a:cubicBezTo>
                <a:cubicBezTo>
                  <a:pt x="553737" y="232545"/>
                  <a:pt x="538123" y="224389"/>
                  <a:pt x="521623" y="221347"/>
                </a:cubicBezTo>
                <a:cubicBezTo>
                  <a:pt x="519174" y="225205"/>
                  <a:pt x="516174" y="228633"/>
                  <a:pt x="512960" y="231847"/>
                </a:cubicBezTo>
                <a:cubicBezTo>
                  <a:pt x="494535" y="250272"/>
                  <a:pt x="469082" y="261667"/>
                  <a:pt x="440967" y="261667"/>
                </a:cubicBezTo>
                <a:cubicBezTo>
                  <a:pt x="425629" y="261373"/>
                  <a:pt x="413777" y="262574"/>
                  <a:pt x="405186" y="268215"/>
                </a:cubicBezTo>
                <a:lnTo>
                  <a:pt x="372038" y="268215"/>
                </a:lnTo>
                <a:cubicBezTo>
                  <a:pt x="369178" y="260078"/>
                  <a:pt x="364042" y="252948"/>
                  <a:pt x="357679" y="246581"/>
                </a:cubicBezTo>
                <a:lnTo>
                  <a:pt x="349451" y="254808"/>
                </a:lnTo>
                <a:lnTo>
                  <a:pt x="349428" y="254786"/>
                </a:lnTo>
                <a:cubicBezTo>
                  <a:pt x="349421" y="254779"/>
                  <a:pt x="349413" y="254771"/>
                  <a:pt x="349406" y="254763"/>
                </a:cubicBezTo>
                <a:lnTo>
                  <a:pt x="357634" y="246536"/>
                </a:lnTo>
                <a:cubicBezTo>
                  <a:pt x="324632" y="213554"/>
                  <a:pt x="271148" y="213554"/>
                  <a:pt x="238147" y="246536"/>
                </a:cubicBezTo>
                <a:lnTo>
                  <a:pt x="246374" y="254763"/>
                </a:lnTo>
                <a:cubicBezTo>
                  <a:pt x="246367" y="254771"/>
                  <a:pt x="246359" y="254779"/>
                  <a:pt x="246352" y="254786"/>
                </a:cubicBezTo>
                <a:cubicBezTo>
                  <a:pt x="246344" y="254794"/>
                  <a:pt x="246337" y="254801"/>
                  <a:pt x="246329" y="254808"/>
                </a:cubicBezTo>
                <a:lnTo>
                  <a:pt x="238101" y="246581"/>
                </a:lnTo>
                <a:lnTo>
                  <a:pt x="223742" y="268215"/>
                </a:lnTo>
                <a:lnTo>
                  <a:pt x="190546" y="268215"/>
                </a:lnTo>
                <a:cubicBezTo>
                  <a:pt x="181969" y="262570"/>
                  <a:pt x="170130" y="261374"/>
                  <a:pt x="154813" y="261668"/>
                </a:cubicBezTo>
                <a:cubicBezTo>
                  <a:pt x="121806" y="261668"/>
                  <a:pt x="92467" y="245961"/>
                  <a:pt x="74178" y="221373"/>
                </a:cubicBezTo>
                <a:cubicBezTo>
                  <a:pt x="57671" y="224382"/>
                  <a:pt x="42049" y="232539"/>
                  <a:pt x="29288" y="245300"/>
                </a:cubicBezTo>
                <a:lnTo>
                  <a:pt x="13811" y="268215"/>
                </a:lnTo>
                <a:lnTo>
                  <a:pt x="0" y="268215"/>
                </a:lnTo>
                <a:cubicBezTo>
                  <a:pt x="4705" y="256723"/>
                  <a:pt x="11839" y="246048"/>
                  <a:pt x="21157" y="236731"/>
                </a:cubicBezTo>
                <a:cubicBezTo>
                  <a:pt x="34324" y="223564"/>
                  <a:pt x="50200" y="214757"/>
                  <a:pt x="67080" y="210684"/>
                </a:cubicBezTo>
                <a:cubicBezTo>
                  <a:pt x="57989" y="195895"/>
                  <a:pt x="53000" y="178457"/>
                  <a:pt x="53000" y="159854"/>
                </a:cubicBezTo>
                <a:cubicBezTo>
                  <a:pt x="53000" y="132604"/>
                  <a:pt x="63706" y="107854"/>
                  <a:pt x="81286" y="89721"/>
                </a:cubicBezTo>
                <a:lnTo>
                  <a:pt x="81286" y="89721"/>
                </a:lnTo>
                <a:cubicBezTo>
                  <a:pt x="99420" y="72140"/>
                  <a:pt x="124170" y="61435"/>
                  <a:pt x="151420" y="61435"/>
                </a:cubicBezTo>
                <a:cubicBezTo>
                  <a:pt x="170023" y="61435"/>
                  <a:pt x="187461" y="66424"/>
                  <a:pt x="202250" y="75515"/>
                </a:cubicBezTo>
                <a:cubicBezTo>
                  <a:pt x="206323" y="58635"/>
                  <a:pt x="215130" y="42758"/>
                  <a:pt x="228297" y="29591"/>
                </a:cubicBezTo>
                <a:cubicBezTo>
                  <a:pt x="247566" y="10322"/>
                  <a:pt x="272636" y="391"/>
                  <a:pt x="297890" y="0"/>
                </a:cubicBezTo>
                <a:lnTo>
                  <a:pt x="297890" y="0"/>
                </a:lnTo>
                <a:cubicBezTo>
                  <a:pt x="323144" y="391"/>
                  <a:pt x="348215" y="10322"/>
                  <a:pt x="367484" y="29591"/>
                </a:cubicBezTo>
                <a:cubicBezTo>
                  <a:pt x="380644" y="42751"/>
                  <a:pt x="389448" y="58618"/>
                  <a:pt x="393604" y="75474"/>
                </a:cubicBezTo>
                <a:cubicBezTo>
                  <a:pt x="408376" y="66408"/>
                  <a:pt x="425787" y="61434"/>
                  <a:pt x="444360" y="61434"/>
                </a:cubicBezTo>
                <a:cubicBezTo>
                  <a:pt x="471611" y="61434"/>
                  <a:pt x="496360" y="72140"/>
                  <a:pt x="514494" y="89721"/>
                </a:cubicBezTo>
                <a:cubicBezTo>
                  <a:pt x="532075" y="107854"/>
                  <a:pt x="542780" y="132604"/>
                  <a:pt x="542780" y="159854"/>
                </a:cubicBezTo>
                <a:cubicBezTo>
                  <a:pt x="542780" y="178427"/>
                  <a:pt x="537807" y="195839"/>
                  <a:pt x="528740" y="210610"/>
                </a:cubicBezTo>
                <a:cubicBezTo>
                  <a:pt x="545596" y="214766"/>
                  <a:pt x="561463" y="223570"/>
                  <a:pt x="574624" y="236731"/>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902" name="Oval 1901"/>
          <p:cNvSpPr/>
          <p:nvPr/>
        </p:nvSpPr>
        <p:spPr>
          <a:xfrm>
            <a:off x="7086653" y="3289366"/>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903" name="Oval 1902"/>
          <p:cNvSpPr/>
          <p:nvPr/>
        </p:nvSpPr>
        <p:spPr>
          <a:xfrm>
            <a:off x="346333" y="3289366"/>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904" name="Oval 1903"/>
          <p:cNvSpPr/>
          <p:nvPr/>
        </p:nvSpPr>
        <p:spPr>
          <a:xfrm>
            <a:off x="1188873" y="3289366"/>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905" name="Oval 1904"/>
          <p:cNvSpPr/>
          <p:nvPr/>
        </p:nvSpPr>
        <p:spPr>
          <a:xfrm>
            <a:off x="2031413" y="3289366"/>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906" name="Oval 1905"/>
          <p:cNvSpPr/>
          <p:nvPr/>
        </p:nvSpPr>
        <p:spPr>
          <a:xfrm>
            <a:off x="2873953" y="3289366"/>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907" name="Oval 1906"/>
          <p:cNvSpPr/>
          <p:nvPr/>
        </p:nvSpPr>
        <p:spPr>
          <a:xfrm>
            <a:off x="3716493" y="3289366"/>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908" name="Oval 1907"/>
          <p:cNvSpPr/>
          <p:nvPr/>
        </p:nvSpPr>
        <p:spPr>
          <a:xfrm>
            <a:off x="4559033" y="3289366"/>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909" name="Oval 1908"/>
          <p:cNvSpPr/>
          <p:nvPr/>
        </p:nvSpPr>
        <p:spPr>
          <a:xfrm>
            <a:off x="5401573" y="3289366"/>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910" name="Oval 1909"/>
          <p:cNvSpPr/>
          <p:nvPr/>
        </p:nvSpPr>
        <p:spPr>
          <a:xfrm>
            <a:off x="6244113" y="3289366"/>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911" name="Oval 1910"/>
          <p:cNvSpPr/>
          <p:nvPr/>
        </p:nvSpPr>
        <p:spPr>
          <a:xfrm>
            <a:off x="8771733" y="3289366"/>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912" name="Oval 1911"/>
          <p:cNvSpPr/>
          <p:nvPr/>
        </p:nvSpPr>
        <p:spPr>
          <a:xfrm>
            <a:off x="7929193" y="3289366"/>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913" name="Oval 1912"/>
          <p:cNvSpPr/>
          <p:nvPr/>
        </p:nvSpPr>
        <p:spPr>
          <a:xfrm>
            <a:off x="10456813" y="3289366"/>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914" name="Oval 1913"/>
          <p:cNvSpPr/>
          <p:nvPr/>
        </p:nvSpPr>
        <p:spPr>
          <a:xfrm>
            <a:off x="9614273" y="3289366"/>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915" name="Oval 1914"/>
          <p:cNvSpPr/>
          <p:nvPr/>
        </p:nvSpPr>
        <p:spPr>
          <a:xfrm>
            <a:off x="11299353" y="3289366"/>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916" name="Teardrop 3"/>
          <p:cNvSpPr/>
          <p:nvPr/>
        </p:nvSpPr>
        <p:spPr>
          <a:xfrm rot="5400000" flipH="1" flipV="1">
            <a:off x="6442772" y="3490488"/>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917" name="Oval 1916"/>
          <p:cNvSpPr/>
          <p:nvPr/>
        </p:nvSpPr>
        <p:spPr>
          <a:xfrm>
            <a:off x="7120499" y="3746805"/>
            <a:ext cx="100015" cy="100014"/>
          </a:xfrm>
          <a:prstGeom prst="ellipse">
            <a:avLst/>
          </a:prstGeom>
          <a:solidFill>
            <a:schemeClr val="bg1"/>
          </a:solidFill>
          <a:ln w="13970">
            <a:solidFill>
              <a:schemeClr val="accent3">
                <a:lumMod val="75000"/>
              </a:schemeClr>
            </a:solidFill>
          </a:ln>
        </p:spPr>
        <p:style>
          <a:lnRef idx="1">
            <a:schemeClr val="accent1"/>
          </a:lnRef>
          <a:fillRef idx="0">
            <a:schemeClr val="accent1"/>
          </a:fillRef>
          <a:effectRef idx="0">
            <a:schemeClr val="accent1"/>
          </a:effectRef>
          <a:fontRef idx="minor">
            <a:schemeClr val="tx1"/>
          </a:fontRef>
        </p:style>
      </p:sp>
      <p:sp>
        <p:nvSpPr>
          <p:cNvPr id="1918" name="Teardrop 3"/>
          <p:cNvSpPr/>
          <p:nvPr/>
        </p:nvSpPr>
        <p:spPr>
          <a:xfrm rot="5400000" flipH="1" flipV="1">
            <a:off x="-148774" y="3639262"/>
            <a:ext cx="612648" cy="315100"/>
          </a:xfrm>
          <a:custGeom>
            <a:avLst/>
            <a:gdLst/>
            <a:ahLst/>
            <a:cxnLst/>
            <a:rect l="l" t="t" r="r" b="b"/>
            <a:pathLst>
              <a:path w="612648" h="315100">
                <a:moveTo>
                  <a:pt x="239386" y="75670"/>
                </a:moveTo>
                <a:cubicBezTo>
                  <a:pt x="230866" y="67149"/>
                  <a:pt x="224313" y="57406"/>
                  <a:pt x="219944" y="46909"/>
                </a:cubicBezTo>
                <a:cubicBezTo>
                  <a:pt x="207099" y="60107"/>
                  <a:pt x="182914" y="65356"/>
                  <a:pt x="163810" y="64989"/>
                </a:cubicBezTo>
                <a:cubicBezTo>
                  <a:pt x="113792" y="64989"/>
                  <a:pt x="73243" y="105538"/>
                  <a:pt x="73243" y="155556"/>
                </a:cubicBezTo>
                <a:cubicBezTo>
                  <a:pt x="73243" y="179467"/>
                  <a:pt x="82509" y="201213"/>
                  <a:pt x="97830" y="217225"/>
                </a:cubicBezTo>
                <a:close/>
                <a:moveTo>
                  <a:pt x="268191" y="95157"/>
                </a:moveTo>
                <a:cubicBezTo>
                  <a:pt x="257695" y="90787"/>
                  <a:pt x="247952" y="84234"/>
                  <a:pt x="239431" y="75715"/>
                </a:cubicBezTo>
                <a:lnTo>
                  <a:pt x="97875" y="217270"/>
                </a:lnTo>
                <a:cubicBezTo>
                  <a:pt x="113887" y="232591"/>
                  <a:pt x="135634" y="241857"/>
                  <a:pt x="159544" y="241857"/>
                </a:cubicBezTo>
                <a:cubicBezTo>
                  <a:pt x="184553" y="241857"/>
                  <a:pt x="207195" y="231720"/>
                  <a:pt x="223585" y="215331"/>
                </a:cubicBezTo>
                <a:cubicBezTo>
                  <a:pt x="239974" y="198941"/>
                  <a:pt x="250111" y="176299"/>
                  <a:pt x="250111" y="151290"/>
                </a:cubicBezTo>
                <a:cubicBezTo>
                  <a:pt x="249745" y="132187"/>
                  <a:pt x="254994" y="108002"/>
                  <a:pt x="268191" y="95157"/>
                </a:cubicBezTo>
                <a:close/>
                <a:moveTo>
                  <a:pt x="391275" y="232488"/>
                </a:moveTo>
                <a:cubicBezTo>
                  <a:pt x="366688" y="214199"/>
                  <a:pt x="350981" y="184860"/>
                  <a:pt x="350981" y="151853"/>
                </a:cubicBezTo>
                <a:cubicBezTo>
                  <a:pt x="351479" y="125869"/>
                  <a:pt x="347689" y="109892"/>
                  <a:pt x="331337" y="99934"/>
                </a:cubicBezTo>
                <a:cubicBezTo>
                  <a:pt x="315088" y="104415"/>
                  <a:pt x="297874" y="104335"/>
                  <a:pt x="281637" y="99721"/>
                </a:cubicBezTo>
                <a:cubicBezTo>
                  <a:pt x="265010" y="109675"/>
                  <a:pt x="261165" y="125694"/>
                  <a:pt x="261667" y="151853"/>
                </a:cubicBezTo>
                <a:cubicBezTo>
                  <a:pt x="261667" y="179968"/>
                  <a:pt x="250271" y="205421"/>
                  <a:pt x="231847" y="223846"/>
                </a:cubicBezTo>
                <a:lnTo>
                  <a:pt x="221347" y="232509"/>
                </a:lnTo>
                <a:cubicBezTo>
                  <a:pt x="224390" y="249009"/>
                  <a:pt x="232545" y="264623"/>
                  <a:pt x="245300" y="277378"/>
                </a:cubicBezTo>
                <a:cubicBezTo>
                  <a:pt x="262208" y="294285"/>
                  <a:pt x="284137" y="303111"/>
                  <a:pt x="306292" y="303599"/>
                </a:cubicBezTo>
                <a:lnTo>
                  <a:pt x="306292" y="218433"/>
                </a:lnTo>
                <a:lnTo>
                  <a:pt x="306356" y="218433"/>
                </a:lnTo>
                <a:lnTo>
                  <a:pt x="306356" y="303599"/>
                </a:lnTo>
                <a:cubicBezTo>
                  <a:pt x="328512" y="303110"/>
                  <a:pt x="350441" y="294285"/>
                  <a:pt x="367348" y="277378"/>
                </a:cubicBezTo>
                <a:cubicBezTo>
                  <a:pt x="380109" y="264617"/>
                  <a:pt x="388266" y="248996"/>
                  <a:pt x="391275" y="232488"/>
                </a:cubicBezTo>
                <a:close/>
                <a:moveTo>
                  <a:pt x="514773" y="217271"/>
                </a:moveTo>
                <a:lnTo>
                  <a:pt x="373218" y="75716"/>
                </a:lnTo>
                <a:cubicBezTo>
                  <a:pt x="364700" y="84231"/>
                  <a:pt x="354962" y="90781"/>
                  <a:pt x="344508" y="95209"/>
                </a:cubicBezTo>
                <a:cubicBezTo>
                  <a:pt x="357668" y="108066"/>
                  <a:pt x="362903" y="132212"/>
                  <a:pt x="362537" y="151290"/>
                </a:cubicBezTo>
                <a:cubicBezTo>
                  <a:pt x="362537" y="201309"/>
                  <a:pt x="403086" y="241857"/>
                  <a:pt x="453104" y="241857"/>
                </a:cubicBezTo>
                <a:cubicBezTo>
                  <a:pt x="477015" y="241857"/>
                  <a:pt x="498761" y="232592"/>
                  <a:pt x="514773" y="217271"/>
                </a:cubicBezTo>
                <a:close/>
                <a:moveTo>
                  <a:pt x="539405" y="155556"/>
                </a:moveTo>
                <a:cubicBezTo>
                  <a:pt x="539405" y="105538"/>
                  <a:pt x="498856" y="64989"/>
                  <a:pt x="448838" y="64989"/>
                </a:cubicBezTo>
                <a:cubicBezTo>
                  <a:pt x="429760" y="65355"/>
                  <a:pt x="405614" y="60121"/>
                  <a:pt x="392756" y="46961"/>
                </a:cubicBezTo>
                <a:cubicBezTo>
                  <a:pt x="388329" y="57415"/>
                  <a:pt x="381778" y="67153"/>
                  <a:pt x="373263" y="75671"/>
                </a:cubicBezTo>
                <a:lnTo>
                  <a:pt x="514818" y="217225"/>
                </a:lnTo>
                <a:cubicBezTo>
                  <a:pt x="530139" y="201213"/>
                  <a:pt x="539405" y="179467"/>
                  <a:pt x="539405" y="155556"/>
                </a:cubicBezTo>
                <a:close/>
                <a:moveTo>
                  <a:pt x="612648" y="8776"/>
                </a:moveTo>
                <a:cubicBezTo>
                  <a:pt x="612257" y="34030"/>
                  <a:pt x="602326" y="59101"/>
                  <a:pt x="583058" y="78369"/>
                </a:cubicBezTo>
                <a:cubicBezTo>
                  <a:pt x="569890" y="91537"/>
                  <a:pt x="554014" y="100343"/>
                  <a:pt x="537134" y="104416"/>
                </a:cubicBezTo>
                <a:cubicBezTo>
                  <a:pt x="546225" y="119205"/>
                  <a:pt x="551214" y="136643"/>
                  <a:pt x="551214" y="155247"/>
                </a:cubicBezTo>
                <a:cubicBezTo>
                  <a:pt x="551214" y="182497"/>
                  <a:pt x="540509" y="207247"/>
                  <a:pt x="522928" y="225380"/>
                </a:cubicBezTo>
                <a:lnTo>
                  <a:pt x="522928" y="225380"/>
                </a:lnTo>
                <a:cubicBezTo>
                  <a:pt x="504794" y="242961"/>
                  <a:pt x="480045" y="253667"/>
                  <a:pt x="452794" y="253667"/>
                </a:cubicBezTo>
                <a:cubicBezTo>
                  <a:pt x="434191" y="253667"/>
                  <a:pt x="416753" y="248677"/>
                  <a:pt x="401964" y="239586"/>
                </a:cubicBezTo>
                <a:cubicBezTo>
                  <a:pt x="397891" y="256466"/>
                  <a:pt x="389084" y="272342"/>
                  <a:pt x="375917" y="285509"/>
                </a:cubicBezTo>
                <a:cubicBezTo>
                  <a:pt x="356649" y="304778"/>
                  <a:pt x="331578" y="314709"/>
                  <a:pt x="306324" y="315100"/>
                </a:cubicBezTo>
                <a:lnTo>
                  <a:pt x="306324" y="315100"/>
                </a:lnTo>
                <a:cubicBezTo>
                  <a:pt x="281070" y="314709"/>
                  <a:pt x="255999" y="304778"/>
                  <a:pt x="236731" y="285509"/>
                </a:cubicBezTo>
                <a:cubicBezTo>
                  <a:pt x="223571" y="272349"/>
                  <a:pt x="214766" y="256482"/>
                  <a:pt x="210610" y="239626"/>
                </a:cubicBezTo>
                <a:cubicBezTo>
                  <a:pt x="195839" y="248693"/>
                  <a:pt x="178427" y="253666"/>
                  <a:pt x="159854" y="253666"/>
                </a:cubicBezTo>
                <a:cubicBezTo>
                  <a:pt x="132604" y="253666"/>
                  <a:pt x="107854" y="242961"/>
                  <a:pt x="89720" y="225380"/>
                </a:cubicBezTo>
                <a:lnTo>
                  <a:pt x="89720" y="225380"/>
                </a:lnTo>
                <a:cubicBezTo>
                  <a:pt x="72140" y="207247"/>
                  <a:pt x="61434" y="182497"/>
                  <a:pt x="61434" y="155247"/>
                </a:cubicBezTo>
                <a:cubicBezTo>
                  <a:pt x="61434" y="136673"/>
                  <a:pt x="66408" y="119262"/>
                  <a:pt x="75474" y="104490"/>
                </a:cubicBezTo>
                <a:cubicBezTo>
                  <a:pt x="58618" y="100334"/>
                  <a:pt x="42751" y="91530"/>
                  <a:pt x="29591" y="78369"/>
                </a:cubicBezTo>
                <a:cubicBezTo>
                  <a:pt x="10322" y="59101"/>
                  <a:pt x="391" y="34030"/>
                  <a:pt x="0" y="8776"/>
                </a:cubicBezTo>
                <a:lnTo>
                  <a:pt x="0" y="8776"/>
                </a:lnTo>
                <a:lnTo>
                  <a:pt x="1828" y="0"/>
                </a:lnTo>
                <a:lnTo>
                  <a:pt x="13374" y="0"/>
                </a:lnTo>
                <a:cubicBezTo>
                  <a:pt x="11782" y="2802"/>
                  <a:pt x="11567" y="5771"/>
                  <a:pt x="11501" y="8744"/>
                </a:cubicBezTo>
                <a:lnTo>
                  <a:pt x="96667" y="8744"/>
                </a:lnTo>
                <a:lnTo>
                  <a:pt x="96667" y="8808"/>
                </a:lnTo>
                <a:lnTo>
                  <a:pt x="11501" y="8808"/>
                </a:lnTo>
                <a:cubicBezTo>
                  <a:pt x="11990" y="30964"/>
                  <a:pt x="20815" y="52893"/>
                  <a:pt x="37722" y="69800"/>
                </a:cubicBezTo>
                <a:cubicBezTo>
                  <a:pt x="50477" y="82555"/>
                  <a:pt x="66091" y="90711"/>
                  <a:pt x="82592" y="93753"/>
                </a:cubicBezTo>
                <a:cubicBezTo>
                  <a:pt x="100880" y="69151"/>
                  <a:pt x="130228" y="53433"/>
                  <a:pt x="163247" y="53433"/>
                </a:cubicBezTo>
                <a:cubicBezTo>
                  <a:pt x="186137" y="53872"/>
                  <a:pt x="201262" y="50984"/>
                  <a:pt x="211355" y="39116"/>
                </a:cubicBezTo>
                <a:cubicBezTo>
                  <a:pt x="212796" y="37420"/>
                  <a:pt x="214135" y="35542"/>
                  <a:pt x="215380" y="33463"/>
                </a:cubicBezTo>
                <a:lnTo>
                  <a:pt x="215236" y="0"/>
                </a:lnTo>
                <a:lnTo>
                  <a:pt x="223507" y="0"/>
                </a:lnTo>
                <a:cubicBezTo>
                  <a:pt x="219688" y="24354"/>
                  <a:pt x="227777" y="49750"/>
                  <a:pt x="246535" y="68520"/>
                </a:cubicBezTo>
                <a:lnTo>
                  <a:pt x="254763" y="60293"/>
                </a:lnTo>
                <a:cubicBezTo>
                  <a:pt x="254771" y="60299"/>
                  <a:pt x="254778" y="60307"/>
                  <a:pt x="254786" y="60315"/>
                </a:cubicBezTo>
                <a:lnTo>
                  <a:pt x="254808" y="60338"/>
                </a:lnTo>
                <a:lnTo>
                  <a:pt x="246580" y="68565"/>
                </a:lnTo>
                <a:cubicBezTo>
                  <a:pt x="279582" y="101547"/>
                  <a:pt x="333066" y="101547"/>
                  <a:pt x="366068" y="68565"/>
                </a:cubicBezTo>
                <a:lnTo>
                  <a:pt x="357840" y="60338"/>
                </a:lnTo>
                <a:cubicBezTo>
                  <a:pt x="357847" y="60330"/>
                  <a:pt x="357855" y="60322"/>
                  <a:pt x="357862" y="60315"/>
                </a:cubicBezTo>
                <a:lnTo>
                  <a:pt x="357885" y="60293"/>
                </a:lnTo>
                <a:lnTo>
                  <a:pt x="366113" y="68520"/>
                </a:lnTo>
                <a:cubicBezTo>
                  <a:pt x="384872" y="49750"/>
                  <a:pt x="392961" y="24354"/>
                  <a:pt x="389142" y="0"/>
                </a:cubicBezTo>
                <a:lnTo>
                  <a:pt x="397337" y="0"/>
                </a:lnTo>
                <a:cubicBezTo>
                  <a:pt x="401479" y="11094"/>
                  <a:pt x="400548" y="22668"/>
                  <a:pt x="397481" y="33790"/>
                </a:cubicBezTo>
                <a:cubicBezTo>
                  <a:pt x="407439" y="50142"/>
                  <a:pt x="423417" y="53932"/>
                  <a:pt x="449401" y="53433"/>
                </a:cubicBezTo>
                <a:cubicBezTo>
                  <a:pt x="482408" y="53434"/>
                  <a:pt x="511746" y="69140"/>
                  <a:pt x="530035" y="93727"/>
                </a:cubicBezTo>
                <a:cubicBezTo>
                  <a:pt x="546543" y="90718"/>
                  <a:pt x="562165" y="82561"/>
                  <a:pt x="574926" y="69800"/>
                </a:cubicBezTo>
                <a:cubicBezTo>
                  <a:pt x="591833" y="52893"/>
                  <a:pt x="600659" y="30964"/>
                  <a:pt x="601147" y="8808"/>
                </a:cubicBezTo>
                <a:lnTo>
                  <a:pt x="515982" y="8808"/>
                </a:lnTo>
                <a:lnTo>
                  <a:pt x="515981" y="8744"/>
                </a:lnTo>
                <a:lnTo>
                  <a:pt x="601147" y="8744"/>
                </a:lnTo>
                <a:lnTo>
                  <a:pt x="599275" y="0"/>
                </a:lnTo>
                <a:lnTo>
                  <a:pt x="610820" y="0"/>
                </a:lnTo>
                <a:cubicBezTo>
                  <a:pt x="612423" y="2826"/>
                  <a:pt x="612602" y="5800"/>
                  <a:pt x="612648" y="8776"/>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919" name="Oval 1918"/>
          <p:cNvSpPr/>
          <p:nvPr/>
        </p:nvSpPr>
        <p:spPr>
          <a:xfrm>
            <a:off x="377459" y="3746805"/>
            <a:ext cx="100015" cy="100014"/>
          </a:xfrm>
          <a:prstGeom prst="ellipse">
            <a:avLst/>
          </a:prstGeom>
          <a:solidFill>
            <a:schemeClr val="bg1"/>
          </a:solidFill>
          <a:ln w="13970">
            <a:solidFill>
              <a:schemeClr val="accent3">
                <a:lumMod val="75000"/>
              </a:schemeClr>
            </a:solidFill>
          </a:ln>
        </p:spPr>
        <p:style>
          <a:lnRef idx="1">
            <a:schemeClr val="accent1"/>
          </a:lnRef>
          <a:fillRef idx="0">
            <a:schemeClr val="accent1"/>
          </a:fillRef>
          <a:effectRef idx="0">
            <a:schemeClr val="accent1"/>
          </a:effectRef>
          <a:fontRef idx="minor">
            <a:schemeClr val="tx1"/>
          </a:fontRef>
        </p:style>
      </p:sp>
      <p:sp>
        <p:nvSpPr>
          <p:cNvPr id="1920" name="Teardrop 3"/>
          <p:cNvSpPr/>
          <p:nvPr/>
        </p:nvSpPr>
        <p:spPr>
          <a:xfrm rot="5400000" flipH="1" flipV="1">
            <a:off x="1387532" y="3490488"/>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921" name="Teardrop 3"/>
          <p:cNvSpPr/>
          <p:nvPr/>
        </p:nvSpPr>
        <p:spPr>
          <a:xfrm rot="5400000" flipH="1" flipV="1">
            <a:off x="2230072" y="3490488"/>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922" name="Teardrop 3"/>
          <p:cNvSpPr/>
          <p:nvPr/>
        </p:nvSpPr>
        <p:spPr>
          <a:xfrm rot="5400000" flipH="1" flipV="1">
            <a:off x="3072612" y="3490488"/>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923" name="Teardrop 3"/>
          <p:cNvSpPr/>
          <p:nvPr/>
        </p:nvSpPr>
        <p:spPr>
          <a:xfrm rot="5400000" flipH="1" flipV="1">
            <a:off x="3915152" y="3490488"/>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924" name="Teardrop 3"/>
          <p:cNvSpPr/>
          <p:nvPr/>
        </p:nvSpPr>
        <p:spPr>
          <a:xfrm rot="5400000" flipH="1" flipV="1">
            <a:off x="4757692" y="3490488"/>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925" name="Teardrop 3"/>
          <p:cNvSpPr/>
          <p:nvPr/>
        </p:nvSpPr>
        <p:spPr>
          <a:xfrm rot="5400000" flipH="1" flipV="1">
            <a:off x="5600232" y="3490488"/>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926" name="Oval 1925"/>
          <p:cNvSpPr/>
          <p:nvPr/>
        </p:nvSpPr>
        <p:spPr>
          <a:xfrm>
            <a:off x="1220339" y="3746805"/>
            <a:ext cx="100015" cy="100014"/>
          </a:xfrm>
          <a:prstGeom prst="ellipse">
            <a:avLst/>
          </a:prstGeom>
          <a:solidFill>
            <a:schemeClr val="bg1"/>
          </a:solidFill>
          <a:ln w="13970">
            <a:solidFill>
              <a:schemeClr val="accent3">
                <a:lumMod val="75000"/>
              </a:schemeClr>
            </a:solidFill>
          </a:ln>
        </p:spPr>
        <p:style>
          <a:lnRef idx="1">
            <a:schemeClr val="accent1"/>
          </a:lnRef>
          <a:fillRef idx="0">
            <a:schemeClr val="accent1"/>
          </a:fillRef>
          <a:effectRef idx="0">
            <a:schemeClr val="accent1"/>
          </a:effectRef>
          <a:fontRef idx="minor">
            <a:schemeClr val="tx1"/>
          </a:fontRef>
        </p:style>
      </p:sp>
      <p:sp>
        <p:nvSpPr>
          <p:cNvPr id="1927" name="Oval 1926"/>
          <p:cNvSpPr/>
          <p:nvPr/>
        </p:nvSpPr>
        <p:spPr>
          <a:xfrm>
            <a:off x="2063219" y="3746805"/>
            <a:ext cx="100015" cy="100014"/>
          </a:xfrm>
          <a:prstGeom prst="ellipse">
            <a:avLst/>
          </a:prstGeom>
          <a:solidFill>
            <a:schemeClr val="bg1"/>
          </a:solidFill>
          <a:ln w="13970">
            <a:solidFill>
              <a:schemeClr val="accent3">
                <a:lumMod val="75000"/>
              </a:schemeClr>
            </a:solidFill>
          </a:ln>
        </p:spPr>
        <p:style>
          <a:lnRef idx="1">
            <a:schemeClr val="accent1"/>
          </a:lnRef>
          <a:fillRef idx="0">
            <a:schemeClr val="accent1"/>
          </a:fillRef>
          <a:effectRef idx="0">
            <a:schemeClr val="accent1"/>
          </a:effectRef>
          <a:fontRef idx="minor">
            <a:schemeClr val="tx1"/>
          </a:fontRef>
        </p:style>
      </p:sp>
      <p:sp>
        <p:nvSpPr>
          <p:cNvPr id="1928" name="Oval 1927"/>
          <p:cNvSpPr/>
          <p:nvPr/>
        </p:nvSpPr>
        <p:spPr>
          <a:xfrm>
            <a:off x="2906099" y="3746805"/>
            <a:ext cx="100015" cy="100014"/>
          </a:xfrm>
          <a:prstGeom prst="ellipse">
            <a:avLst/>
          </a:prstGeom>
          <a:solidFill>
            <a:schemeClr val="bg1"/>
          </a:solidFill>
          <a:ln w="13970">
            <a:solidFill>
              <a:schemeClr val="accent3">
                <a:lumMod val="75000"/>
              </a:schemeClr>
            </a:solidFill>
          </a:ln>
        </p:spPr>
        <p:style>
          <a:lnRef idx="1">
            <a:schemeClr val="accent1"/>
          </a:lnRef>
          <a:fillRef idx="0">
            <a:schemeClr val="accent1"/>
          </a:fillRef>
          <a:effectRef idx="0">
            <a:schemeClr val="accent1"/>
          </a:effectRef>
          <a:fontRef idx="minor">
            <a:schemeClr val="tx1"/>
          </a:fontRef>
        </p:style>
      </p:sp>
      <p:sp>
        <p:nvSpPr>
          <p:cNvPr id="1929" name="Oval 1928"/>
          <p:cNvSpPr/>
          <p:nvPr/>
        </p:nvSpPr>
        <p:spPr>
          <a:xfrm>
            <a:off x="3748979" y="3746805"/>
            <a:ext cx="100015" cy="100014"/>
          </a:xfrm>
          <a:prstGeom prst="ellipse">
            <a:avLst/>
          </a:prstGeom>
          <a:solidFill>
            <a:schemeClr val="bg1"/>
          </a:solidFill>
          <a:ln w="13970">
            <a:solidFill>
              <a:schemeClr val="accent3">
                <a:lumMod val="75000"/>
              </a:schemeClr>
            </a:solidFill>
          </a:ln>
        </p:spPr>
        <p:style>
          <a:lnRef idx="1">
            <a:schemeClr val="accent1"/>
          </a:lnRef>
          <a:fillRef idx="0">
            <a:schemeClr val="accent1"/>
          </a:fillRef>
          <a:effectRef idx="0">
            <a:schemeClr val="accent1"/>
          </a:effectRef>
          <a:fontRef idx="minor">
            <a:schemeClr val="tx1"/>
          </a:fontRef>
        </p:style>
      </p:sp>
      <p:sp>
        <p:nvSpPr>
          <p:cNvPr id="1930" name="Oval 1929"/>
          <p:cNvSpPr/>
          <p:nvPr/>
        </p:nvSpPr>
        <p:spPr>
          <a:xfrm>
            <a:off x="4591859" y="3746805"/>
            <a:ext cx="100015" cy="100014"/>
          </a:xfrm>
          <a:prstGeom prst="ellipse">
            <a:avLst/>
          </a:prstGeom>
          <a:solidFill>
            <a:schemeClr val="bg1"/>
          </a:solidFill>
          <a:ln w="13970">
            <a:solidFill>
              <a:schemeClr val="accent3">
                <a:lumMod val="75000"/>
              </a:schemeClr>
            </a:solidFill>
          </a:ln>
        </p:spPr>
        <p:style>
          <a:lnRef idx="1">
            <a:schemeClr val="accent1"/>
          </a:lnRef>
          <a:fillRef idx="0">
            <a:schemeClr val="accent1"/>
          </a:fillRef>
          <a:effectRef idx="0">
            <a:schemeClr val="accent1"/>
          </a:effectRef>
          <a:fontRef idx="minor">
            <a:schemeClr val="tx1"/>
          </a:fontRef>
        </p:style>
      </p:sp>
      <p:sp>
        <p:nvSpPr>
          <p:cNvPr id="1931" name="Oval 1930"/>
          <p:cNvSpPr/>
          <p:nvPr/>
        </p:nvSpPr>
        <p:spPr>
          <a:xfrm>
            <a:off x="5434739" y="3746805"/>
            <a:ext cx="100015" cy="100014"/>
          </a:xfrm>
          <a:prstGeom prst="ellipse">
            <a:avLst/>
          </a:prstGeom>
          <a:solidFill>
            <a:schemeClr val="bg1"/>
          </a:solidFill>
          <a:ln w="13970">
            <a:solidFill>
              <a:schemeClr val="accent3">
                <a:lumMod val="75000"/>
              </a:schemeClr>
            </a:solidFill>
          </a:ln>
        </p:spPr>
        <p:style>
          <a:lnRef idx="1">
            <a:schemeClr val="accent1"/>
          </a:lnRef>
          <a:fillRef idx="0">
            <a:schemeClr val="accent1"/>
          </a:fillRef>
          <a:effectRef idx="0">
            <a:schemeClr val="accent1"/>
          </a:effectRef>
          <a:fontRef idx="minor">
            <a:schemeClr val="tx1"/>
          </a:fontRef>
        </p:style>
      </p:sp>
      <p:sp>
        <p:nvSpPr>
          <p:cNvPr id="1932" name="Oval 1931"/>
          <p:cNvSpPr/>
          <p:nvPr/>
        </p:nvSpPr>
        <p:spPr>
          <a:xfrm>
            <a:off x="6277619" y="3746805"/>
            <a:ext cx="100015" cy="100014"/>
          </a:xfrm>
          <a:prstGeom prst="ellipse">
            <a:avLst/>
          </a:prstGeom>
          <a:solidFill>
            <a:schemeClr val="bg1"/>
          </a:solidFill>
          <a:ln w="13970">
            <a:solidFill>
              <a:schemeClr val="accent3">
                <a:lumMod val="75000"/>
              </a:schemeClr>
            </a:solidFill>
          </a:ln>
        </p:spPr>
        <p:style>
          <a:lnRef idx="1">
            <a:schemeClr val="accent1"/>
          </a:lnRef>
          <a:fillRef idx="0">
            <a:schemeClr val="accent1"/>
          </a:fillRef>
          <a:effectRef idx="0">
            <a:schemeClr val="accent1"/>
          </a:effectRef>
          <a:fontRef idx="minor">
            <a:schemeClr val="tx1"/>
          </a:fontRef>
        </p:style>
      </p:sp>
      <p:sp>
        <p:nvSpPr>
          <p:cNvPr id="1933" name="Teardrop 3"/>
          <p:cNvSpPr/>
          <p:nvPr/>
        </p:nvSpPr>
        <p:spPr>
          <a:xfrm rot="5400000" flipH="1" flipV="1">
            <a:off x="8127852" y="3490488"/>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934" name="Oval 1933"/>
          <p:cNvSpPr/>
          <p:nvPr/>
        </p:nvSpPr>
        <p:spPr>
          <a:xfrm>
            <a:off x="8806259" y="3746805"/>
            <a:ext cx="100015" cy="100014"/>
          </a:xfrm>
          <a:prstGeom prst="ellipse">
            <a:avLst/>
          </a:prstGeom>
          <a:solidFill>
            <a:schemeClr val="bg1"/>
          </a:solidFill>
          <a:ln w="13970">
            <a:solidFill>
              <a:schemeClr val="accent3">
                <a:lumMod val="75000"/>
              </a:schemeClr>
            </a:solidFill>
          </a:ln>
        </p:spPr>
        <p:style>
          <a:lnRef idx="1">
            <a:schemeClr val="accent1"/>
          </a:lnRef>
          <a:fillRef idx="0">
            <a:schemeClr val="accent1"/>
          </a:fillRef>
          <a:effectRef idx="0">
            <a:schemeClr val="accent1"/>
          </a:effectRef>
          <a:fontRef idx="minor">
            <a:schemeClr val="tx1"/>
          </a:fontRef>
        </p:style>
      </p:sp>
      <p:sp>
        <p:nvSpPr>
          <p:cNvPr id="1935" name="Teardrop 3"/>
          <p:cNvSpPr/>
          <p:nvPr/>
        </p:nvSpPr>
        <p:spPr>
          <a:xfrm rot="5400000" flipH="1" flipV="1">
            <a:off x="7285312" y="3490488"/>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936" name="Oval 1935"/>
          <p:cNvSpPr/>
          <p:nvPr/>
        </p:nvSpPr>
        <p:spPr>
          <a:xfrm>
            <a:off x="7963379" y="3746805"/>
            <a:ext cx="100015" cy="100014"/>
          </a:xfrm>
          <a:prstGeom prst="ellipse">
            <a:avLst/>
          </a:prstGeom>
          <a:solidFill>
            <a:schemeClr val="bg1"/>
          </a:solidFill>
          <a:ln w="13970">
            <a:solidFill>
              <a:schemeClr val="accent3">
                <a:lumMod val="75000"/>
              </a:schemeClr>
            </a:solidFill>
          </a:ln>
        </p:spPr>
        <p:style>
          <a:lnRef idx="1">
            <a:schemeClr val="accent1"/>
          </a:lnRef>
          <a:fillRef idx="0">
            <a:schemeClr val="accent1"/>
          </a:fillRef>
          <a:effectRef idx="0">
            <a:schemeClr val="accent1"/>
          </a:effectRef>
          <a:fontRef idx="minor">
            <a:schemeClr val="tx1"/>
          </a:fontRef>
        </p:style>
      </p:sp>
      <p:sp>
        <p:nvSpPr>
          <p:cNvPr id="1937" name="Teardrop 3"/>
          <p:cNvSpPr/>
          <p:nvPr/>
        </p:nvSpPr>
        <p:spPr>
          <a:xfrm rot="5400000" flipH="1" flipV="1">
            <a:off x="9812932" y="3490488"/>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938" name="Oval 1937"/>
          <p:cNvSpPr/>
          <p:nvPr/>
        </p:nvSpPr>
        <p:spPr>
          <a:xfrm>
            <a:off x="10492019" y="3746805"/>
            <a:ext cx="100015" cy="100014"/>
          </a:xfrm>
          <a:prstGeom prst="ellipse">
            <a:avLst/>
          </a:prstGeom>
          <a:solidFill>
            <a:schemeClr val="bg1"/>
          </a:solidFill>
          <a:ln w="13970">
            <a:solidFill>
              <a:schemeClr val="accent3">
                <a:lumMod val="75000"/>
              </a:schemeClr>
            </a:solidFill>
          </a:ln>
        </p:spPr>
        <p:style>
          <a:lnRef idx="1">
            <a:schemeClr val="accent1"/>
          </a:lnRef>
          <a:fillRef idx="0">
            <a:schemeClr val="accent1"/>
          </a:fillRef>
          <a:effectRef idx="0">
            <a:schemeClr val="accent1"/>
          </a:effectRef>
          <a:fontRef idx="minor">
            <a:schemeClr val="tx1"/>
          </a:fontRef>
        </p:style>
      </p:sp>
      <p:sp>
        <p:nvSpPr>
          <p:cNvPr id="1939" name="Teardrop 3"/>
          <p:cNvSpPr/>
          <p:nvPr/>
        </p:nvSpPr>
        <p:spPr>
          <a:xfrm rot="5400000" flipH="1" flipV="1">
            <a:off x="8970392" y="3490488"/>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940" name="Oval 1939"/>
          <p:cNvSpPr/>
          <p:nvPr/>
        </p:nvSpPr>
        <p:spPr>
          <a:xfrm>
            <a:off x="9649139" y="3746805"/>
            <a:ext cx="100015" cy="100014"/>
          </a:xfrm>
          <a:prstGeom prst="ellipse">
            <a:avLst/>
          </a:prstGeom>
          <a:solidFill>
            <a:schemeClr val="bg1"/>
          </a:solidFill>
          <a:ln w="13970">
            <a:solidFill>
              <a:schemeClr val="accent3">
                <a:lumMod val="75000"/>
              </a:schemeClr>
            </a:solidFill>
          </a:ln>
        </p:spPr>
        <p:style>
          <a:lnRef idx="1">
            <a:schemeClr val="accent1"/>
          </a:lnRef>
          <a:fillRef idx="0">
            <a:schemeClr val="accent1"/>
          </a:fillRef>
          <a:effectRef idx="0">
            <a:schemeClr val="accent1"/>
          </a:effectRef>
          <a:fontRef idx="minor">
            <a:schemeClr val="tx1"/>
          </a:fontRef>
        </p:style>
      </p:sp>
      <p:sp>
        <p:nvSpPr>
          <p:cNvPr id="1941" name="Teardrop 3"/>
          <p:cNvSpPr/>
          <p:nvPr/>
        </p:nvSpPr>
        <p:spPr>
          <a:xfrm rot="5400000" flipH="1" flipV="1">
            <a:off x="11498011" y="3490488"/>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942" name="Teardrop 3"/>
          <p:cNvSpPr/>
          <p:nvPr/>
        </p:nvSpPr>
        <p:spPr>
          <a:xfrm rot="5400000" flipH="1" flipV="1">
            <a:off x="10655472" y="3490488"/>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943" name="Oval 1942"/>
          <p:cNvSpPr/>
          <p:nvPr/>
        </p:nvSpPr>
        <p:spPr>
          <a:xfrm>
            <a:off x="11334899" y="3746805"/>
            <a:ext cx="100015" cy="100014"/>
          </a:xfrm>
          <a:prstGeom prst="ellipse">
            <a:avLst/>
          </a:prstGeom>
          <a:solidFill>
            <a:schemeClr val="bg1"/>
          </a:solidFill>
          <a:ln w="13970">
            <a:solidFill>
              <a:schemeClr val="accent3">
                <a:lumMod val="75000"/>
              </a:schemeClr>
            </a:solidFill>
          </a:ln>
        </p:spPr>
        <p:style>
          <a:lnRef idx="1">
            <a:schemeClr val="accent1"/>
          </a:lnRef>
          <a:fillRef idx="0">
            <a:schemeClr val="accent1"/>
          </a:fillRef>
          <a:effectRef idx="0">
            <a:schemeClr val="accent1"/>
          </a:effectRef>
          <a:fontRef idx="minor">
            <a:schemeClr val="tx1"/>
          </a:fontRef>
        </p:style>
      </p:sp>
      <p:sp>
        <p:nvSpPr>
          <p:cNvPr id="1944" name="Teardrop 3"/>
          <p:cNvSpPr/>
          <p:nvPr/>
        </p:nvSpPr>
        <p:spPr>
          <a:xfrm rot="5400000" flipH="1" flipV="1">
            <a:off x="544992" y="3490488"/>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945" name="Oval 1944"/>
          <p:cNvSpPr/>
          <p:nvPr/>
        </p:nvSpPr>
        <p:spPr>
          <a:xfrm>
            <a:off x="6664511" y="3712646"/>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946" name="Oval 1945"/>
          <p:cNvSpPr/>
          <p:nvPr/>
        </p:nvSpPr>
        <p:spPr>
          <a:xfrm>
            <a:off x="766731" y="3712646"/>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947" name="Oval 1946"/>
          <p:cNvSpPr/>
          <p:nvPr/>
        </p:nvSpPr>
        <p:spPr>
          <a:xfrm>
            <a:off x="1609271" y="3712646"/>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948" name="Oval 1947"/>
          <p:cNvSpPr/>
          <p:nvPr/>
        </p:nvSpPr>
        <p:spPr>
          <a:xfrm>
            <a:off x="2451811" y="3712646"/>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949" name="Oval 1948"/>
          <p:cNvSpPr/>
          <p:nvPr/>
        </p:nvSpPr>
        <p:spPr>
          <a:xfrm>
            <a:off x="3294351" y="3712646"/>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950" name="Oval 1949"/>
          <p:cNvSpPr/>
          <p:nvPr/>
        </p:nvSpPr>
        <p:spPr>
          <a:xfrm>
            <a:off x="4136891" y="3712646"/>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951" name="Oval 1950"/>
          <p:cNvSpPr/>
          <p:nvPr/>
        </p:nvSpPr>
        <p:spPr>
          <a:xfrm>
            <a:off x="4979431" y="3712646"/>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952" name="Oval 1951"/>
          <p:cNvSpPr/>
          <p:nvPr/>
        </p:nvSpPr>
        <p:spPr>
          <a:xfrm>
            <a:off x="5821971" y="3712646"/>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953" name="Oval 1952"/>
          <p:cNvSpPr/>
          <p:nvPr/>
        </p:nvSpPr>
        <p:spPr>
          <a:xfrm>
            <a:off x="8349591" y="3712646"/>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954" name="Oval 1953"/>
          <p:cNvSpPr/>
          <p:nvPr/>
        </p:nvSpPr>
        <p:spPr>
          <a:xfrm>
            <a:off x="7507051" y="3712646"/>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955" name="Oval 1954"/>
          <p:cNvSpPr/>
          <p:nvPr/>
        </p:nvSpPr>
        <p:spPr>
          <a:xfrm>
            <a:off x="10034671" y="3712646"/>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956" name="Oval 1955"/>
          <p:cNvSpPr/>
          <p:nvPr/>
        </p:nvSpPr>
        <p:spPr>
          <a:xfrm>
            <a:off x="9192131" y="3712646"/>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957" name="Oval 1956"/>
          <p:cNvSpPr/>
          <p:nvPr/>
        </p:nvSpPr>
        <p:spPr>
          <a:xfrm>
            <a:off x="11719750" y="3712646"/>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958" name="Oval 1957"/>
          <p:cNvSpPr/>
          <p:nvPr/>
        </p:nvSpPr>
        <p:spPr>
          <a:xfrm>
            <a:off x="10877211" y="3712646"/>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959" name="Teardrop 3"/>
          <p:cNvSpPr/>
          <p:nvPr/>
        </p:nvSpPr>
        <p:spPr>
          <a:xfrm rot="5400000" flipH="1" flipV="1">
            <a:off x="6021182" y="3914584"/>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960" name="Teardrop 3"/>
          <p:cNvSpPr/>
          <p:nvPr/>
        </p:nvSpPr>
        <p:spPr>
          <a:xfrm rot="5400000" flipH="1" flipV="1">
            <a:off x="965942" y="3914584"/>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961" name="Teardrop 3"/>
          <p:cNvSpPr/>
          <p:nvPr/>
        </p:nvSpPr>
        <p:spPr>
          <a:xfrm rot="5400000" flipH="1" flipV="1">
            <a:off x="1808482" y="3914584"/>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962" name="Teardrop 3"/>
          <p:cNvSpPr/>
          <p:nvPr/>
        </p:nvSpPr>
        <p:spPr>
          <a:xfrm rot="5400000" flipH="1" flipV="1">
            <a:off x="2651022" y="3914584"/>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963" name="Teardrop 3"/>
          <p:cNvSpPr/>
          <p:nvPr/>
        </p:nvSpPr>
        <p:spPr>
          <a:xfrm rot="5400000" flipH="1" flipV="1">
            <a:off x="3493562" y="3914584"/>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964" name="Teardrop 3"/>
          <p:cNvSpPr/>
          <p:nvPr/>
        </p:nvSpPr>
        <p:spPr>
          <a:xfrm rot="5400000" flipH="1" flipV="1">
            <a:off x="4336102" y="3914584"/>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965" name="Teardrop 3"/>
          <p:cNvSpPr/>
          <p:nvPr/>
        </p:nvSpPr>
        <p:spPr>
          <a:xfrm rot="5400000" flipH="1" flipV="1">
            <a:off x="5178642" y="3914584"/>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966" name="Teardrop 3"/>
          <p:cNvSpPr/>
          <p:nvPr/>
        </p:nvSpPr>
        <p:spPr>
          <a:xfrm rot="5400000" flipH="1" flipV="1">
            <a:off x="7706262" y="3914584"/>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967" name="Teardrop 3"/>
          <p:cNvSpPr/>
          <p:nvPr/>
        </p:nvSpPr>
        <p:spPr>
          <a:xfrm rot="5400000" flipH="1" flipV="1">
            <a:off x="6863722" y="3914584"/>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968" name="Teardrop 3"/>
          <p:cNvSpPr/>
          <p:nvPr/>
        </p:nvSpPr>
        <p:spPr>
          <a:xfrm rot="5400000" flipH="1" flipV="1">
            <a:off x="9391342" y="3914584"/>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969" name="Teardrop 3"/>
          <p:cNvSpPr/>
          <p:nvPr/>
        </p:nvSpPr>
        <p:spPr>
          <a:xfrm rot="5400000" flipH="1" flipV="1">
            <a:off x="8548802" y="3914584"/>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970" name="Teardrop 3"/>
          <p:cNvSpPr/>
          <p:nvPr/>
        </p:nvSpPr>
        <p:spPr>
          <a:xfrm rot="5400000" flipH="1" flipV="1">
            <a:off x="11076421" y="3914584"/>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971" name="Teardrop 3"/>
          <p:cNvSpPr/>
          <p:nvPr/>
        </p:nvSpPr>
        <p:spPr>
          <a:xfrm rot="5400000" flipH="1" flipV="1">
            <a:off x="10233882" y="3914584"/>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972" name="Teardrop 3"/>
          <p:cNvSpPr/>
          <p:nvPr/>
        </p:nvSpPr>
        <p:spPr>
          <a:xfrm rot="5400000" flipH="1" flipV="1">
            <a:off x="123402" y="3914584"/>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973" name="Teardrop 3"/>
          <p:cNvSpPr/>
          <p:nvPr/>
        </p:nvSpPr>
        <p:spPr>
          <a:xfrm rot="5400000" flipH="1" flipV="1">
            <a:off x="11760002" y="4069935"/>
            <a:ext cx="595781" cy="268215"/>
          </a:xfrm>
          <a:custGeom>
            <a:avLst/>
            <a:gdLst/>
            <a:ahLst/>
            <a:cxnLst/>
            <a:rect l="l" t="t" r="r" b="b"/>
            <a:pathLst>
              <a:path w="595781" h="268215">
                <a:moveTo>
                  <a:pt x="230951" y="239431"/>
                </a:moveTo>
                <a:lnTo>
                  <a:pt x="89396" y="97876"/>
                </a:lnTo>
                <a:cubicBezTo>
                  <a:pt x="74075" y="113887"/>
                  <a:pt x="64809" y="135634"/>
                  <a:pt x="64809" y="159544"/>
                </a:cubicBezTo>
                <a:cubicBezTo>
                  <a:pt x="64809" y="209563"/>
                  <a:pt x="105358" y="250112"/>
                  <a:pt x="155376" y="250112"/>
                </a:cubicBezTo>
                <a:cubicBezTo>
                  <a:pt x="174455" y="249746"/>
                  <a:pt x="198601" y="254980"/>
                  <a:pt x="211458" y="268141"/>
                </a:cubicBezTo>
                <a:cubicBezTo>
                  <a:pt x="215886" y="257686"/>
                  <a:pt x="222436" y="247948"/>
                  <a:pt x="230951" y="239431"/>
                </a:cubicBezTo>
                <a:close/>
                <a:moveTo>
                  <a:pt x="259706" y="219892"/>
                </a:moveTo>
                <a:cubicBezTo>
                  <a:pt x="246546" y="207035"/>
                  <a:pt x="241311" y="182889"/>
                  <a:pt x="241677" y="163811"/>
                </a:cubicBezTo>
                <a:cubicBezTo>
                  <a:pt x="241677" y="113792"/>
                  <a:pt x="201129" y="73244"/>
                  <a:pt x="151110" y="73244"/>
                </a:cubicBezTo>
                <a:cubicBezTo>
                  <a:pt x="127200" y="73244"/>
                  <a:pt x="105453" y="82510"/>
                  <a:pt x="89441" y="97831"/>
                </a:cubicBezTo>
                <a:lnTo>
                  <a:pt x="230996" y="239386"/>
                </a:lnTo>
                <a:cubicBezTo>
                  <a:pt x="239514" y="230871"/>
                  <a:pt x="249252" y="224320"/>
                  <a:pt x="259706" y="219892"/>
                </a:cubicBezTo>
                <a:close/>
                <a:moveTo>
                  <a:pt x="382868" y="82592"/>
                </a:moveTo>
                <a:cubicBezTo>
                  <a:pt x="379825" y="66091"/>
                  <a:pt x="371670" y="50477"/>
                  <a:pt x="358914" y="37722"/>
                </a:cubicBezTo>
                <a:cubicBezTo>
                  <a:pt x="342007" y="20815"/>
                  <a:pt x="320078" y="11989"/>
                  <a:pt x="297922" y="11501"/>
                </a:cubicBezTo>
                <a:lnTo>
                  <a:pt x="297922" y="96667"/>
                </a:lnTo>
                <a:lnTo>
                  <a:pt x="297858" y="96667"/>
                </a:lnTo>
                <a:lnTo>
                  <a:pt x="297858" y="11501"/>
                </a:lnTo>
                <a:cubicBezTo>
                  <a:pt x="275703" y="11990"/>
                  <a:pt x="253774" y="20815"/>
                  <a:pt x="236866" y="37722"/>
                </a:cubicBezTo>
                <a:cubicBezTo>
                  <a:pt x="224105" y="50483"/>
                  <a:pt x="215948" y="66105"/>
                  <a:pt x="212939" y="82613"/>
                </a:cubicBezTo>
                <a:cubicBezTo>
                  <a:pt x="237527" y="100902"/>
                  <a:pt x="253233" y="130241"/>
                  <a:pt x="253233" y="163248"/>
                </a:cubicBezTo>
                <a:cubicBezTo>
                  <a:pt x="252735" y="189232"/>
                  <a:pt x="256525" y="205210"/>
                  <a:pt x="272877" y="215167"/>
                </a:cubicBezTo>
                <a:cubicBezTo>
                  <a:pt x="289126" y="210687"/>
                  <a:pt x="306340" y="210767"/>
                  <a:pt x="322577" y="215380"/>
                </a:cubicBezTo>
                <a:cubicBezTo>
                  <a:pt x="324655" y="214136"/>
                  <a:pt x="326534" y="212797"/>
                  <a:pt x="328229" y="211355"/>
                </a:cubicBezTo>
                <a:cubicBezTo>
                  <a:pt x="340097" y="201263"/>
                  <a:pt x="342986" y="186138"/>
                  <a:pt x="342547" y="163248"/>
                </a:cubicBezTo>
                <a:cubicBezTo>
                  <a:pt x="342547" y="130228"/>
                  <a:pt x="358265" y="100880"/>
                  <a:pt x="382868" y="82592"/>
                </a:cubicBezTo>
                <a:close/>
                <a:moveTo>
                  <a:pt x="506339" y="97830"/>
                </a:moveTo>
                <a:cubicBezTo>
                  <a:pt x="490327" y="82509"/>
                  <a:pt x="468581" y="73244"/>
                  <a:pt x="444670" y="73244"/>
                </a:cubicBezTo>
                <a:cubicBezTo>
                  <a:pt x="394652" y="73244"/>
                  <a:pt x="354103" y="113792"/>
                  <a:pt x="354103" y="163811"/>
                </a:cubicBezTo>
                <a:cubicBezTo>
                  <a:pt x="354470" y="182914"/>
                  <a:pt x="349220" y="207099"/>
                  <a:pt x="336023" y="219944"/>
                </a:cubicBezTo>
                <a:cubicBezTo>
                  <a:pt x="346519" y="224314"/>
                  <a:pt x="356263" y="230867"/>
                  <a:pt x="364783" y="239386"/>
                </a:cubicBezTo>
                <a:close/>
                <a:moveTo>
                  <a:pt x="530971" y="159544"/>
                </a:moveTo>
                <a:cubicBezTo>
                  <a:pt x="530971" y="135634"/>
                  <a:pt x="521705" y="113887"/>
                  <a:pt x="506384" y="97876"/>
                </a:cubicBezTo>
                <a:lnTo>
                  <a:pt x="364828" y="239431"/>
                </a:lnTo>
                <a:cubicBezTo>
                  <a:pt x="373348" y="247952"/>
                  <a:pt x="379901" y="257695"/>
                  <a:pt x="384270" y="268192"/>
                </a:cubicBezTo>
                <a:cubicBezTo>
                  <a:pt x="397115" y="254994"/>
                  <a:pt x="421300" y="249745"/>
                  <a:pt x="440404" y="250111"/>
                </a:cubicBezTo>
                <a:cubicBezTo>
                  <a:pt x="465413" y="250112"/>
                  <a:pt x="488055" y="239974"/>
                  <a:pt x="504444" y="223585"/>
                </a:cubicBezTo>
                <a:cubicBezTo>
                  <a:pt x="520834" y="207196"/>
                  <a:pt x="530971" y="184554"/>
                  <a:pt x="530971" y="159544"/>
                </a:cubicBezTo>
                <a:close/>
                <a:moveTo>
                  <a:pt x="595781" y="268215"/>
                </a:moveTo>
                <a:lnTo>
                  <a:pt x="581969" y="268215"/>
                </a:lnTo>
                <a:cubicBezTo>
                  <a:pt x="578743" y="259654"/>
                  <a:pt x="573266" y="252074"/>
                  <a:pt x="566492" y="245300"/>
                </a:cubicBezTo>
                <a:cubicBezTo>
                  <a:pt x="553737" y="232545"/>
                  <a:pt x="538123" y="224389"/>
                  <a:pt x="521623" y="221347"/>
                </a:cubicBezTo>
                <a:cubicBezTo>
                  <a:pt x="519174" y="225205"/>
                  <a:pt x="516174" y="228633"/>
                  <a:pt x="512960" y="231847"/>
                </a:cubicBezTo>
                <a:cubicBezTo>
                  <a:pt x="494535" y="250272"/>
                  <a:pt x="469082" y="261667"/>
                  <a:pt x="440967" y="261667"/>
                </a:cubicBezTo>
                <a:cubicBezTo>
                  <a:pt x="425629" y="261373"/>
                  <a:pt x="413777" y="262574"/>
                  <a:pt x="405186" y="268215"/>
                </a:cubicBezTo>
                <a:lnTo>
                  <a:pt x="372038" y="268215"/>
                </a:lnTo>
                <a:cubicBezTo>
                  <a:pt x="369178" y="260078"/>
                  <a:pt x="364042" y="252948"/>
                  <a:pt x="357679" y="246581"/>
                </a:cubicBezTo>
                <a:lnTo>
                  <a:pt x="349451" y="254808"/>
                </a:lnTo>
                <a:lnTo>
                  <a:pt x="349428" y="254786"/>
                </a:lnTo>
                <a:cubicBezTo>
                  <a:pt x="349421" y="254779"/>
                  <a:pt x="349413" y="254771"/>
                  <a:pt x="349406" y="254763"/>
                </a:cubicBezTo>
                <a:lnTo>
                  <a:pt x="357634" y="246536"/>
                </a:lnTo>
                <a:cubicBezTo>
                  <a:pt x="324632" y="213554"/>
                  <a:pt x="271148" y="213554"/>
                  <a:pt x="238147" y="246536"/>
                </a:cubicBezTo>
                <a:lnTo>
                  <a:pt x="246374" y="254763"/>
                </a:lnTo>
                <a:cubicBezTo>
                  <a:pt x="246367" y="254771"/>
                  <a:pt x="246360" y="254779"/>
                  <a:pt x="246352" y="254786"/>
                </a:cubicBezTo>
                <a:cubicBezTo>
                  <a:pt x="246345" y="254794"/>
                  <a:pt x="246337" y="254801"/>
                  <a:pt x="246329" y="254808"/>
                </a:cubicBezTo>
                <a:lnTo>
                  <a:pt x="238101" y="246581"/>
                </a:lnTo>
                <a:lnTo>
                  <a:pt x="223742" y="268215"/>
                </a:lnTo>
                <a:lnTo>
                  <a:pt x="190546" y="268215"/>
                </a:lnTo>
                <a:cubicBezTo>
                  <a:pt x="181970" y="262570"/>
                  <a:pt x="170130" y="261374"/>
                  <a:pt x="154813" y="261668"/>
                </a:cubicBezTo>
                <a:cubicBezTo>
                  <a:pt x="121806" y="261668"/>
                  <a:pt x="92467" y="245961"/>
                  <a:pt x="74179" y="221373"/>
                </a:cubicBezTo>
                <a:cubicBezTo>
                  <a:pt x="57671" y="224382"/>
                  <a:pt x="42049" y="232539"/>
                  <a:pt x="29288" y="245300"/>
                </a:cubicBezTo>
                <a:lnTo>
                  <a:pt x="13811" y="268215"/>
                </a:lnTo>
                <a:lnTo>
                  <a:pt x="0" y="268215"/>
                </a:lnTo>
                <a:cubicBezTo>
                  <a:pt x="4705" y="256723"/>
                  <a:pt x="11839" y="246048"/>
                  <a:pt x="21157" y="236731"/>
                </a:cubicBezTo>
                <a:cubicBezTo>
                  <a:pt x="34324" y="223564"/>
                  <a:pt x="50200" y="214757"/>
                  <a:pt x="67080" y="210684"/>
                </a:cubicBezTo>
                <a:cubicBezTo>
                  <a:pt x="57990" y="195895"/>
                  <a:pt x="53000" y="178457"/>
                  <a:pt x="53000" y="159854"/>
                </a:cubicBezTo>
                <a:cubicBezTo>
                  <a:pt x="53000" y="132604"/>
                  <a:pt x="63706" y="107854"/>
                  <a:pt x="81286" y="89721"/>
                </a:cubicBezTo>
                <a:cubicBezTo>
                  <a:pt x="99420" y="72140"/>
                  <a:pt x="124170" y="61435"/>
                  <a:pt x="151420" y="61435"/>
                </a:cubicBezTo>
                <a:cubicBezTo>
                  <a:pt x="170023" y="61435"/>
                  <a:pt x="187461" y="66424"/>
                  <a:pt x="202250" y="75515"/>
                </a:cubicBezTo>
                <a:cubicBezTo>
                  <a:pt x="206323" y="58635"/>
                  <a:pt x="215130" y="42758"/>
                  <a:pt x="228297" y="29591"/>
                </a:cubicBezTo>
                <a:cubicBezTo>
                  <a:pt x="247566" y="10322"/>
                  <a:pt x="272636" y="391"/>
                  <a:pt x="297890" y="0"/>
                </a:cubicBezTo>
                <a:cubicBezTo>
                  <a:pt x="323144" y="391"/>
                  <a:pt x="348215" y="10322"/>
                  <a:pt x="367484" y="29591"/>
                </a:cubicBezTo>
                <a:cubicBezTo>
                  <a:pt x="380644" y="42751"/>
                  <a:pt x="389448" y="58618"/>
                  <a:pt x="393604" y="75474"/>
                </a:cubicBezTo>
                <a:cubicBezTo>
                  <a:pt x="408376" y="66408"/>
                  <a:pt x="425787" y="61434"/>
                  <a:pt x="444360" y="61434"/>
                </a:cubicBezTo>
                <a:cubicBezTo>
                  <a:pt x="471611" y="61434"/>
                  <a:pt x="496360" y="72140"/>
                  <a:pt x="514494" y="89721"/>
                </a:cubicBezTo>
                <a:cubicBezTo>
                  <a:pt x="532075" y="107854"/>
                  <a:pt x="542780" y="132604"/>
                  <a:pt x="542780" y="159854"/>
                </a:cubicBezTo>
                <a:cubicBezTo>
                  <a:pt x="542780" y="178427"/>
                  <a:pt x="537807" y="195839"/>
                  <a:pt x="528740" y="210610"/>
                </a:cubicBezTo>
                <a:cubicBezTo>
                  <a:pt x="545596" y="214766"/>
                  <a:pt x="561463" y="223570"/>
                  <a:pt x="574624" y="236731"/>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974" name="Oval 1973"/>
          <p:cNvSpPr/>
          <p:nvPr/>
        </p:nvSpPr>
        <p:spPr>
          <a:xfrm>
            <a:off x="7086653" y="4135371"/>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975" name="Oval 1974"/>
          <p:cNvSpPr/>
          <p:nvPr/>
        </p:nvSpPr>
        <p:spPr>
          <a:xfrm>
            <a:off x="346333" y="4135371"/>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976" name="Oval 1975"/>
          <p:cNvSpPr/>
          <p:nvPr/>
        </p:nvSpPr>
        <p:spPr>
          <a:xfrm>
            <a:off x="1188873" y="4135371"/>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977" name="Oval 1976"/>
          <p:cNvSpPr/>
          <p:nvPr/>
        </p:nvSpPr>
        <p:spPr>
          <a:xfrm>
            <a:off x="2031413" y="4135371"/>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978" name="Oval 1977"/>
          <p:cNvSpPr/>
          <p:nvPr/>
        </p:nvSpPr>
        <p:spPr>
          <a:xfrm>
            <a:off x="2873953" y="4135371"/>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979" name="Oval 1978"/>
          <p:cNvSpPr/>
          <p:nvPr/>
        </p:nvSpPr>
        <p:spPr>
          <a:xfrm>
            <a:off x="3716493" y="4135371"/>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980" name="Oval 1979"/>
          <p:cNvSpPr/>
          <p:nvPr/>
        </p:nvSpPr>
        <p:spPr>
          <a:xfrm>
            <a:off x="4559033" y="4135371"/>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981" name="Oval 1980"/>
          <p:cNvSpPr/>
          <p:nvPr/>
        </p:nvSpPr>
        <p:spPr>
          <a:xfrm>
            <a:off x="5401573" y="4135371"/>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982" name="Oval 1981"/>
          <p:cNvSpPr/>
          <p:nvPr/>
        </p:nvSpPr>
        <p:spPr>
          <a:xfrm>
            <a:off x="6244113" y="4135371"/>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983" name="Oval 1982"/>
          <p:cNvSpPr/>
          <p:nvPr/>
        </p:nvSpPr>
        <p:spPr>
          <a:xfrm>
            <a:off x="8771733" y="4135371"/>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984" name="Oval 1983"/>
          <p:cNvSpPr/>
          <p:nvPr/>
        </p:nvSpPr>
        <p:spPr>
          <a:xfrm>
            <a:off x="7929193" y="4135371"/>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985" name="Oval 1984"/>
          <p:cNvSpPr/>
          <p:nvPr/>
        </p:nvSpPr>
        <p:spPr>
          <a:xfrm>
            <a:off x="10456813" y="4135371"/>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986" name="Oval 1985"/>
          <p:cNvSpPr/>
          <p:nvPr/>
        </p:nvSpPr>
        <p:spPr>
          <a:xfrm>
            <a:off x="9614273" y="4135371"/>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987" name="Oval 1986"/>
          <p:cNvSpPr/>
          <p:nvPr/>
        </p:nvSpPr>
        <p:spPr>
          <a:xfrm>
            <a:off x="11299353" y="4135371"/>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988" name="Teardrop 3"/>
          <p:cNvSpPr/>
          <p:nvPr/>
        </p:nvSpPr>
        <p:spPr>
          <a:xfrm rot="5400000" flipH="1" flipV="1">
            <a:off x="6636142" y="4185695"/>
            <a:ext cx="232840" cy="539773"/>
          </a:xfrm>
          <a:custGeom>
            <a:avLst/>
            <a:gdLst/>
            <a:ahLst/>
            <a:cxnLst/>
            <a:rect l="l" t="t" r="r" b="b"/>
            <a:pathLst>
              <a:path w="232840" h="539773">
                <a:moveTo>
                  <a:pt x="221340" y="269867"/>
                </a:moveTo>
                <a:cubicBezTo>
                  <a:pt x="220851" y="247712"/>
                  <a:pt x="212026" y="225783"/>
                  <a:pt x="195119" y="208875"/>
                </a:cubicBezTo>
                <a:cubicBezTo>
                  <a:pt x="182363" y="196120"/>
                  <a:pt x="166749" y="187965"/>
                  <a:pt x="150249" y="184922"/>
                </a:cubicBezTo>
                <a:cubicBezTo>
                  <a:pt x="147800" y="188780"/>
                  <a:pt x="144800" y="192208"/>
                  <a:pt x="141586" y="195422"/>
                </a:cubicBezTo>
                <a:cubicBezTo>
                  <a:pt x="123161" y="213847"/>
                  <a:pt x="97708" y="225243"/>
                  <a:pt x="69593" y="225243"/>
                </a:cubicBezTo>
                <a:cubicBezTo>
                  <a:pt x="43433" y="224741"/>
                  <a:pt x="27415" y="228586"/>
                  <a:pt x="17461" y="245213"/>
                </a:cubicBezTo>
                <a:cubicBezTo>
                  <a:pt x="22074" y="261450"/>
                  <a:pt x="22154" y="278664"/>
                  <a:pt x="17673" y="294913"/>
                </a:cubicBezTo>
                <a:cubicBezTo>
                  <a:pt x="27631" y="311265"/>
                  <a:pt x="43609" y="315055"/>
                  <a:pt x="69593" y="314557"/>
                </a:cubicBezTo>
                <a:cubicBezTo>
                  <a:pt x="102600" y="314557"/>
                  <a:pt x="131938" y="330263"/>
                  <a:pt x="150227" y="354851"/>
                </a:cubicBezTo>
                <a:cubicBezTo>
                  <a:pt x="166735" y="351841"/>
                  <a:pt x="182357" y="343684"/>
                  <a:pt x="195118" y="330923"/>
                </a:cubicBezTo>
                <a:cubicBezTo>
                  <a:pt x="212026" y="314016"/>
                  <a:pt x="220851" y="292087"/>
                  <a:pt x="221339" y="269931"/>
                </a:cubicBezTo>
                <a:lnTo>
                  <a:pt x="136174" y="269931"/>
                </a:lnTo>
                <a:lnTo>
                  <a:pt x="136173" y="269867"/>
                </a:lnTo>
                <a:close/>
                <a:moveTo>
                  <a:pt x="232840" y="269899"/>
                </a:moveTo>
                <a:cubicBezTo>
                  <a:pt x="232449" y="295153"/>
                  <a:pt x="222519" y="320224"/>
                  <a:pt x="203250" y="339492"/>
                </a:cubicBezTo>
                <a:cubicBezTo>
                  <a:pt x="190082" y="352660"/>
                  <a:pt x="174206" y="361467"/>
                  <a:pt x="157326" y="365540"/>
                </a:cubicBezTo>
                <a:cubicBezTo>
                  <a:pt x="166417" y="380328"/>
                  <a:pt x="171406" y="397767"/>
                  <a:pt x="171406" y="416370"/>
                </a:cubicBezTo>
                <a:cubicBezTo>
                  <a:pt x="171406" y="443620"/>
                  <a:pt x="160701" y="468370"/>
                  <a:pt x="143120" y="486503"/>
                </a:cubicBezTo>
                <a:lnTo>
                  <a:pt x="143120" y="486504"/>
                </a:lnTo>
                <a:cubicBezTo>
                  <a:pt x="124986" y="504084"/>
                  <a:pt x="100237" y="514790"/>
                  <a:pt x="72986" y="514790"/>
                </a:cubicBezTo>
                <a:cubicBezTo>
                  <a:pt x="54383" y="514790"/>
                  <a:pt x="36945" y="509800"/>
                  <a:pt x="22156" y="500710"/>
                </a:cubicBezTo>
                <a:lnTo>
                  <a:pt x="0" y="539773"/>
                </a:lnTo>
                <a:lnTo>
                  <a:pt x="0" y="521718"/>
                </a:lnTo>
                <a:cubicBezTo>
                  <a:pt x="5973" y="513180"/>
                  <a:pt x="9654" y="503556"/>
                  <a:pt x="11467" y="493611"/>
                </a:cubicBezTo>
                <a:lnTo>
                  <a:pt x="0" y="480024"/>
                </a:lnTo>
                <a:lnTo>
                  <a:pt x="0" y="462727"/>
                </a:lnTo>
                <a:cubicBezTo>
                  <a:pt x="14950" y="487415"/>
                  <a:pt x="42305" y="502981"/>
                  <a:pt x="73296" y="502981"/>
                </a:cubicBezTo>
                <a:cubicBezTo>
                  <a:pt x="97207" y="502981"/>
                  <a:pt x="118953" y="493715"/>
                  <a:pt x="134965" y="478394"/>
                </a:cubicBezTo>
                <a:lnTo>
                  <a:pt x="0" y="343429"/>
                </a:lnTo>
                <a:lnTo>
                  <a:pt x="0" y="343339"/>
                </a:lnTo>
                <a:lnTo>
                  <a:pt x="135010" y="478348"/>
                </a:lnTo>
                <a:cubicBezTo>
                  <a:pt x="150331" y="462337"/>
                  <a:pt x="159597" y="440590"/>
                  <a:pt x="159597" y="416680"/>
                </a:cubicBezTo>
                <a:cubicBezTo>
                  <a:pt x="159597" y="366661"/>
                  <a:pt x="119048" y="326112"/>
                  <a:pt x="69030" y="326113"/>
                </a:cubicBezTo>
                <a:cubicBezTo>
                  <a:pt x="49952" y="326479"/>
                  <a:pt x="25806" y="321244"/>
                  <a:pt x="12948" y="308084"/>
                </a:cubicBezTo>
                <a:lnTo>
                  <a:pt x="0" y="327154"/>
                </a:lnTo>
                <a:lnTo>
                  <a:pt x="0" y="309010"/>
                </a:lnTo>
                <a:cubicBezTo>
                  <a:pt x="14338" y="284867"/>
                  <a:pt x="14338" y="254933"/>
                  <a:pt x="0" y="230790"/>
                </a:cubicBezTo>
                <a:lnTo>
                  <a:pt x="0" y="212690"/>
                </a:lnTo>
                <a:cubicBezTo>
                  <a:pt x="6036" y="217996"/>
                  <a:pt x="9959" y="224711"/>
                  <a:pt x="12896" y="231767"/>
                </a:cubicBezTo>
                <a:cubicBezTo>
                  <a:pt x="25742" y="218569"/>
                  <a:pt x="49927" y="213320"/>
                  <a:pt x="69030" y="213687"/>
                </a:cubicBezTo>
                <a:cubicBezTo>
                  <a:pt x="94039" y="213687"/>
                  <a:pt x="116681" y="203550"/>
                  <a:pt x="133071" y="187160"/>
                </a:cubicBezTo>
                <a:cubicBezTo>
                  <a:pt x="149460" y="170771"/>
                  <a:pt x="159597" y="148129"/>
                  <a:pt x="159597" y="123120"/>
                </a:cubicBezTo>
                <a:cubicBezTo>
                  <a:pt x="159597" y="99209"/>
                  <a:pt x="150331" y="77463"/>
                  <a:pt x="135010" y="61451"/>
                </a:cubicBezTo>
                <a:lnTo>
                  <a:pt x="0" y="196461"/>
                </a:lnTo>
                <a:lnTo>
                  <a:pt x="0" y="196370"/>
                </a:lnTo>
                <a:lnTo>
                  <a:pt x="134965" y="61406"/>
                </a:lnTo>
                <a:cubicBezTo>
                  <a:pt x="118953" y="46085"/>
                  <a:pt x="97207" y="36819"/>
                  <a:pt x="73296" y="36819"/>
                </a:cubicBezTo>
                <a:cubicBezTo>
                  <a:pt x="42305" y="36819"/>
                  <a:pt x="14950" y="52385"/>
                  <a:pt x="0" y="77073"/>
                </a:cubicBezTo>
                <a:lnTo>
                  <a:pt x="0" y="59780"/>
                </a:lnTo>
                <a:cubicBezTo>
                  <a:pt x="2240" y="53717"/>
                  <a:pt x="6698" y="49732"/>
                  <a:pt x="11494" y="46167"/>
                </a:cubicBezTo>
                <a:cubicBezTo>
                  <a:pt x="9661" y="36227"/>
                  <a:pt x="5972" y="26608"/>
                  <a:pt x="0" y="18074"/>
                </a:cubicBezTo>
                <a:lnTo>
                  <a:pt x="0" y="0"/>
                </a:lnTo>
                <a:cubicBezTo>
                  <a:pt x="11637" y="10773"/>
                  <a:pt x="18655" y="24545"/>
                  <a:pt x="22230" y="39049"/>
                </a:cubicBezTo>
                <a:cubicBezTo>
                  <a:pt x="37002" y="29983"/>
                  <a:pt x="54413" y="25010"/>
                  <a:pt x="72986" y="25010"/>
                </a:cubicBezTo>
                <a:cubicBezTo>
                  <a:pt x="100237" y="25010"/>
                  <a:pt x="124986" y="35715"/>
                  <a:pt x="143120" y="53296"/>
                </a:cubicBezTo>
                <a:cubicBezTo>
                  <a:pt x="160701" y="71430"/>
                  <a:pt x="171406" y="96180"/>
                  <a:pt x="171406" y="123429"/>
                </a:cubicBezTo>
                <a:cubicBezTo>
                  <a:pt x="171406" y="142002"/>
                  <a:pt x="166433" y="159414"/>
                  <a:pt x="157367" y="174185"/>
                </a:cubicBezTo>
                <a:cubicBezTo>
                  <a:pt x="174223" y="178341"/>
                  <a:pt x="190089" y="187146"/>
                  <a:pt x="203250" y="200306"/>
                </a:cubicBezTo>
                <a:cubicBezTo>
                  <a:pt x="222519" y="219575"/>
                  <a:pt x="232449" y="244645"/>
                  <a:pt x="232840" y="269899"/>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989" name="Teardrop 3"/>
          <p:cNvSpPr/>
          <p:nvPr/>
        </p:nvSpPr>
        <p:spPr>
          <a:xfrm rot="5400000" flipH="1" flipV="1">
            <a:off x="22905" y="4316257"/>
            <a:ext cx="232840" cy="278649"/>
          </a:xfrm>
          <a:custGeom>
            <a:avLst/>
            <a:gdLst/>
            <a:ahLst/>
            <a:cxnLst/>
            <a:rect l="l" t="t" r="r" b="b"/>
            <a:pathLst>
              <a:path w="232840" h="278649">
                <a:moveTo>
                  <a:pt x="232840" y="8776"/>
                </a:moveTo>
                <a:cubicBezTo>
                  <a:pt x="232449" y="34030"/>
                  <a:pt x="222519" y="59101"/>
                  <a:pt x="203250" y="78369"/>
                </a:cubicBezTo>
                <a:cubicBezTo>
                  <a:pt x="190082" y="91537"/>
                  <a:pt x="174206" y="100343"/>
                  <a:pt x="157326" y="104416"/>
                </a:cubicBezTo>
                <a:cubicBezTo>
                  <a:pt x="166417" y="119205"/>
                  <a:pt x="171406" y="136643"/>
                  <a:pt x="171406" y="155247"/>
                </a:cubicBezTo>
                <a:cubicBezTo>
                  <a:pt x="171406" y="182497"/>
                  <a:pt x="160701" y="207247"/>
                  <a:pt x="143120" y="225380"/>
                </a:cubicBezTo>
                <a:cubicBezTo>
                  <a:pt x="124986" y="242961"/>
                  <a:pt x="100237" y="253667"/>
                  <a:pt x="72986" y="253667"/>
                </a:cubicBezTo>
                <a:cubicBezTo>
                  <a:pt x="54383" y="253667"/>
                  <a:pt x="36945" y="248677"/>
                  <a:pt x="22156" y="239586"/>
                </a:cubicBezTo>
                <a:lnTo>
                  <a:pt x="0" y="278649"/>
                </a:lnTo>
                <a:lnTo>
                  <a:pt x="0" y="260595"/>
                </a:lnTo>
                <a:cubicBezTo>
                  <a:pt x="5973" y="252057"/>
                  <a:pt x="9654" y="242433"/>
                  <a:pt x="11467" y="232488"/>
                </a:cubicBezTo>
                <a:lnTo>
                  <a:pt x="0" y="218900"/>
                </a:lnTo>
                <a:lnTo>
                  <a:pt x="0" y="201603"/>
                </a:lnTo>
                <a:cubicBezTo>
                  <a:pt x="14950" y="226291"/>
                  <a:pt x="42305" y="241857"/>
                  <a:pt x="73296" y="241857"/>
                </a:cubicBezTo>
                <a:cubicBezTo>
                  <a:pt x="97207" y="241857"/>
                  <a:pt x="118953" y="232592"/>
                  <a:pt x="134965" y="217271"/>
                </a:cubicBezTo>
                <a:lnTo>
                  <a:pt x="0" y="82306"/>
                </a:lnTo>
                <a:lnTo>
                  <a:pt x="0" y="82216"/>
                </a:lnTo>
                <a:lnTo>
                  <a:pt x="135010" y="217225"/>
                </a:lnTo>
                <a:cubicBezTo>
                  <a:pt x="150331" y="201213"/>
                  <a:pt x="159597" y="179467"/>
                  <a:pt x="159597" y="155556"/>
                </a:cubicBezTo>
                <a:cubicBezTo>
                  <a:pt x="159597" y="105538"/>
                  <a:pt x="119048" y="64989"/>
                  <a:pt x="69030" y="64989"/>
                </a:cubicBezTo>
                <a:cubicBezTo>
                  <a:pt x="49952" y="65355"/>
                  <a:pt x="25806" y="60121"/>
                  <a:pt x="12948" y="46961"/>
                </a:cubicBezTo>
                <a:lnTo>
                  <a:pt x="0" y="66032"/>
                </a:lnTo>
                <a:lnTo>
                  <a:pt x="0" y="46474"/>
                </a:lnTo>
                <a:cubicBezTo>
                  <a:pt x="9193" y="32573"/>
                  <a:pt x="11853" y="16060"/>
                  <a:pt x="9334" y="0"/>
                </a:cubicBezTo>
                <a:lnTo>
                  <a:pt x="17529" y="0"/>
                </a:lnTo>
                <a:cubicBezTo>
                  <a:pt x="21671" y="11094"/>
                  <a:pt x="20740" y="22668"/>
                  <a:pt x="17673" y="33790"/>
                </a:cubicBezTo>
                <a:cubicBezTo>
                  <a:pt x="27631" y="50142"/>
                  <a:pt x="43609" y="53932"/>
                  <a:pt x="69593" y="53433"/>
                </a:cubicBezTo>
                <a:cubicBezTo>
                  <a:pt x="102600" y="53434"/>
                  <a:pt x="131938" y="69140"/>
                  <a:pt x="150227" y="93727"/>
                </a:cubicBezTo>
                <a:cubicBezTo>
                  <a:pt x="166735" y="90718"/>
                  <a:pt x="182357" y="82561"/>
                  <a:pt x="195118" y="69800"/>
                </a:cubicBezTo>
                <a:cubicBezTo>
                  <a:pt x="212026" y="52893"/>
                  <a:pt x="220851" y="30964"/>
                  <a:pt x="221339" y="8808"/>
                </a:cubicBezTo>
                <a:lnTo>
                  <a:pt x="136174" y="8808"/>
                </a:lnTo>
                <a:lnTo>
                  <a:pt x="136173" y="8744"/>
                </a:lnTo>
                <a:lnTo>
                  <a:pt x="221340" y="8744"/>
                </a:lnTo>
                <a:lnTo>
                  <a:pt x="219467" y="0"/>
                </a:lnTo>
                <a:lnTo>
                  <a:pt x="231012" y="0"/>
                </a:lnTo>
                <a:cubicBezTo>
                  <a:pt x="232616" y="2826"/>
                  <a:pt x="232794" y="5800"/>
                  <a:pt x="232840" y="8776"/>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990" name="Teardrop 3"/>
          <p:cNvSpPr/>
          <p:nvPr/>
        </p:nvSpPr>
        <p:spPr>
          <a:xfrm rot="5400000" flipH="1" flipV="1">
            <a:off x="1580901" y="4185695"/>
            <a:ext cx="232840" cy="539772"/>
          </a:xfrm>
          <a:custGeom>
            <a:avLst/>
            <a:gdLst/>
            <a:ahLst/>
            <a:cxnLst/>
            <a:rect l="l" t="t" r="r" b="b"/>
            <a:pathLst>
              <a:path w="232840" h="539772">
                <a:moveTo>
                  <a:pt x="221340" y="269867"/>
                </a:moveTo>
                <a:cubicBezTo>
                  <a:pt x="220851" y="247711"/>
                  <a:pt x="212026" y="225782"/>
                  <a:pt x="195119" y="208875"/>
                </a:cubicBezTo>
                <a:cubicBezTo>
                  <a:pt x="182363" y="196120"/>
                  <a:pt x="166749" y="187964"/>
                  <a:pt x="150249" y="184922"/>
                </a:cubicBezTo>
                <a:cubicBezTo>
                  <a:pt x="147800" y="188780"/>
                  <a:pt x="144800" y="192208"/>
                  <a:pt x="141586" y="195422"/>
                </a:cubicBezTo>
                <a:cubicBezTo>
                  <a:pt x="123161" y="213847"/>
                  <a:pt x="97708" y="225243"/>
                  <a:pt x="69593" y="225242"/>
                </a:cubicBezTo>
                <a:cubicBezTo>
                  <a:pt x="43433" y="224741"/>
                  <a:pt x="27415" y="228586"/>
                  <a:pt x="17461" y="245213"/>
                </a:cubicBezTo>
                <a:cubicBezTo>
                  <a:pt x="22074" y="261450"/>
                  <a:pt x="22154" y="278664"/>
                  <a:pt x="17673" y="294913"/>
                </a:cubicBezTo>
                <a:cubicBezTo>
                  <a:pt x="27631" y="311265"/>
                  <a:pt x="43609" y="315055"/>
                  <a:pt x="69593" y="314556"/>
                </a:cubicBezTo>
                <a:cubicBezTo>
                  <a:pt x="102600" y="314557"/>
                  <a:pt x="131938" y="330263"/>
                  <a:pt x="150227" y="354850"/>
                </a:cubicBezTo>
                <a:cubicBezTo>
                  <a:pt x="166735" y="351841"/>
                  <a:pt x="182357" y="343684"/>
                  <a:pt x="195118" y="330923"/>
                </a:cubicBezTo>
                <a:cubicBezTo>
                  <a:pt x="212026" y="314016"/>
                  <a:pt x="220851" y="292087"/>
                  <a:pt x="221339" y="269931"/>
                </a:cubicBezTo>
                <a:lnTo>
                  <a:pt x="136174" y="269931"/>
                </a:lnTo>
                <a:lnTo>
                  <a:pt x="136173" y="269867"/>
                </a:lnTo>
                <a:close/>
                <a:moveTo>
                  <a:pt x="232840" y="269899"/>
                </a:moveTo>
                <a:cubicBezTo>
                  <a:pt x="232449" y="295153"/>
                  <a:pt x="222519" y="320224"/>
                  <a:pt x="203250" y="339492"/>
                </a:cubicBezTo>
                <a:cubicBezTo>
                  <a:pt x="190082" y="352660"/>
                  <a:pt x="174206" y="361466"/>
                  <a:pt x="157326" y="365539"/>
                </a:cubicBezTo>
                <a:cubicBezTo>
                  <a:pt x="166417" y="380328"/>
                  <a:pt x="171406" y="397766"/>
                  <a:pt x="171406" y="416370"/>
                </a:cubicBezTo>
                <a:cubicBezTo>
                  <a:pt x="171406" y="443620"/>
                  <a:pt x="160701" y="468370"/>
                  <a:pt x="143120" y="486503"/>
                </a:cubicBezTo>
                <a:lnTo>
                  <a:pt x="143120" y="486503"/>
                </a:lnTo>
                <a:cubicBezTo>
                  <a:pt x="124986" y="504084"/>
                  <a:pt x="100237" y="514790"/>
                  <a:pt x="72986" y="514790"/>
                </a:cubicBezTo>
                <a:cubicBezTo>
                  <a:pt x="54383" y="514790"/>
                  <a:pt x="36945" y="509800"/>
                  <a:pt x="22156" y="500710"/>
                </a:cubicBezTo>
                <a:lnTo>
                  <a:pt x="0" y="539772"/>
                </a:lnTo>
                <a:lnTo>
                  <a:pt x="0" y="521718"/>
                </a:lnTo>
                <a:cubicBezTo>
                  <a:pt x="5973" y="513179"/>
                  <a:pt x="9654" y="503556"/>
                  <a:pt x="11467" y="493611"/>
                </a:cubicBezTo>
                <a:lnTo>
                  <a:pt x="0" y="480023"/>
                </a:lnTo>
                <a:lnTo>
                  <a:pt x="0" y="462726"/>
                </a:lnTo>
                <a:cubicBezTo>
                  <a:pt x="14950" y="487414"/>
                  <a:pt x="42305" y="502980"/>
                  <a:pt x="73296" y="502980"/>
                </a:cubicBezTo>
                <a:cubicBezTo>
                  <a:pt x="97207" y="502980"/>
                  <a:pt x="118953" y="493715"/>
                  <a:pt x="134965" y="478394"/>
                </a:cubicBezTo>
                <a:lnTo>
                  <a:pt x="0" y="343429"/>
                </a:lnTo>
                <a:lnTo>
                  <a:pt x="0" y="343338"/>
                </a:lnTo>
                <a:lnTo>
                  <a:pt x="135010" y="478348"/>
                </a:lnTo>
                <a:cubicBezTo>
                  <a:pt x="150331" y="462336"/>
                  <a:pt x="159597" y="440590"/>
                  <a:pt x="159597" y="416679"/>
                </a:cubicBezTo>
                <a:cubicBezTo>
                  <a:pt x="159597" y="366661"/>
                  <a:pt x="119048" y="326112"/>
                  <a:pt x="69030" y="326112"/>
                </a:cubicBezTo>
                <a:cubicBezTo>
                  <a:pt x="49952" y="326478"/>
                  <a:pt x="25806" y="321244"/>
                  <a:pt x="12948" y="308084"/>
                </a:cubicBezTo>
                <a:lnTo>
                  <a:pt x="0" y="327154"/>
                </a:lnTo>
                <a:lnTo>
                  <a:pt x="0" y="309010"/>
                </a:lnTo>
                <a:cubicBezTo>
                  <a:pt x="14338" y="284867"/>
                  <a:pt x="14338" y="254932"/>
                  <a:pt x="0" y="230790"/>
                </a:cubicBezTo>
                <a:lnTo>
                  <a:pt x="0" y="212689"/>
                </a:lnTo>
                <a:cubicBezTo>
                  <a:pt x="6036" y="217996"/>
                  <a:pt x="9959" y="224711"/>
                  <a:pt x="12896" y="231767"/>
                </a:cubicBezTo>
                <a:cubicBezTo>
                  <a:pt x="25742" y="218569"/>
                  <a:pt x="49927" y="213320"/>
                  <a:pt x="69030" y="213686"/>
                </a:cubicBezTo>
                <a:cubicBezTo>
                  <a:pt x="94039" y="213687"/>
                  <a:pt x="116681" y="203550"/>
                  <a:pt x="133071" y="187160"/>
                </a:cubicBezTo>
                <a:cubicBezTo>
                  <a:pt x="149460" y="170771"/>
                  <a:pt x="159597" y="148129"/>
                  <a:pt x="159597" y="123119"/>
                </a:cubicBezTo>
                <a:cubicBezTo>
                  <a:pt x="159597" y="99209"/>
                  <a:pt x="150331" y="77463"/>
                  <a:pt x="135010" y="61451"/>
                </a:cubicBezTo>
                <a:lnTo>
                  <a:pt x="0" y="196461"/>
                </a:lnTo>
                <a:lnTo>
                  <a:pt x="0" y="196370"/>
                </a:lnTo>
                <a:lnTo>
                  <a:pt x="134965" y="61405"/>
                </a:lnTo>
                <a:cubicBezTo>
                  <a:pt x="118953" y="46084"/>
                  <a:pt x="97207" y="36819"/>
                  <a:pt x="73296" y="36819"/>
                </a:cubicBezTo>
                <a:cubicBezTo>
                  <a:pt x="42305" y="36819"/>
                  <a:pt x="14950" y="52385"/>
                  <a:pt x="0" y="77073"/>
                </a:cubicBezTo>
                <a:lnTo>
                  <a:pt x="0" y="59779"/>
                </a:lnTo>
                <a:cubicBezTo>
                  <a:pt x="2240" y="53717"/>
                  <a:pt x="6698" y="49732"/>
                  <a:pt x="11494" y="46167"/>
                </a:cubicBezTo>
                <a:cubicBezTo>
                  <a:pt x="9661" y="36227"/>
                  <a:pt x="5972" y="26608"/>
                  <a:pt x="0" y="18074"/>
                </a:cubicBezTo>
                <a:lnTo>
                  <a:pt x="0" y="0"/>
                </a:lnTo>
                <a:cubicBezTo>
                  <a:pt x="11637" y="10773"/>
                  <a:pt x="18655" y="24545"/>
                  <a:pt x="22230" y="39049"/>
                </a:cubicBezTo>
                <a:cubicBezTo>
                  <a:pt x="37002" y="29983"/>
                  <a:pt x="54413" y="25010"/>
                  <a:pt x="72986" y="25009"/>
                </a:cubicBezTo>
                <a:cubicBezTo>
                  <a:pt x="100237" y="25009"/>
                  <a:pt x="124986" y="35715"/>
                  <a:pt x="143120" y="53296"/>
                </a:cubicBezTo>
                <a:lnTo>
                  <a:pt x="143120" y="53296"/>
                </a:lnTo>
                <a:cubicBezTo>
                  <a:pt x="160701" y="71429"/>
                  <a:pt x="171406" y="96179"/>
                  <a:pt x="171406" y="123429"/>
                </a:cubicBezTo>
                <a:cubicBezTo>
                  <a:pt x="171406" y="142002"/>
                  <a:pt x="166433" y="159414"/>
                  <a:pt x="157367" y="174185"/>
                </a:cubicBezTo>
                <a:cubicBezTo>
                  <a:pt x="174223" y="178341"/>
                  <a:pt x="190089" y="187145"/>
                  <a:pt x="203250" y="200305"/>
                </a:cubicBezTo>
                <a:cubicBezTo>
                  <a:pt x="222519" y="219574"/>
                  <a:pt x="232449" y="244645"/>
                  <a:pt x="232840" y="269899"/>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991" name="Teardrop 3"/>
          <p:cNvSpPr/>
          <p:nvPr/>
        </p:nvSpPr>
        <p:spPr>
          <a:xfrm rot="5400000" flipH="1" flipV="1">
            <a:off x="2423441" y="4185695"/>
            <a:ext cx="232840" cy="539772"/>
          </a:xfrm>
          <a:custGeom>
            <a:avLst/>
            <a:gdLst/>
            <a:ahLst/>
            <a:cxnLst/>
            <a:rect l="l" t="t" r="r" b="b"/>
            <a:pathLst>
              <a:path w="232840" h="539772">
                <a:moveTo>
                  <a:pt x="221340" y="269867"/>
                </a:moveTo>
                <a:cubicBezTo>
                  <a:pt x="220851" y="247711"/>
                  <a:pt x="212026" y="225782"/>
                  <a:pt x="195119" y="208875"/>
                </a:cubicBezTo>
                <a:cubicBezTo>
                  <a:pt x="182363" y="196120"/>
                  <a:pt x="166749" y="187965"/>
                  <a:pt x="150249" y="184922"/>
                </a:cubicBezTo>
                <a:cubicBezTo>
                  <a:pt x="147800" y="188780"/>
                  <a:pt x="144800" y="192208"/>
                  <a:pt x="141586" y="195422"/>
                </a:cubicBezTo>
                <a:cubicBezTo>
                  <a:pt x="123161" y="213847"/>
                  <a:pt x="97708" y="225243"/>
                  <a:pt x="69593" y="225242"/>
                </a:cubicBezTo>
                <a:cubicBezTo>
                  <a:pt x="43433" y="224741"/>
                  <a:pt x="27415" y="228586"/>
                  <a:pt x="17461" y="245213"/>
                </a:cubicBezTo>
                <a:cubicBezTo>
                  <a:pt x="22074" y="261450"/>
                  <a:pt x="22154" y="278664"/>
                  <a:pt x="17673" y="294913"/>
                </a:cubicBezTo>
                <a:cubicBezTo>
                  <a:pt x="27631" y="311265"/>
                  <a:pt x="43609" y="315055"/>
                  <a:pt x="69593" y="314557"/>
                </a:cubicBezTo>
                <a:cubicBezTo>
                  <a:pt x="102600" y="314557"/>
                  <a:pt x="131938" y="330263"/>
                  <a:pt x="150227" y="354850"/>
                </a:cubicBezTo>
                <a:cubicBezTo>
                  <a:pt x="166735" y="351841"/>
                  <a:pt x="182357" y="343684"/>
                  <a:pt x="195118" y="330923"/>
                </a:cubicBezTo>
                <a:cubicBezTo>
                  <a:pt x="212026" y="314016"/>
                  <a:pt x="220851" y="292087"/>
                  <a:pt x="221339" y="269931"/>
                </a:cubicBezTo>
                <a:lnTo>
                  <a:pt x="136174" y="269931"/>
                </a:lnTo>
                <a:lnTo>
                  <a:pt x="136173" y="269867"/>
                </a:lnTo>
                <a:close/>
                <a:moveTo>
                  <a:pt x="232840" y="269899"/>
                </a:moveTo>
                <a:cubicBezTo>
                  <a:pt x="232449" y="295153"/>
                  <a:pt x="222519" y="320224"/>
                  <a:pt x="203250" y="339492"/>
                </a:cubicBezTo>
                <a:cubicBezTo>
                  <a:pt x="190082" y="352660"/>
                  <a:pt x="174206" y="361466"/>
                  <a:pt x="157326" y="365539"/>
                </a:cubicBezTo>
                <a:cubicBezTo>
                  <a:pt x="166417" y="380328"/>
                  <a:pt x="171406" y="397767"/>
                  <a:pt x="171406" y="416370"/>
                </a:cubicBezTo>
                <a:cubicBezTo>
                  <a:pt x="171406" y="443620"/>
                  <a:pt x="160701" y="468370"/>
                  <a:pt x="143120" y="486503"/>
                </a:cubicBezTo>
                <a:cubicBezTo>
                  <a:pt x="124986" y="504084"/>
                  <a:pt x="100237" y="514790"/>
                  <a:pt x="72986" y="514790"/>
                </a:cubicBezTo>
                <a:cubicBezTo>
                  <a:pt x="54383" y="514790"/>
                  <a:pt x="36945" y="509800"/>
                  <a:pt x="22156" y="500710"/>
                </a:cubicBezTo>
                <a:lnTo>
                  <a:pt x="0" y="539772"/>
                </a:lnTo>
                <a:lnTo>
                  <a:pt x="0" y="521718"/>
                </a:lnTo>
                <a:cubicBezTo>
                  <a:pt x="5973" y="513180"/>
                  <a:pt x="9654" y="503556"/>
                  <a:pt x="11467" y="493611"/>
                </a:cubicBezTo>
                <a:lnTo>
                  <a:pt x="0" y="480023"/>
                </a:lnTo>
                <a:lnTo>
                  <a:pt x="0" y="462726"/>
                </a:lnTo>
                <a:cubicBezTo>
                  <a:pt x="14950" y="487414"/>
                  <a:pt x="42305" y="502980"/>
                  <a:pt x="73296" y="502980"/>
                </a:cubicBezTo>
                <a:cubicBezTo>
                  <a:pt x="97207" y="502980"/>
                  <a:pt x="118953" y="493715"/>
                  <a:pt x="134965" y="478394"/>
                </a:cubicBezTo>
                <a:lnTo>
                  <a:pt x="0" y="343429"/>
                </a:lnTo>
                <a:lnTo>
                  <a:pt x="0" y="343339"/>
                </a:lnTo>
                <a:lnTo>
                  <a:pt x="135010" y="478348"/>
                </a:lnTo>
                <a:cubicBezTo>
                  <a:pt x="150331" y="462336"/>
                  <a:pt x="159597" y="440590"/>
                  <a:pt x="159597" y="416680"/>
                </a:cubicBezTo>
                <a:cubicBezTo>
                  <a:pt x="159597" y="366661"/>
                  <a:pt x="119048" y="326112"/>
                  <a:pt x="69030" y="326113"/>
                </a:cubicBezTo>
                <a:cubicBezTo>
                  <a:pt x="49952" y="326478"/>
                  <a:pt x="25806" y="321244"/>
                  <a:pt x="12948" y="308084"/>
                </a:cubicBezTo>
                <a:lnTo>
                  <a:pt x="0" y="327154"/>
                </a:lnTo>
                <a:lnTo>
                  <a:pt x="0" y="309010"/>
                </a:lnTo>
                <a:cubicBezTo>
                  <a:pt x="14338" y="284867"/>
                  <a:pt x="14338" y="254933"/>
                  <a:pt x="0" y="230790"/>
                </a:cubicBezTo>
                <a:lnTo>
                  <a:pt x="0" y="212689"/>
                </a:lnTo>
                <a:cubicBezTo>
                  <a:pt x="6036" y="217996"/>
                  <a:pt x="9959" y="224711"/>
                  <a:pt x="12896" y="231767"/>
                </a:cubicBezTo>
                <a:cubicBezTo>
                  <a:pt x="25742" y="218569"/>
                  <a:pt x="49927" y="213320"/>
                  <a:pt x="69030" y="213687"/>
                </a:cubicBezTo>
                <a:cubicBezTo>
                  <a:pt x="94039" y="213687"/>
                  <a:pt x="116681" y="203550"/>
                  <a:pt x="133071" y="187160"/>
                </a:cubicBezTo>
                <a:cubicBezTo>
                  <a:pt x="149460" y="170771"/>
                  <a:pt x="159597" y="148129"/>
                  <a:pt x="159597" y="123120"/>
                </a:cubicBezTo>
                <a:cubicBezTo>
                  <a:pt x="159597" y="99209"/>
                  <a:pt x="150331" y="77463"/>
                  <a:pt x="135010" y="61451"/>
                </a:cubicBezTo>
                <a:lnTo>
                  <a:pt x="0" y="196461"/>
                </a:lnTo>
                <a:lnTo>
                  <a:pt x="0" y="196370"/>
                </a:lnTo>
                <a:lnTo>
                  <a:pt x="134965" y="61405"/>
                </a:lnTo>
                <a:cubicBezTo>
                  <a:pt x="118953" y="46084"/>
                  <a:pt x="97207" y="36819"/>
                  <a:pt x="73296" y="36819"/>
                </a:cubicBezTo>
                <a:cubicBezTo>
                  <a:pt x="42305" y="36819"/>
                  <a:pt x="14950" y="52385"/>
                  <a:pt x="0" y="77073"/>
                </a:cubicBezTo>
                <a:lnTo>
                  <a:pt x="0" y="59779"/>
                </a:lnTo>
                <a:cubicBezTo>
                  <a:pt x="2240" y="53717"/>
                  <a:pt x="6698" y="49732"/>
                  <a:pt x="11494" y="46167"/>
                </a:cubicBezTo>
                <a:cubicBezTo>
                  <a:pt x="9661" y="36227"/>
                  <a:pt x="5972" y="26608"/>
                  <a:pt x="0" y="18074"/>
                </a:cubicBezTo>
                <a:lnTo>
                  <a:pt x="0" y="0"/>
                </a:lnTo>
                <a:cubicBezTo>
                  <a:pt x="11637" y="10773"/>
                  <a:pt x="18655" y="24545"/>
                  <a:pt x="22230" y="39049"/>
                </a:cubicBezTo>
                <a:cubicBezTo>
                  <a:pt x="37002" y="29983"/>
                  <a:pt x="54413" y="25010"/>
                  <a:pt x="72986" y="25010"/>
                </a:cubicBezTo>
                <a:cubicBezTo>
                  <a:pt x="100237" y="25009"/>
                  <a:pt x="124986" y="35715"/>
                  <a:pt x="143120" y="53296"/>
                </a:cubicBezTo>
                <a:lnTo>
                  <a:pt x="143120" y="53296"/>
                </a:lnTo>
                <a:cubicBezTo>
                  <a:pt x="160701" y="71429"/>
                  <a:pt x="171406" y="96179"/>
                  <a:pt x="171406" y="123429"/>
                </a:cubicBezTo>
                <a:cubicBezTo>
                  <a:pt x="171406" y="142002"/>
                  <a:pt x="166433" y="159414"/>
                  <a:pt x="157367" y="174185"/>
                </a:cubicBezTo>
                <a:cubicBezTo>
                  <a:pt x="174223" y="178341"/>
                  <a:pt x="190089" y="187146"/>
                  <a:pt x="203250" y="200306"/>
                </a:cubicBezTo>
                <a:cubicBezTo>
                  <a:pt x="222519" y="219574"/>
                  <a:pt x="232449" y="244645"/>
                  <a:pt x="232840" y="269899"/>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992" name="Teardrop 3"/>
          <p:cNvSpPr/>
          <p:nvPr/>
        </p:nvSpPr>
        <p:spPr>
          <a:xfrm rot="5400000" flipH="1" flipV="1">
            <a:off x="3265981" y="4185695"/>
            <a:ext cx="232840" cy="539772"/>
          </a:xfrm>
          <a:custGeom>
            <a:avLst/>
            <a:gdLst/>
            <a:ahLst/>
            <a:cxnLst/>
            <a:rect l="l" t="t" r="r" b="b"/>
            <a:pathLst>
              <a:path w="232840" h="539772">
                <a:moveTo>
                  <a:pt x="221340" y="269867"/>
                </a:moveTo>
                <a:cubicBezTo>
                  <a:pt x="220851" y="247711"/>
                  <a:pt x="212026" y="225782"/>
                  <a:pt x="195119" y="208875"/>
                </a:cubicBezTo>
                <a:cubicBezTo>
                  <a:pt x="182363" y="196120"/>
                  <a:pt x="166749" y="187965"/>
                  <a:pt x="150249" y="184922"/>
                </a:cubicBezTo>
                <a:cubicBezTo>
                  <a:pt x="147800" y="188780"/>
                  <a:pt x="144800" y="192208"/>
                  <a:pt x="141586" y="195422"/>
                </a:cubicBezTo>
                <a:cubicBezTo>
                  <a:pt x="123161" y="213847"/>
                  <a:pt x="97708" y="225243"/>
                  <a:pt x="69593" y="225242"/>
                </a:cubicBezTo>
                <a:cubicBezTo>
                  <a:pt x="43433" y="224741"/>
                  <a:pt x="27415" y="228586"/>
                  <a:pt x="17461" y="245213"/>
                </a:cubicBezTo>
                <a:cubicBezTo>
                  <a:pt x="22074" y="261450"/>
                  <a:pt x="22154" y="278664"/>
                  <a:pt x="17673" y="294913"/>
                </a:cubicBezTo>
                <a:cubicBezTo>
                  <a:pt x="27631" y="311265"/>
                  <a:pt x="43609" y="315055"/>
                  <a:pt x="69593" y="314557"/>
                </a:cubicBezTo>
                <a:cubicBezTo>
                  <a:pt x="102600" y="314557"/>
                  <a:pt x="131938" y="330263"/>
                  <a:pt x="150227" y="354850"/>
                </a:cubicBezTo>
                <a:cubicBezTo>
                  <a:pt x="166735" y="351841"/>
                  <a:pt x="182357" y="343684"/>
                  <a:pt x="195118" y="330923"/>
                </a:cubicBezTo>
                <a:cubicBezTo>
                  <a:pt x="212026" y="314016"/>
                  <a:pt x="220851" y="292087"/>
                  <a:pt x="221339" y="269931"/>
                </a:cubicBezTo>
                <a:lnTo>
                  <a:pt x="136174" y="269931"/>
                </a:lnTo>
                <a:lnTo>
                  <a:pt x="136173" y="269867"/>
                </a:lnTo>
                <a:close/>
                <a:moveTo>
                  <a:pt x="232840" y="269899"/>
                </a:moveTo>
                <a:cubicBezTo>
                  <a:pt x="232449" y="295153"/>
                  <a:pt x="222519" y="320224"/>
                  <a:pt x="203250" y="339492"/>
                </a:cubicBezTo>
                <a:cubicBezTo>
                  <a:pt x="190082" y="352660"/>
                  <a:pt x="174206" y="361466"/>
                  <a:pt x="157326" y="365539"/>
                </a:cubicBezTo>
                <a:cubicBezTo>
                  <a:pt x="166417" y="380328"/>
                  <a:pt x="171406" y="397767"/>
                  <a:pt x="171406" y="416370"/>
                </a:cubicBezTo>
                <a:cubicBezTo>
                  <a:pt x="171406" y="443620"/>
                  <a:pt x="160701" y="468370"/>
                  <a:pt x="143120" y="486503"/>
                </a:cubicBezTo>
                <a:cubicBezTo>
                  <a:pt x="124986" y="504084"/>
                  <a:pt x="100237" y="514790"/>
                  <a:pt x="72986" y="514790"/>
                </a:cubicBezTo>
                <a:cubicBezTo>
                  <a:pt x="54383" y="514790"/>
                  <a:pt x="36945" y="509800"/>
                  <a:pt x="22156" y="500710"/>
                </a:cubicBezTo>
                <a:lnTo>
                  <a:pt x="0" y="539772"/>
                </a:lnTo>
                <a:lnTo>
                  <a:pt x="0" y="521718"/>
                </a:lnTo>
                <a:cubicBezTo>
                  <a:pt x="5973" y="513180"/>
                  <a:pt x="9654" y="503556"/>
                  <a:pt x="11467" y="493611"/>
                </a:cubicBezTo>
                <a:lnTo>
                  <a:pt x="0" y="480023"/>
                </a:lnTo>
                <a:lnTo>
                  <a:pt x="0" y="462726"/>
                </a:lnTo>
                <a:cubicBezTo>
                  <a:pt x="14950" y="487414"/>
                  <a:pt x="42305" y="502980"/>
                  <a:pt x="73296" y="502980"/>
                </a:cubicBezTo>
                <a:cubicBezTo>
                  <a:pt x="97207" y="502980"/>
                  <a:pt x="118953" y="493715"/>
                  <a:pt x="134965" y="478394"/>
                </a:cubicBezTo>
                <a:lnTo>
                  <a:pt x="0" y="343429"/>
                </a:lnTo>
                <a:lnTo>
                  <a:pt x="0" y="343339"/>
                </a:lnTo>
                <a:lnTo>
                  <a:pt x="135010" y="478348"/>
                </a:lnTo>
                <a:cubicBezTo>
                  <a:pt x="150331" y="462336"/>
                  <a:pt x="159597" y="440590"/>
                  <a:pt x="159597" y="416680"/>
                </a:cubicBezTo>
                <a:cubicBezTo>
                  <a:pt x="159597" y="366661"/>
                  <a:pt x="119048" y="326112"/>
                  <a:pt x="69030" y="326113"/>
                </a:cubicBezTo>
                <a:cubicBezTo>
                  <a:pt x="49952" y="326478"/>
                  <a:pt x="25806" y="321244"/>
                  <a:pt x="12948" y="308084"/>
                </a:cubicBezTo>
                <a:lnTo>
                  <a:pt x="0" y="327154"/>
                </a:lnTo>
                <a:lnTo>
                  <a:pt x="0" y="309010"/>
                </a:lnTo>
                <a:cubicBezTo>
                  <a:pt x="14338" y="284867"/>
                  <a:pt x="14338" y="254933"/>
                  <a:pt x="0" y="230790"/>
                </a:cubicBezTo>
                <a:lnTo>
                  <a:pt x="0" y="212689"/>
                </a:lnTo>
                <a:cubicBezTo>
                  <a:pt x="6036" y="217996"/>
                  <a:pt x="9959" y="224711"/>
                  <a:pt x="12896" y="231767"/>
                </a:cubicBezTo>
                <a:cubicBezTo>
                  <a:pt x="25742" y="218569"/>
                  <a:pt x="49927" y="213320"/>
                  <a:pt x="69030" y="213687"/>
                </a:cubicBezTo>
                <a:cubicBezTo>
                  <a:pt x="94039" y="213687"/>
                  <a:pt x="116681" y="203550"/>
                  <a:pt x="133071" y="187160"/>
                </a:cubicBezTo>
                <a:cubicBezTo>
                  <a:pt x="149460" y="170771"/>
                  <a:pt x="159597" y="148129"/>
                  <a:pt x="159597" y="123120"/>
                </a:cubicBezTo>
                <a:cubicBezTo>
                  <a:pt x="159597" y="99209"/>
                  <a:pt x="150331" y="77463"/>
                  <a:pt x="135010" y="61451"/>
                </a:cubicBezTo>
                <a:lnTo>
                  <a:pt x="0" y="196461"/>
                </a:lnTo>
                <a:lnTo>
                  <a:pt x="0" y="196370"/>
                </a:lnTo>
                <a:lnTo>
                  <a:pt x="134965" y="61405"/>
                </a:lnTo>
                <a:cubicBezTo>
                  <a:pt x="118953" y="46084"/>
                  <a:pt x="97207" y="36819"/>
                  <a:pt x="73296" y="36819"/>
                </a:cubicBezTo>
                <a:cubicBezTo>
                  <a:pt x="42305" y="36819"/>
                  <a:pt x="14950" y="52385"/>
                  <a:pt x="0" y="77073"/>
                </a:cubicBezTo>
                <a:lnTo>
                  <a:pt x="0" y="59779"/>
                </a:lnTo>
                <a:cubicBezTo>
                  <a:pt x="2240" y="53717"/>
                  <a:pt x="6698" y="49732"/>
                  <a:pt x="11494" y="46167"/>
                </a:cubicBezTo>
                <a:cubicBezTo>
                  <a:pt x="9661" y="36227"/>
                  <a:pt x="5972" y="26608"/>
                  <a:pt x="0" y="18074"/>
                </a:cubicBezTo>
                <a:lnTo>
                  <a:pt x="0" y="0"/>
                </a:lnTo>
                <a:cubicBezTo>
                  <a:pt x="11637" y="10773"/>
                  <a:pt x="18655" y="24545"/>
                  <a:pt x="22230" y="39049"/>
                </a:cubicBezTo>
                <a:cubicBezTo>
                  <a:pt x="37002" y="29983"/>
                  <a:pt x="54413" y="25010"/>
                  <a:pt x="72986" y="25010"/>
                </a:cubicBezTo>
                <a:cubicBezTo>
                  <a:pt x="100237" y="25009"/>
                  <a:pt x="124986" y="35715"/>
                  <a:pt x="143120" y="53296"/>
                </a:cubicBezTo>
                <a:lnTo>
                  <a:pt x="143120" y="53296"/>
                </a:lnTo>
                <a:cubicBezTo>
                  <a:pt x="160701" y="71429"/>
                  <a:pt x="171406" y="96179"/>
                  <a:pt x="171406" y="123429"/>
                </a:cubicBezTo>
                <a:cubicBezTo>
                  <a:pt x="171406" y="142002"/>
                  <a:pt x="166433" y="159414"/>
                  <a:pt x="157367" y="174185"/>
                </a:cubicBezTo>
                <a:cubicBezTo>
                  <a:pt x="174223" y="178341"/>
                  <a:pt x="190089" y="187146"/>
                  <a:pt x="203250" y="200306"/>
                </a:cubicBezTo>
                <a:cubicBezTo>
                  <a:pt x="222519" y="219574"/>
                  <a:pt x="232449" y="244645"/>
                  <a:pt x="232840" y="269899"/>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993" name="Teardrop 3"/>
          <p:cNvSpPr/>
          <p:nvPr/>
        </p:nvSpPr>
        <p:spPr>
          <a:xfrm rot="5400000" flipH="1" flipV="1">
            <a:off x="4108522" y="4185695"/>
            <a:ext cx="232840" cy="539773"/>
          </a:xfrm>
          <a:custGeom>
            <a:avLst/>
            <a:gdLst/>
            <a:ahLst/>
            <a:cxnLst/>
            <a:rect l="l" t="t" r="r" b="b"/>
            <a:pathLst>
              <a:path w="232840" h="539773">
                <a:moveTo>
                  <a:pt x="221340" y="269867"/>
                </a:moveTo>
                <a:cubicBezTo>
                  <a:pt x="220851" y="247712"/>
                  <a:pt x="212026" y="225782"/>
                  <a:pt x="195119" y="208875"/>
                </a:cubicBezTo>
                <a:cubicBezTo>
                  <a:pt x="182363" y="196120"/>
                  <a:pt x="166749" y="187965"/>
                  <a:pt x="150249" y="184922"/>
                </a:cubicBezTo>
                <a:cubicBezTo>
                  <a:pt x="147800" y="188780"/>
                  <a:pt x="144800" y="192208"/>
                  <a:pt x="141586" y="195422"/>
                </a:cubicBezTo>
                <a:cubicBezTo>
                  <a:pt x="123161" y="213847"/>
                  <a:pt x="97708" y="225243"/>
                  <a:pt x="69593" y="225242"/>
                </a:cubicBezTo>
                <a:cubicBezTo>
                  <a:pt x="43433" y="224741"/>
                  <a:pt x="27415" y="228586"/>
                  <a:pt x="17461" y="245213"/>
                </a:cubicBezTo>
                <a:cubicBezTo>
                  <a:pt x="22074" y="261450"/>
                  <a:pt x="22154" y="278664"/>
                  <a:pt x="17673" y="294913"/>
                </a:cubicBezTo>
                <a:cubicBezTo>
                  <a:pt x="27631" y="311265"/>
                  <a:pt x="43609" y="315055"/>
                  <a:pt x="69593" y="314557"/>
                </a:cubicBezTo>
                <a:cubicBezTo>
                  <a:pt x="102600" y="314557"/>
                  <a:pt x="131938" y="330263"/>
                  <a:pt x="150227" y="354851"/>
                </a:cubicBezTo>
                <a:cubicBezTo>
                  <a:pt x="166735" y="351841"/>
                  <a:pt x="182357" y="343684"/>
                  <a:pt x="195118" y="330923"/>
                </a:cubicBezTo>
                <a:cubicBezTo>
                  <a:pt x="212026" y="314016"/>
                  <a:pt x="220851" y="292087"/>
                  <a:pt x="221339" y="269931"/>
                </a:cubicBezTo>
                <a:lnTo>
                  <a:pt x="136174" y="269931"/>
                </a:lnTo>
                <a:lnTo>
                  <a:pt x="136173" y="269867"/>
                </a:lnTo>
                <a:close/>
                <a:moveTo>
                  <a:pt x="232840" y="269899"/>
                </a:moveTo>
                <a:cubicBezTo>
                  <a:pt x="232449" y="295153"/>
                  <a:pt x="222519" y="320224"/>
                  <a:pt x="203250" y="339492"/>
                </a:cubicBezTo>
                <a:cubicBezTo>
                  <a:pt x="190082" y="352660"/>
                  <a:pt x="174206" y="361467"/>
                  <a:pt x="157326" y="365540"/>
                </a:cubicBezTo>
                <a:cubicBezTo>
                  <a:pt x="166417" y="380328"/>
                  <a:pt x="171406" y="397767"/>
                  <a:pt x="171406" y="416370"/>
                </a:cubicBezTo>
                <a:cubicBezTo>
                  <a:pt x="171406" y="443620"/>
                  <a:pt x="160701" y="468370"/>
                  <a:pt x="143120" y="486503"/>
                </a:cubicBezTo>
                <a:lnTo>
                  <a:pt x="143120" y="486504"/>
                </a:lnTo>
                <a:cubicBezTo>
                  <a:pt x="124986" y="504084"/>
                  <a:pt x="100237" y="514790"/>
                  <a:pt x="72986" y="514790"/>
                </a:cubicBezTo>
                <a:cubicBezTo>
                  <a:pt x="54383" y="514790"/>
                  <a:pt x="36945" y="509800"/>
                  <a:pt x="22156" y="500710"/>
                </a:cubicBezTo>
                <a:lnTo>
                  <a:pt x="0" y="539773"/>
                </a:lnTo>
                <a:lnTo>
                  <a:pt x="0" y="521718"/>
                </a:lnTo>
                <a:cubicBezTo>
                  <a:pt x="5973" y="513180"/>
                  <a:pt x="9654" y="503556"/>
                  <a:pt x="11467" y="493611"/>
                </a:cubicBezTo>
                <a:lnTo>
                  <a:pt x="0" y="480024"/>
                </a:lnTo>
                <a:lnTo>
                  <a:pt x="0" y="462726"/>
                </a:lnTo>
                <a:cubicBezTo>
                  <a:pt x="14950" y="487415"/>
                  <a:pt x="42305" y="502981"/>
                  <a:pt x="73296" y="502981"/>
                </a:cubicBezTo>
                <a:cubicBezTo>
                  <a:pt x="97207" y="502981"/>
                  <a:pt x="118953" y="493715"/>
                  <a:pt x="134965" y="478394"/>
                </a:cubicBezTo>
                <a:lnTo>
                  <a:pt x="0" y="343429"/>
                </a:lnTo>
                <a:lnTo>
                  <a:pt x="0" y="343339"/>
                </a:lnTo>
                <a:lnTo>
                  <a:pt x="135010" y="478348"/>
                </a:lnTo>
                <a:cubicBezTo>
                  <a:pt x="150331" y="462337"/>
                  <a:pt x="159597" y="440590"/>
                  <a:pt x="159597" y="416680"/>
                </a:cubicBezTo>
                <a:cubicBezTo>
                  <a:pt x="159597" y="366661"/>
                  <a:pt x="119048" y="326112"/>
                  <a:pt x="69030" y="326113"/>
                </a:cubicBezTo>
                <a:cubicBezTo>
                  <a:pt x="49952" y="326479"/>
                  <a:pt x="25806" y="321244"/>
                  <a:pt x="12948" y="308084"/>
                </a:cubicBezTo>
                <a:lnTo>
                  <a:pt x="0" y="327154"/>
                </a:lnTo>
                <a:lnTo>
                  <a:pt x="0" y="309010"/>
                </a:lnTo>
                <a:cubicBezTo>
                  <a:pt x="14338" y="284867"/>
                  <a:pt x="14338" y="254933"/>
                  <a:pt x="0" y="230790"/>
                </a:cubicBezTo>
                <a:lnTo>
                  <a:pt x="0" y="212689"/>
                </a:lnTo>
                <a:cubicBezTo>
                  <a:pt x="6036" y="217996"/>
                  <a:pt x="9959" y="224711"/>
                  <a:pt x="12896" y="231767"/>
                </a:cubicBezTo>
                <a:cubicBezTo>
                  <a:pt x="25742" y="218569"/>
                  <a:pt x="49927" y="213320"/>
                  <a:pt x="69030" y="213687"/>
                </a:cubicBezTo>
                <a:cubicBezTo>
                  <a:pt x="94039" y="213687"/>
                  <a:pt x="116681" y="203550"/>
                  <a:pt x="133071" y="187160"/>
                </a:cubicBezTo>
                <a:cubicBezTo>
                  <a:pt x="149460" y="170771"/>
                  <a:pt x="159597" y="148129"/>
                  <a:pt x="159597" y="123120"/>
                </a:cubicBezTo>
                <a:cubicBezTo>
                  <a:pt x="159597" y="99209"/>
                  <a:pt x="150331" y="77463"/>
                  <a:pt x="135010" y="61451"/>
                </a:cubicBezTo>
                <a:lnTo>
                  <a:pt x="0" y="196461"/>
                </a:lnTo>
                <a:lnTo>
                  <a:pt x="0" y="196370"/>
                </a:lnTo>
                <a:lnTo>
                  <a:pt x="134965" y="61405"/>
                </a:lnTo>
                <a:cubicBezTo>
                  <a:pt x="118953" y="46084"/>
                  <a:pt x="97207" y="36819"/>
                  <a:pt x="73296" y="36819"/>
                </a:cubicBezTo>
                <a:cubicBezTo>
                  <a:pt x="42305" y="36819"/>
                  <a:pt x="14950" y="52385"/>
                  <a:pt x="0" y="77073"/>
                </a:cubicBezTo>
                <a:lnTo>
                  <a:pt x="0" y="59779"/>
                </a:lnTo>
                <a:cubicBezTo>
                  <a:pt x="2240" y="53717"/>
                  <a:pt x="6698" y="49732"/>
                  <a:pt x="11494" y="46167"/>
                </a:cubicBezTo>
                <a:cubicBezTo>
                  <a:pt x="9661" y="36227"/>
                  <a:pt x="5972" y="26608"/>
                  <a:pt x="0" y="18074"/>
                </a:cubicBezTo>
                <a:lnTo>
                  <a:pt x="0" y="0"/>
                </a:lnTo>
                <a:cubicBezTo>
                  <a:pt x="11637" y="10773"/>
                  <a:pt x="18655" y="24545"/>
                  <a:pt x="22230" y="39049"/>
                </a:cubicBezTo>
                <a:cubicBezTo>
                  <a:pt x="37002" y="29983"/>
                  <a:pt x="54413" y="25010"/>
                  <a:pt x="72986" y="25010"/>
                </a:cubicBezTo>
                <a:cubicBezTo>
                  <a:pt x="100237" y="25009"/>
                  <a:pt x="124986" y="35715"/>
                  <a:pt x="143120" y="53296"/>
                </a:cubicBezTo>
                <a:lnTo>
                  <a:pt x="143120" y="53296"/>
                </a:lnTo>
                <a:cubicBezTo>
                  <a:pt x="160701" y="71429"/>
                  <a:pt x="171406" y="96179"/>
                  <a:pt x="171406" y="123429"/>
                </a:cubicBezTo>
                <a:cubicBezTo>
                  <a:pt x="171406" y="142002"/>
                  <a:pt x="166433" y="159414"/>
                  <a:pt x="157367" y="174185"/>
                </a:cubicBezTo>
                <a:cubicBezTo>
                  <a:pt x="174223" y="178341"/>
                  <a:pt x="190089" y="187146"/>
                  <a:pt x="203250" y="200306"/>
                </a:cubicBezTo>
                <a:cubicBezTo>
                  <a:pt x="222519" y="219574"/>
                  <a:pt x="232449" y="244645"/>
                  <a:pt x="232840" y="269899"/>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994" name="Teardrop 3"/>
          <p:cNvSpPr/>
          <p:nvPr/>
        </p:nvSpPr>
        <p:spPr>
          <a:xfrm rot="5400000" flipH="1" flipV="1">
            <a:off x="4951062" y="4185695"/>
            <a:ext cx="232840" cy="539773"/>
          </a:xfrm>
          <a:custGeom>
            <a:avLst/>
            <a:gdLst/>
            <a:ahLst/>
            <a:cxnLst/>
            <a:rect l="l" t="t" r="r" b="b"/>
            <a:pathLst>
              <a:path w="232840" h="539773">
                <a:moveTo>
                  <a:pt x="221340" y="269867"/>
                </a:moveTo>
                <a:cubicBezTo>
                  <a:pt x="220851" y="247712"/>
                  <a:pt x="212026" y="225783"/>
                  <a:pt x="195119" y="208875"/>
                </a:cubicBezTo>
                <a:cubicBezTo>
                  <a:pt x="182363" y="196120"/>
                  <a:pt x="166749" y="187965"/>
                  <a:pt x="150249" y="184922"/>
                </a:cubicBezTo>
                <a:cubicBezTo>
                  <a:pt x="147800" y="188780"/>
                  <a:pt x="144800" y="192208"/>
                  <a:pt x="141586" y="195422"/>
                </a:cubicBezTo>
                <a:cubicBezTo>
                  <a:pt x="123161" y="213847"/>
                  <a:pt x="97708" y="225243"/>
                  <a:pt x="69593" y="225243"/>
                </a:cubicBezTo>
                <a:cubicBezTo>
                  <a:pt x="43433" y="224741"/>
                  <a:pt x="27415" y="228586"/>
                  <a:pt x="17461" y="245213"/>
                </a:cubicBezTo>
                <a:cubicBezTo>
                  <a:pt x="22074" y="261450"/>
                  <a:pt x="22154" y="278664"/>
                  <a:pt x="17673" y="294913"/>
                </a:cubicBezTo>
                <a:cubicBezTo>
                  <a:pt x="27631" y="311265"/>
                  <a:pt x="43609" y="315055"/>
                  <a:pt x="69593" y="314557"/>
                </a:cubicBezTo>
                <a:cubicBezTo>
                  <a:pt x="102600" y="314557"/>
                  <a:pt x="131938" y="330263"/>
                  <a:pt x="150227" y="354851"/>
                </a:cubicBezTo>
                <a:cubicBezTo>
                  <a:pt x="166735" y="351841"/>
                  <a:pt x="182357" y="343684"/>
                  <a:pt x="195118" y="330923"/>
                </a:cubicBezTo>
                <a:cubicBezTo>
                  <a:pt x="212026" y="314016"/>
                  <a:pt x="220851" y="292087"/>
                  <a:pt x="221339" y="269931"/>
                </a:cubicBezTo>
                <a:lnTo>
                  <a:pt x="136174" y="269931"/>
                </a:lnTo>
                <a:lnTo>
                  <a:pt x="136173" y="269867"/>
                </a:lnTo>
                <a:close/>
                <a:moveTo>
                  <a:pt x="232840" y="269899"/>
                </a:moveTo>
                <a:cubicBezTo>
                  <a:pt x="232449" y="295153"/>
                  <a:pt x="222519" y="320224"/>
                  <a:pt x="203250" y="339492"/>
                </a:cubicBezTo>
                <a:cubicBezTo>
                  <a:pt x="190082" y="352660"/>
                  <a:pt x="174206" y="361467"/>
                  <a:pt x="157326" y="365540"/>
                </a:cubicBezTo>
                <a:cubicBezTo>
                  <a:pt x="166417" y="380328"/>
                  <a:pt x="171406" y="397767"/>
                  <a:pt x="171406" y="416370"/>
                </a:cubicBezTo>
                <a:cubicBezTo>
                  <a:pt x="171406" y="443620"/>
                  <a:pt x="160701" y="468370"/>
                  <a:pt x="143120" y="486503"/>
                </a:cubicBezTo>
                <a:lnTo>
                  <a:pt x="143120" y="486504"/>
                </a:lnTo>
                <a:cubicBezTo>
                  <a:pt x="124986" y="504084"/>
                  <a:pt x="100237" y="514790"/>
                  <a:pt x="72986" y="514790"/>
                </a:cubicBezTo>
                <a:cubicBezTo>
                  <a:pt x="54383" y="514790"/>
                  <a:pt x="36945" y="509800"/>
                  <a:pt x="22156" y="500710"/>
                </a:cubicBezTo>
                <a:lnTo>
                  <a:pt x="0" y="539773"/>
                </a:lnTo>
                <a:lnTo>
                  <a:pt x="0" y="521718"/>
                </a:lnTo>
                <a:cubicBezTo>
                  <a:pt x="5973" y="513180"/>
                  <a:pt x="9654" y="503556"/>
                  <a:pt x="11467" y="493611"/>
                </a:cubicBezTo>
                <a:lnTo>
                  <a:pt x="0" y="480024"/>
                </a:lnTo>
                <a:lnTo>
                  <a:pt x="0" y="462727"/>
                </a:lnTo>
                <a:cubicBezTo>
                  <a:pt x="14950" y="487415"/>
                  <a:pt x="42305" y="502981"/>
                  <a:pt x="73296" y="502981"/>
                </a:cubicBezTo>
                <a:cubicBezTo>
                  <a:pt x="97207" y="502981"/>
                  <a:pt x="118953" y="493715"/>
                  <a:pt x="134965" y="478394"/>
                </a:cubicBezTo>
                <a:lnTo>
                  <a:pt x="0" y="343429"/>
                </a:lnTo>
                <a:lnTo>
                  <a:pt x="0" y="343339"/>
                </a:lnTo>
                <a:lnTo>
                  <a:pt x="135010" y="478348"/>
                </a:lnTo>
                <a:cubicBezTo>
                  <a:pt x="150331" y="462337"/>
                  <a:pt x="159597" y="440590"/>
                  <a:pt x="159597" y="416680"/>
                </a:cubicBezTo>
                <a:cubicBezTo>
                  <a:pt x="159597" y="366661"/>
                  <a:pt x="119048" y="326112"/>
                  <a:pt x="69030" y="326113"/>
                </a:cubicBezTo>
                <a:cubicBezTo>
                  <a:pt x="49952" y="326479"/>
                  <a:pt x="25806" y="321244"/>
                  <a:pt x="12948" y="308084"/>
                </a:cubicBezTo>
                <a:lnTo>
                  <a:pt x="0" y="327154"/>
                </a:lnTo>
                <a:lnTo>
                  <a:pt x="0" y="309010"/>
                </a:lnTo>
                <a:cubicBezTo>
                  <a:pt x="14338" y="284867"/>
                  <a:pt x="14338" y="254933"/>
                  <a:pt x="0" y="230790"/>
                </a:cubicBezTo>
                <a:lnTo>
                  <a:pt x="0" y="212690"/>
                </a:lnTo>
                <a:cubicBezTo>
                  <a:pt x="6036" y="217996"/>
                  <a:pt x="9959" y="224711"/>
                  <a:pt x="12896" y="231767"/>
                </a:cubicBezTo>
                <a:cubicBezTo>
                  <a:pt x="25742" y="218569"/>
                  <a:pt x="49927" y="213320"/>
                  <a:pt x="69030" y="213687"/>
                </a:cubicBezTo>
                <a:cubicBezTo>
                  <a:pt x="94039" y="213687"/>
                  <a:pt x="116681" y="203550"/>
                  <a:pt x="133071" y="187160"/>
                </a:cubicBezTo>
                <a:cubicBezTo>
                  <a:pt x="149460" y="170771"/>
                  <a:pt x="159597" y="148129"/>
                  <a:pt x="159597" y="123120"/>
                </a:cubicBezTo>
                <a:cubicBezTo>
                  <a:pt x="159597" y="99209"/>
                  <a:pt x="150331" y="77463"/>
                  <a:pt x="135010" y="61451"/>
                </a:cubicBezTo>
                <a:lnTo>
                  <a:pt x="0" y="196461"/>
                </a:lnTo>
                <a:lnTo>
                  <a:pt x="0" y="196370"/>
                </a:lnTo>
                <a:lnTo>
                  <a:pt x="134965" y="61406"/>
                </a:lnTo>
                <a:cubicBezTo>
                  <a:pt x="118953" y="46085"/>
                  <a:pt x="97207" y="36819"/>
                  <a:pt x="73296" y="36819"/>
                </a:cubicBezTo>
                <a:cubicBezTo>
                  <a:pt x="42305" y="36819"/>
                  <a:pt x="14950" y="52385"/>
                  <a:pt x="0" y="77073"/>
                </a:cubicBezTo>
                <a:lnTo>
                  <a:pt x="0" y="59780"/>
                </a:lnTo>
                <a:cubicBezTo>
                  <a:pt x="2240" y="53717"/>
                  <a:pt x="6698" y="49732"/>
                  <a:pt x="11494" y="46167"/>
                </a:cubicBezTo>
                <a:cubicBezTo>
                  <a:pt x="9661" y="36227"/>
                  <a:pt x="5972" y="26608"/>
                  <a:pt x="0" y="18074"/>
                </a:cubicBezTo>
                <a:lnTo>
                  <a:pt x="0" y="0"/>
                </a:lnTo>
                <a:cubicBezTo>
                  <a:pt x="11637" y="10773"/>
                  <a:pt x="18655" y="24545"/>
                  <a:pt x="22230" y="39049"/>
                </a:cubicBezTo>
                <a:cubicBezTo>
                  <a:pt x="37002" y="29983"/>
                  <a:pt x="54413" y="25010"/>
                  <a:pt x="72986" y="25010"/>
                </a:cubicBezTo>
                <a:cubicBezTo>
                  <a:pt x="100237" y="25010"/>
                  <a:pt x="124986" y="35715"/>
                  <a:pt x="143120" y="53296"/>
                </a:cubicBezTo>
                <a:cubicBezTo>
                  <a:pt x="160701" y="71430"/>
                  <a:pt x="171406" y="96180"/>
                  <a:pt x="171406" y="123429"/>
                </a:cubicBezTo>
                <a:cubicBezTo>
                  <a:pt x="171406" y="142002"/>
                  <a:pt x="166433" y="159414"/>
                  <a:pt x="157367" y="174185"/>
                </a:cubicBezTo>
                <a:cubicBezTo>
                  <a:pt x="174223" y="178341"/>
                  <a:pt x="190089" y="187146"/>
                  <a:pt x="203250" y="200306"/>
                </a:cubicBezTo>
                <a:cubicBezTo>
                  <a:pt x="222519" y="219575"/>
                  <a:pt x="232449" y="244645"/>
                  <a:pt x="232840" y="269899"/>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995" name="Teardrop 3"/>
          <p:cNvSpPr/>
          <p:nvPr/>
        </p:nvSpPr>
        <p:spPr>
          <a:xfrm rot="5400000" flipH="1" flipV="1">
            <a:off x="5793602" y="4185695"/>
            <a:ext cx="232840" cy="539773"/>
          </a:xfrm>
          <a:custGeom>
            <a:avLst/>
            <a:gdLst/>
            <a:ahLst/>
            <a:cxnLst/>
            <a:rect l="l" t="t" r="r" b="b"/>
            <a:pathLst>
              <a:path w="232840" h="539773">
                <a:moveTo>
                  <a:pt x="221340" y="269867"/>
                </a:moveTo>
                <a:cubicBezTo>
                  <a:pt x="220851" y="247712"/>
                  <a:pt x="212026" y="225783"/>
                  <a:pt x="195119" y="208875"/>
                </a:cubicBezTo>
                <a:cubicBezTo>
                  <a:pt x="182363" y="196120"/>
                  <a:pt x="166749" y="187965"/>
                  <a:pt x="150249" y="184922"/>
                </a:cubicBezTo>
                <a:cubicBezTo>
                  <a:pt x="147800" y="188780"/>
                  <a:pt x="144800" y="192208"/>
                  <a:pt x="141586" y="195422"/>
                </a:cubicBezTo>
                <a:cubicBezTo>
                  <a:pt x="123161" y="213847"/>
                  <a:pt x="97708" y="225243"/>
                  <a:pt x="69593" y="225243"/>
                </a:cubicBezTo>
                <a:cubicBezTo>
                  <a:pt x="43433" y="224741"/>
                  <a:pt x="27415" y="228586"/>
                  <a:pt x="17461" y="245213"/>
                </a:cubicBezTo>
                <a:cubicBezTo>
                  <a:pt x="22074" y="261450"/>
                  <a:pt x="22154" y="278664"/>
                  <a:pt x="17673" y="294913"/>
                </a:cubicBezTo>
                <a:cubicBezTo>
                  <a:pt x="27631" y="311265"/>
                  <a:pt x="43609" y="315055"/>
                  <a:pt x="69593" y="314557"/>
                </a:cubicBezTo>
                <a:cubicBezTo>
                  <a:pt x="102600" y="314557"/>
                  <a:pt x="131938" y="330263"/>
                  <a:pt x="150227" y="354851"/>
                </a:cubicBezTo>
                <a:cubicBezTo>
                  <a:pt x="166735" y="351841"/>
                  <a:pt x="182357" y="343684"/>
                  <a:pt x="195118" y="330923"/>
                </a:cubicBezTo>
                <a:cubicBezTo>
                  <a:pt x="212026" y="314016"/>
                  <a:pt x="220851" y="292087"/>
                  <a:pt x="221339" y="269931"/>
                </a:cubicBezTo>
                <a:lnTo>
                  <a:pt x="136174" y="269931"/>
                </a:lnTo>
                <a:lnTo>
                  <a:pt x="136173" y="269867"/>
                </a:lnTo>
                <a:close/>
                <a:moveTo>
                  <a:pt x="232840" y="269899"/>
                </a:moveTo>
                <a:cubicBezTo>
                  <a:pt x="232449" y="295153"/>
                  <a:pt x="222519" y="320224"/>
                  <a:pt x="203250" y="339492"/>
                </a:cubicBezTo>
                <a:cubicBezTo>
                  <a:pt x="190082" y="352660"/>
                  <a:pt x="174206" y="361467"/>
                  <a:pt x="157326" y="365540"/>
                </a:cubicBezTo>
                <a:cubicBezTo>
                  <a:pt x="166417" y="380328"/>
                  <a:pt x="171406" y="397767"/>
                  <a:pt x="171406" y="416370"/>
                </a:cubicBezTo>
                <a:cubicBezTo>
                  <a:pt x="171406" y="443620"/>
                  <a:pt x="160701" y="468370"/>
                  <a:pt x="143120" y="486503"/>
                </a:cubicBezTo>
                <a:lnTo>
                  <a:pt x="143120" y="486504"/>
                </a:lnTo>
                <a:cubicBezTo>
                  <a:pt x="124986" y="504084"/>
                  <a:pt x="100237" y="514790"/>
                  <a:pt x="72986" y="514790"/>
                </a:cubicBezTo>
                <a:cubicBezTo>
                  <a:pt x="54383" y="514790"/>
                  <a:pt x="36945" y="509800"/>
                  <a:pt x="22156" y="500710"/>
                </a:cubicBezTo>
                <a:lnTo>
                  <a:pt x="0" y="539773"/>
                </a:lnTo>
                <a:lnTo>
                  <a:pt x="0" y="521718"/>
                </a:lnTo>
                <a:cubicBezTo>
                  <a:pt x="5973" y="513180"/>
                  <a:pt x="9654" y="503556"/>
                  <a:pt x="11467" y="493611"/>
                </a:cubicBezTo>
                <a:lnTo>
                  <a:pt x="0" y="480024"/>
                </a:lnTo>
                <a:lnTo>
                  <a:pt x="0" y="462727"/>
                </a:lnTo>
                <a:cubicBezTo>
                  <a:pt x="14950" y="487415"/>
                  <a:pt x="42305" y="502981"/>
                  <a:pt x="73296" y="502981"/>
                </a:cubicBezTo>
                <a:cubicBezTo>
                  <a:pt x="97207" y="502981"/>
                  <a:pt x="118953" y="493715"/>
                  <a:pt x="134965" y="478394"/>
                </a:cubicBezTo>
                <a:lnTo>
                  <a:pt x="0" y="343429"/>
                </a:lnTo>
                <a:lnTo>
                  <a:pt x="0" y="343339"/>
                </a:lnTo>
                <a:lnTo>
                  <a:pt x="135010" y="478348"/>
                </a:lnTo>
                <a:cubicBezTo>
                  <a:pt x="150331" y="462337"/>
                  <a:pt x="159597" y="440590"/>
                  <a:pt x="159597" y="416680"/>
                </a:cubicBezTo>
                <a:cubicBezTo>
                  <a:pt x="159597" y="366661"/>
                  <a:pt x="119048" y="326112"/>
                  <a:pt x="69030" y="326113"/>
                </a:cubicBezTo>
                <a:cubicBezTo>
                  <a:pt x="49952" y="326479"/>
                  <a:pt x="25806" y="321244"/>
                  <a:pt x="12948" y="308084"/>
                </a:cubicBezTo>
                <a:lnTo>
                  <a:pt x="0" y="327154"/>
                </a:lnTo>
                <a:lnTo>
                  <a:pt x="0" y="309010"/>
                </a:lnTo>
                <a:cubicBezTo>
                  <a:pt x="14338" y="284867"/>
                  <a:pt x="14338" y="254933"/>
                  <a:pt x="0" y="230790"/>
                </a:cubicBezTo>
                <a:lnTo>
                  <a:pt x="0" y="212690"/>
                </a:lnTo>
                <a:cubicBezTo>
                  <a:pt x="6036" y="217996"/>
                  <a:pt x="9959" y="224711"/>
                  <a:pt x="12896" y="231767"/>
                </a:cubicBezTo>
                <a:cubicBezTo>
                  <a:pt x="25742" y="218569"/>
                  <a:pt x="49927" y="213320"/>
                  <a:pt x="69030" y="213687"/>
                </a:cubicBezTo>
                <a:cubicBezTo>
                  <a:pt x="94039" y="213687"/>
                  <a:pt x="116681" y="203550"/>
                  <a:pt x="133071" y="187160"/>
                </a:cubicBezTo>
                <a:cubicBezTo>
                  <a:pt x="149460" y="170771"/>
                  <a:pt x="159597" y="148129"/>
                  <a:pt x="159597" y="123120"/>
                </a:cubicBezTo>
                <a:cubicBezTo>
                  <a:pt x="159597" y="99209"/>
                  <a:pt x="150331" y="77463"/>
                  <a:pt x="135010" y="61451"/>
                </a:cubicBezTo>
                <a:lnTo>
                  <a:pt x="0" y="196461"/>
                </a:lnTo>
                <a:lnTo>
                  <a:pt x="0" y="196370"/>
                </a:lnTo>
                <a:lnTo>
                  <a:pt x="134965" y="61406"/>
                </a:lnTo>
                <a:cubicBezTo>
                  <a:pt x="118953" y="46085"/>
                  <a:pt x="97207" y="36819"/>
                  <a:pt x="73296" y="36819"/>
                </a:cubicBezTo>
                <a:cubicBezTo>
                  <a:pt x="42305" y="36819"/>
                  <a:pt x="14950" y="52385"/>
                  <a:pt x="0" y="77073"/>
                </a:cubicBezTo>
                <a:lnTo>
                  <a:pt x="0" y="59780"/>
                </a:lnTo>
                <a:cubicBezTo>
                  <a:pt x="2240" y="53717"/>
                  <a:pt x="6698" y="49732"/>
                  <a:pt x="11494" y="46167"/>
                </a:cubicBezTo>
                <a:cubicBezTo>
                  <a:pt x="9661" y="36227"/>
                  <a:pt x="5972" y="26608"/>
                  <a:pt x="0" y="18074"/>
                </a:cubicBezTo>
                <a:lnTo>
                  <a:pt x="0" y="0"/>
                </a:lnTo>
                <a:cubicBezTo>
                  <a:pt x="11637" y="10773"/>
                  <a:pt x="18655" y="24545"/>
                  <a:pt x="22230" y="39049"/>
                </a:cubicBezTo>
                <a:cubicBezTo>
                  <a:pt x="37002" y="29983"/>
                  <a:pt x="54413" y="25010"/>
                  <a:pt x="72986" y="25010"/>
                </a:cubicBezTo>
                <a:cubicBezTo>
                  <a:pt x="100237" y="25010"/>
                  <a:pt x="124986" y="35715"/>
                  <a:pt x="143120" y="53296"/>
                </a:cubicBezTo>
                <a:cubicBezTo>
                  <a:pt x="160701" y="71430"/>
                  <a:pt x="171406" y="96180"/>
                  <a:pt x="171406" y="123429"/>
                </a:cubicBezTo>
                <a:cubicBezTo>
                  <a:pt x="171406" y="142002"/>
                  <a:pt x="166433" y="159414"/>
                  <a:pt x="157367" y="174185"/>
                </a:cubicBezTo>
                <a:cubicBezTo>
                  <a:pt x="174223" y="178341"/>
                  <a:pt x="190089" y="187146"/>
                  <a:pt x="203250" y="200306"/>
                </a:cubicBezTo>
                <a:cubicBezTo>
                  <a:pt x="222519" y="219575"/>
                  <a:pt x="232449" y="244645"/>
                  <a:pt x="232840" y="269899"/>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996" name="Teardrop 3"/>
          <p:cNvSpPr/>
          <p:nvPr/>
        </p:nvSpPr>
        <p:spPr>
          <a:xfrm rot="5400000" flipH="1" flipV="1">
            <a:off x="8321221" y="4185695"/>
            <a:ext cx="232840" cy="539772"/>
          </a:xfrm>
          <a:custGeom>
            <a:avLst/>
            <a:gdLst/>
            <a:ahLst/>
            <a:cxnLst/>
            <a:rect l="l" t="t" r="r" b="b"/>
            <a:pathLst>
              <a:path w="232840" h="539772">
                <a:moveTo>
                  <a:pt x="221340" y="269867"/>
                </a:moveTo>
                <a:cubicBezTo>
                  <a:pt x="220851" y="247711"/>
                  <a:pt x="212026" y="225782"/>
                  <a:pt x="195119" y="208875"/>
                </a:cubicBezTo>
                <a:cubicBezTo>
                  <a:pt x="182363" y="196120"/>
                  <a:pt x="166749" y="187965"/>
                  <a:pt x="150249" y="184922"/>
                </a:cubicBezTo>
                <a:cubicBezTo>
                  <a:pt x="147800" y="188780"/>
                  <a:pt x="144800" y="192208"/>
                  <a:pt x="141586" y="195422"/>
                </a:cubicBezTo>
                <a:cubicBezTo>
                  <a:pt x="123161" y="213847"/>
                  <a:pt x="97708" y="225242"/>
                  <a:pt x="69593" y="225242"/>
                </a:cubicBezTo>
                <a:cubicBezTo>
                  <a:pt x="43433" y="224741"/>
                  <a:pt x="27415" y="228586"/>
                  <a:pt x="17461" y="245212"/>
                </a:cubicBezTo>
                <a:cubicBezTo>
                  <a:pt x="22074" y="261450"/>
                  <a:pt x="22154" y="278664"/>
                  <a:pt x="17673" y="294913"/>
                </a:cubicBezTo>
                <a:cubicBezTo>
                  <a:pt x="27631" y="311265"/>
                  <a:pt x="43609" y="315055"/>
                  <a:pt x="69593" y="314556"/>
                </a:cubicBezTo>
                <a:cubicBezTo>
                  <a:pt x="102600" y="314556"/>
                  <a:pt x="131938" y="330263"/>
                  <a:pt x="150227" y="354850"/>
                </a:cubicBezTo>
                <a:cubicBezTo>
                  <a:pt x="166735" y="351841"/>
                  <a:pt x="182357" y="343684"/>
                  <a:pt x="195118" y="330923"/>
                </a:cubicBezTo>
                <a:cubicBezTo>
                  <a:pt x="212026" y="314015"/>
                  <a:pt x="220851" y="292087"/>
                  <a:pt x="221339" y="269931"/>
                </a:cubicBezTo>
                <a:lnTo>
                  <a:pt x="136174" y="269931"/>
                </a:lnTo>
                <a:lnTo>
                  <a:pt x="136173" y="269867"/>
                </a:lnTo>
                <a:close/>
                <a:moveTo>
                  <a:pt x="232840" y="269899"/>
                </a:moveTo>
                <a:cubicBezTo>
                  <a:pt x="232449" y="295153"/>
                  <a:pt x="222519" y="320224"/>
                  <a:pt x="203250" y="339492"/>
                </a:cubicBezTo>
                <a:cubicBezTo>
                  <a:pt x="190082" y="352660"/>
                  <a:pt x="174206" y="361466"/>
                  <a:pt x="157326" y="365539"/>
                </a:cubicBezTo>
                <a:cubicBezTo>
                  <a:pt x="166417" y="380328"/>
                  <a:pt x="171406" y="397766"/>
                  <a:pt x="171406" y="416370"/>
                </a:cubicBezTo>
                <a:cubicBezTo>
                  <a:pt x="171406" y="443620"/>
                  <a:pt x="160701" y="468370"/>
                  <a:pt x="143120" y="486503"/>
                </a:cubicBezTo>
                <a:cubicBezTo>
                  <a:pt x="124986" y="504084"/>
                  <a:pt x="100237" y="514790"/>
                  <a:pt x="72986" y="514790"/>
                </a:cubicBezTo>
                <a:cubicBezTo>
                  <a:pt x="54383" y="514790"/>
                  <a:pt x="36945" y="509800"/>
                  <a:pt x="22156" y="500709"/>
                </a:cubicBezTo>
                <a:lnTo>
                  <a:pt x="0" y="539772"/>
                </a:lnTo>
                <a:lnTo>
                  <a:pt x="0" y="521718"/>
                </a:lnTo>
                <a:cubicBezTo>
                  <a:pt x="5973" y="513179"/>
                  <a:pt x="9654" y="503556"/>
                  <a:pt x="11467" y="493611"/>
                </a:cubicBezTo>
                <a:lnTo>
                  <a:pt x="0" y="480023"/>
                </a:lnTo>
                <a:lnTo>
                  <a:pt x="0" y="462726"/>
                </a:lnTo>
                <a:cubicBezTo>
                  <a:pt x="14950" y="487414"/>
                  <a:pt x="42305" y="502980"/>
                  <a:pt x="73296" y="502980"/>
                </a:cubicBezTo>
                <a:cubicBezTo>
                  <a:pt x="97207" y="502980"/>
                  <a:pt x="118953" y="493715"/>
                  <a:pt x="134965" y="478394"/>
                </a:cubicBezTo>
                <a:lnTo>
                  <a:pt x="0" y="343429"/>
                </a:lnTo>
                <a:lnTo>
                  <a:pt x="0" y="343338"/>
                </a:lnTo>
                <a:lnTo>
                  <a:pt x="135010" y="478348"/>
                </a:lnTo>
                <a:cubicBezTo>
                  <a:pt x="150331" y="462336"/>
                  <a:pt x="159597" y="440590"/>
                  <a:pt x="159597" y="416679"/>
                </a:cubicBezTo>
                <a:cubicBezTo>
                  <a:pt x="159597" y="366661"/>
                  <a:pt x="119048" y="326112"/>
                  <a:pt x="69030" y="326112"/>
                </a:cubicBezTo>
                <a:cubicBezTo>
                  <a:pt x="49952" y="326478"/>
                  <a:pt x="25806" y="321244"/>
                  <a:pt x="12948" y="308084"/>
                </a:cubicBezTo>
                <a:lnTo>
                  <a:pt x="0" y="327154"/>
                </a:lnTo>
                <a:lnTo>
                  <a:pt x="0" y="309010"/>
                </a:lnTo>
                <a:cubicBezTo>
                  <a:pt x="14338" y="284867"/>
                  <a:pt x="14338" y="254932"/>
                  <a:pt x="0" y="230790"/>
                </a:cubicBezTo>
                <a:lnTo>
                  <a:pt x="0" y="212690"/>
                </a:lnTo>
                <a:cubicBezTo>
                  <a:pt x="6036" y="217996"/>
                  <a:pt x="9959" y="224711"/>
                  <a:pt x="12896" y="231767"/>
                </a:cubicBezTo>
                <a:cubicBezTo>
                  <a:pt x="25742" y="218569"/>
                  <a:pt x="49927" y="213320"/>
                  <a:pt x="69030" y="213687"/>
                </a:cubicBezTo>
                <a:cubicBezTo>
                  <a:pt x="94039" y="213687"/>
                  <a:pt x="116681" y="203550"/>
                  <a:pt x="133071" y="187160"/>
                </a:cubicBezTo>
                <a:cubicBezTo>
                  <a:pt x="149460" y="170771"/>
                  <a:pt x="159597" y="148129"/>
                  <a:pt x="159597" y="123120"/>
                </a:cubicBezTo>
                <a:cubicBezTo>
                  <a:pt x="159597" y="99209"/>
                  <a:pt x="150331" y="77463"/>
                  <a:pt x="135010" y="61451"/>
                </a:cubicBezTo>
                <a:lnTo>
                  <a:pt x="0" y="196461"/>
                </a:lnTo>
                <a:lnTo>
                  <a:pt x="0" y="196370"/>
                </a:lnTo>
                <a:lnTo>
                  <a:pt x="134965" y="61406"/>
                </a:lnTo>
                <a:cubicBezTo>
                  <a:pt x="118953" y="46085"/>
                  <a:pt x="97207" y="36819"/>
                  <a:pt x="73296" y="36819"/>
                </a:cubicBezTo>
                <a:cubicBezTo>
                  <a:pt x="42305" y="36819"/>
                  <a:pt x="14950" y="52385"/>
                  <a:pt x="0" y="77073"/>
                </a:cubicBezTo>
                <a:lnTo>
                  <a:pt x="0" y="59780"/>
                </a:lnTo>
                <a:cubicBezTo>
                  <a:pt x="2240" y="53717"/>
                  <a:pt x="6698" y="49732"/>
                  <a:pt x="11494" y="46167"/>
                </a:cubicBezTo>
                <a:cubicBezTo>
                  <a:pt x="9661" y="36227"/>
                  <a:pt x="5972" y="26608"/>
                  <a:pt x="0" y="18074"/>
                </a:cubicBezTo>
                <a:lnTo>
                  <a:pt x="0" y="0"/>
                </a:lnTo>
                <a:cubicBezTo>
                  <a:pt x="11637" y="10773"/>
                  <a:pt x="18655" y="24545"/>
                  <a:pt x="22230" y="39049"/>
                </a:cubicBezTo>
                <a:cubicBezTo>
                  <a:pt x="37002" y="29983"/>
                  <a:pt x="54413" y="25010"/>
                  <a:pt x="72986" y="25010"/>
                </a:cubicBezTo>
                <a:cubicBezTo>
                  <a:pt x="100237" y="25010"/>
                  <a:pt x="124986" y="35715"/>
                  <a:pt x="143120" y="53296"/>
                </a:cubicBezTo>
                <a:cubicBezTo>
                  <a:pt x="160701" y="71430"/>
                  <a:pt x="171406" y="96180"/>
                  <a:pt x="171406" y="123429"/>
                </a:cubicBezTo>
                <a:cubicBezTo>
                  <a:pt x="171406" y="142002"/>
                  <a:pt x="166433" y="159414"/>
                  <a:pt x="157367" y="174185"/>
                </a:cubicBezTo>
                <a:cubicBezTo>
                  <a:pt x="174223" y="178341"/>
                  <a:pt x="190089" y="187146"/>
                  <a:pt x="203250" y="200306"/>
                </a:cubicBezTo>
                <a:cubicBezTo>
                  <a:pt x="222519" y="219575"/>
                  <a:pt x="232449" y="244645"/>
                  <a:pt x="232840" y="269899"/>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997" name="Teardrop 3"/>
          <p:cNvSpPr/>
          <p:nvPr/>
        </p:nvSpPr>
        <p:spPr>
          <a:xfrm rot="5400000" flipH="1" flipV="1">
            <a:off x="7478682" y="4185695"/>
            <a:ext cx="232840" cy="539773"/>
          </a:xfrm>
          <a:custGeom>
            <a:avLst/>
            <a:gdLst/>
            <a:ahLst/>
            <a:cxnLst/>
            <a:rect l="l" t="t" r="r" b="b"/>
            <a:pathLst>
              <a:path w="232840" h="539773">
                <a:moveTo>
                  <a:pt x="221340" y="269867"/>
                </a:moveTo>
                <a:cubicBezTo>
                  <a:pt x="220851" y="247712"/>
                  <a:pt x="212026" y="225783"/>
                  <a:pt x="195119" y="208875"/>
                </a:cubicBezTo>
                <a:cubicBezTo>
                  <a:pt x="182363" y="196120"/>
                  <a:pt x="166749" y="187965"/>
                  <a:pt x="150249" y="184922"/>
                </a:cubicBezTo>
                <a:cubicBezTo>
                  <a:pt x="147800" y="188780"/>
                  <a:pt x="144800" y="192208"/>
                  <a:pt x="141586" y="195422"/>
                </a:cubicBezTo>
                <a:cubicBezTo>
                  <a:pt x="123161" y="213847"/>
                  <a:pt x="97708" y="225243"/>
                  <a:pt x="69593" y="225243"/>
                </a:cubicBezTo>
                <a:cubicBezTo>
                  <a:pt x="43433" y="224741"/>
                  <a:pt x="27415" y="228586"/>
                  <a:pt x="17461" y="245213"/>
                </a:cubicBezTo>
                <a:cubicBezTo>
                  <a:pt x="22074" y="261450"/>
                  <a:pt x="22154" y="278664"/>
                  <a:pt x="17673" y="294913"/>
                </a:cubicBezTo>
                <a:cubicBezTo>
                  <a:pt x="27631" y="311265"/>
                  <a:pt x="43609" y="315055"/>
                  <a:pt x="69593" y="314557"/>
                </a:cubicBezTo>
                <a:cubicBezTo>
                  <a:pt x="102600" y="314557"/>
                  <a:pt x="131938" y="330263"/>
                  <a:pt x="150227" y="354851"/>
                </a:cubicBezTo>
                <a:cubicBezTo>
                  <a:pt x="166735" y="351841"/>
                  <a:pt x="182357" y="343684"/>
                  <a:pt x="195118" y="330923"/>
                </a:cubicBezTo>
                <a:cubicBezTo>
                  <a:pt x="212026" y="314016"/>
                  <a:pt x="220851" y="292087"/>
                  <a:pt x="221339" y="269931"/>
                </a:cubicBezTo>
                <a:lnTo>
                  <a:pt x="136174" y="269931"/>
                </a:lnTo>
                <a:lnTo>
                  <a:pt x="136173" y="269867"/>
                </a:lnTo>
                <a:close/>
                <a:moveTo>
                  <a:pt x="232840" y="269899"/>
                </a:moveTo>
                <a:cubicBezTo>
                  <a:pt x="232449" y="295153"/>
                  <a:pt x="222519" y="320224"/>
                  <a:pt x="203250" y="339492"/>
                </a:cubicBezTo>
                <a:cubicBezTo>
                  <a:pt x="190082" y="352660"/>
                  <a:pt x="174206" y="361467"/>
                  <a:pt x="157326" y="365540"/>
                </a:cubicBezTo>
                <a:cubicBezTo>
                  <a:pt x="166417" y="380328"/>
                  <a:pt x="171406" y="397767"/>
                  <a:pt x="171406" y="416370"/>
                </a:cubicBezTo>
                <a:cubicBezTo>
                  <a:pt x="171406" y="443620"/>
                  <a:pt x="160701" y="468370"/>
                  <a:pt x="143120" y="486503"/>
                </a:cubicBezTo>
                <a:lnTo>
                  <a:pt x="143120" y="486504"/>
                </a:lnTo>
                <a:cubicBezTo>
                  <a:pt x="124986" y="504084"/>
                  <a:pt x="100237" y="514790"/>
                  <a:pt x="72986" y="514790"/>
                </a:cubicBezTo>
                <a:cubicBezTo>
                  <a:pt x="54383" y="514790"/>
                  <a:pt x="36945" y="509800"/>
                  <a:pt x="22156" y="500710"/>
                </a:cubicBezTo>
                <a:lnTo>
                  <a:pt x="0" y="539773"/>
                </a:lnTo>
                <a:lnTo>
                  <a:pt x="0" y="521718"/>
                </a:lnTo>
                <a:cubicBezTo>
                  <a:pt x="5973" y="513180"/>
                  <a:pt x="9654" y="503556"/>
                  <a:pt x="11467" y="493611"/>
                </a:cubicBezTo>
                <a:lnTo>
                  <a:pt x="0" y="480024"/>
                </a:lnTo>
                <a:lnTo>
                  <a:pt x="0" y="462726"/>
                </a:lnTo>
                <a:cubicBezTo>
                  <a:pt x="14950" y="487415"/>
                  <a:pt x="42305" y="502981"/>
                  <a:pt x="73296" y="502981"/>
                </a:cubicBezTo>
                <a:cubicBezTo>
                  <a:pt x="97207" y="502981"/>
                  <a:pt x="118953" y="493715"/>
                  <a:pt x="134965" y="478394"/>
                </a:cubicBezTo>
                <a:lnTo>
                  <a:pt x="0" y="343429"/>
                </a:lnTo>
                <a:lnTo>
                  <a:pt x="0" y="343339"/>
                </a:lnTo>
                <a:lnTo>
                  <a:pt x="135010" y="478348"/>
                </a:lnTo>
                <a:cubicBezTo>
                  <a:pt x="150331" y="462337"/>
                  <a:pt x="159597" y="440590"/>
                  <a:pt x="159597" y="416680"/>
                </a:cubicBezTo>
                <a:cubicBezTo>
                  <a:pt x="159597" y="366661"/>
                  <a:pt x="119048" y="326112"/>
                  <a:pt x="69030" y="326113"/>
                </a:cubicBezTo>
                <a:cubicBezTo>
                  <a:pt x="49952" y="326479"/>
                  <a:pt x="25806" y="321244"/>
                  <a:pt x="12948" y="308084"/>
                </a:cubicBezTo>
                <a:lnTo>
                  <a:pt x="0" y="327154"/>
                </a:lnTo>
                <a:lnTo>
                  <a:pt x="0" y="309010"/>
                </a:lnTo>
                <a:cubicBezTo>
                  <a:pt x="14338" y="284867"/>
                  <a:pt x="14338" y="254933"/>
                  <a:pt x="0" y="230790"/>
                </a:cubicBezTo>
                <a:lnTo>
                  <a:pt x="0" y="212690"/>
                </a:lnTo>
                <a:cubicBezTo>
                  <a:pt x="6036" y="217996"/>
                  <a:pt x="9959" y="224711"/>
                  <a:pt x="12896" y="231767"/>
                </a:cubicBezTo>
                <a:cubicBezTo>
                  <a:pt x="25742" y="218569"/>
                  <a:pt x="49927" y="213320"/>
                  <a:pt x="69030" y="213687"/>
                </a:cubicBezTo>
                <a:cubicBezTo>
                  <a:pt x="94039" y="213687"/>
                  <a:pt x="116681" y="203550"/>
                  <a:pt x="133071" y="187160"/>
                </a:cubicBezTo>
                <a:cubicBezTo>
                  <a:pt x="149460" y="170771"/>
                  <a:pt x="159597" y="148129"/>
                  <a:pt x="159597" y="123120"/>
                </a:cubicBezTo>
                <a:cubicBezTo>
                  <a:pt x="159597" y="99209"/>
                  <a:pt x="150331" y="77463"/>
                  <a:pt x="135010" y="61451"/>
                </a:cubicBezTo>
                <a:lnTo>
                  <a:pt x="0" y="196461"/>
                </a:lnTo>
                <a:lnTo>
                  <a:pt x="0" y="196370"/>
                </a:lnTo>
                <a:lnTo>
                  <a:pt x="134965" y="61406"/>
                </a:lnTo>
                <a:cubicBezTo>
                  <a:pt x="118953" y="46085"/>
                  <a:pt x="97207" y="36819"/>
                  <a:pt x="73296" y="36819"/>
                </a:cubicBezTo>
                <a:cubicBezTo>
                  <a:pt x="42305" y="36819"/>
                  <a:pt x="14950" y="52385"/>
                  <a:pt x="0" y="77073"/>
                </a:cubicBezTo>
                <a:lnTo>
                  <a:pt x="0" y="59780"/>
                </a:lnTo>
                <a:cubicBezTo>
                  <a:pt x="2240" y="53717"/>
                  <a:pt x="6698" y="49732"/>
                  <a:pt x="11494" y="46167"/>
                </a:cubicBezTo>
                <a:cubicBezTo>
                  <a:pt x="9661" y="36227"/>
                  <a:pt x="5972" y="26608"/>
                  <a:pt x="0" y="18074"/>
                </a:cubicBezTo>
                <a:lnTo>
                  <a:pt x="0" y="0"/>
                </a:lnTo>
                <a:cubicBezTo>
                  <a:pt x="11637" y="10773"/>
                  <a:pt x="18655" y="24545"/>
                  <a:pt x="22230" y="39049"/>
                </a:cubicBezTo>
                <a:cubicBezTo>
                  <a:pt x="37002" y="29983"/>
                  <a:pt x="54413" y="25010"/>
                  <a:pt x="72986" y="25010"/>
                </a:cubicBezTo>
                <a:cubicBezTo>
                  <a:pt x="100237" y="25010"/>
                  <a:pt x="124986" y="35715"/>
                  <a:pt x="143120" y="53296"/>
                </a:cubicBezTo>
                <a:cubicBezTo>
                  <a:pt x="160701" y="71430"/>
                  <a:pt x="171406" y="96180"/>
                  <a:pt x="171406" y="123429"/>
                </a:cubicBezTo>
                <a:cubicBezTo>
                  <a:pt x="171406" y="142002"/>
                  <a:pt x="166433" y="159414"/>
                  <a:pt x="157367" y="174185"/>
                </a:cubicBezTo>
                <a:cubicBezTo>
                  <a:pt x="174223" y="178341"/>
                  <a:pt x="190089" y="187146"/>
                  <a:pt x="203250" y="200306"/>
                </a:cubicBezTo>
                <a:cubicBezTo>
                  <a:pt x="222519" y="219575"/>
                  <a:pt x="232449" y="244645"/>
                  <a:pt x="232840" y="269899"/>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998" name="Teardrop 3"/>
          <p:cNvSpPr/>
          <p:nvPr/>
        </p:nvSpPr>
        <p:spPr>
          <a:xfrm rot="5400000" flipH="1" flipV="1">
            <a:off x="10006301" y="4185695"/>
            <a:ext cx="232840" cy="539772"/>
          </a:xfrm>
          <a:custGeom>
            <a:avLst/>
            <a:gdLst/>
            <a:ahLst/>
            <a:cxnLst/>
            <a:rect l="l" t="t" r="r" b="b"/>
            <a:pathLst>
              <a:path w="232840" h="539772">
                <a:moveTo>
                  <a:pt x="221340" y="269867"/>
                </a:moveTo>
                <a:cubicBezTo>
                  <a:pt x="220851" y="247711"/>
                  <a:pt x="212026" y="225782"/>
                  <a:pt x="195119" y="208875"/>
                </a:cubicBezTo>
                <a:cubicBezTo>
                  <a:pt x="182363" y="196120"/>
                  <a:pt x="166749" y="187964"/>
                  <a:pt x="150249" y="184922"/>
                </a:cubicBezTo>
                <a:cubicBezTo>
                  <a:pt x="147800" y="188780"/>
                  <a:pt x="144800" y="192208"/>
                  <a:pt x="141586" y="195422"/>
                </a:cubicBezTo>
                <a:cubicBezTo>
                  <a:pt x="123161" y="213847"/>
                  <a:pt x="97708" y="225242"/>
                  <a:pt x="69593" y="225242"/>
                </a:cubicBezTo>
                <a:cubicBezTo>
                  <a:pt x="43433" y="224741"/>
                  <a:pt x="27415" y="228586"/>
                  <a:pt x="17461" y="245212"/>
                </a:cubicBezTo>
                <a:cubicBezTo>
                  <a:pt x="22074" y="261450"/>
                  <a:pt x="22154" y="278664"/>
                  <a:pt x="17673" y="294913"/>
                </a:cubicBezTo>
                <a:cubicBezTo>
                  <a:pt x="27631" y="311265"/>
                  <a:pt x="43609" y="315055"/>
                  <a:pt x="69593" y="314556"/>
                </a:cubicBezTo>
                <a:cubicBezTo>
                  <a:pt x="102600" y="314556"/>
                  <a:pt x="131938" y="330263"/>
                  <a:pt x="150227" y="354850"/>
                </a:cubicBezTo>
                <a:cubicBezTo>
                  <a:pt x="166735" y="351841"/>
                  <a:pt x="182357" y="343684"/>
                  <a:pt x="195118" y="330923"/>
                </a:cubicBezTo>
                <a:cubicBezTo>
                  <a:pt x="212026" y="314015"/>
                  <a:pt x="220851" y="292087"/>
                  <a:pt x="221339" y="269931"/>
                </a:cubicBezTo>
                <a:lnTo>
                  <a:pt x="136174" y="269931"/>
                </a:lnTo>
                <a:lnTo>
                  <a:pt x="136173" y="269867"/>
                </a:lnTo>
                <a:close/>
                <a:moveTo>
                  <a:pt x="232840" y="269899"/>
                </a:moveTo>
                <a:cubicBezTo>
                  <a:pt x="232449" y="295153"/>
                  <a:pt x="222519" y="320224"/>
                  <a:pt x="203250" y="339492"/>
                </a:cubicBezTo>
                <a:cubicBezTo>
                  <a:pt x="190082" y="352660"/>
                  <a:pt x="174206" y="361466"/>
                  <a:pt x="157326" y="365539"/>
                </a:cubicBezTo>
                <a:cubicBezTo>
                  <a:pt x="166417" y="380328"/>
                  <a:pt x="171406" y="397766"/>
                  <a:pt x="171406" y="416370"/>
                </a:cubicBezTo>
                <a:cubicBezTo>
                  <a:pt x="171406" y="443620"/>
                  <a:pt x="160701" y="468370"/>
                  <a:pt x="143120" y="486503"/>
                </a:cubicBezTo>
                <a:cubicBezTo>
                  <a:pt x="124986" y="504084"/>
                  <a:pt x="100237" y="514790"/>
                  <a:pt x="72986" y="514790"/>
                </a:cubicBezTo>
                <a:cubicBezTo>
                  <a:pt x="54383" y="514790"/>
                  <a:pt x="36945" y="509800"/>
                  <a:pt x="22156" y="500709"/>
                </a:cubicBezTo>
                <a:lnTo>
                  <a:pt x="0" y="539772"/>
                </a:lnTo>
                <a:lnTo>
                  <a:pt x="0" y="521718"/>
                </a:lnTo>
                <a:cubicBezTo>
                  <a:pt x="5973" y="513179"/>
                  <a:pt x="9654" y="503556"/>
                  <a:pt x="11467" y="493611"/>
                </a:cubicBezTo>
                <a:lnTo>
                  <a:pt x="0" y="480023"/>
                </a:lnTo>
                <a:lnTo>
                  <a:pt x="0" y="462726"/>
                </a:lnTo>
                <a:cubicBezTo>
                  <a:pt x="14950" y="487414"/>
                  <a:pt x="42305" y="502980"/>
                  <a:pt x="73296" y="502980"/>
                </a:cubicBezTo>
                <a:cubicBezTo>
                  <a:pt x="97207" y="502980"/>
                  <a:pt x="118953" y="493715"/>
                  <a:pt x="134965" y="478394"/>
                </a:cubicBezTo>
                <a:lnTo>
                  <a:pt x="0" y="343429"/>
                </a:lnTo>
                <a:lnTo>
                  <a:pt x="0" y="343338"/>
                </a:lnTo>
                <a:lnTo>
                  <a:pt x="135010" y="478348"/>
                </a:lnTo>
                <a:cubicBezTo>
                  <a:pt x="150331" y="462336"/>
                  <a:pt x="159597" y="440590"/>
                  <a:pt x="159597" y="416679"/>
                </a:cubicBezTo>
                <a:cubicBezTo>
                  <a:pt x="159597" y="366661"/>
                  <a:pt x="119048" y="326112"/>
                  <a:pt x="69030" y="326112"/>
                </a:cubicBezTo>
                <a:cubicBezTo>
                  <a:pt x="49952" y="326478"/>
                  <a:pt x="25806" y="321244"/>
                  <a:pt x="12948" y="308084"/>
                </a:cubicBezTo>
                <a:lnTo>
                  <a:pt x="0" y="327154"/>
                </a:lnTo>
                <a:lnTo>
                  <a:pt x="0" y="309010"/>
                </a:lnTo>
                <a:cubicBezTo>
                  <a:pt x="14338" y="284867"/>
                  <a:pt x="14338" y="254932"/>
                  <a:pt x="0" y="230790"/>
                </a:cubicBezTo>
                <a:lnTo>
                  <a:pt x="0" y="212689"/>
                </a:lnTo>
                <a:cubicBezTo>
                  <a:pt x="6036" y="217996"/>
                  <a:pt x="9959" y="224711"/>
                  <a:pt x="12896" y="231767"/>
                </a:cubicBezTo>
                <a:cubicBezTo>
                  <a:pt x="25742" y="218569"/>
                  <a:pt x="49927" y="213320"/>
                  <a:pt x="69030" y="213686"/>
                </a:cubicBezTo>
                <a:cubicBezTo>
                  <a:pt x="94039" y="213687"/>
                  <a:pt x="116681" y="203549"/>
                  <a:pt x="133071" y="187160"/>
                </a:cubicBezTo>
                <a:cubicBezTo>
                  <a:pt x="149460" y="170771"/>
                  <a:pt x="159597" y="148129"/>
                  <a:pt x="159597" y="123119"/>
                </a:cubicBezTo>
                <a:cubicBezTo>
                  <a:pt x="159597" y="99209"/>
                  <a:pt x="150331" y="77462"/>
                  <a:pt x="135010" y="61451"/>
                </a:cubicBezTo>
                <a:lnTo>
                  <a:pt x="0" y="196461"/>
                </a:lnTo>
                <a:lnTo>
                  <a:pt x="0" y="196370"/>
                </a:lnTo>
                <a:lnTo>
                  <a:pt x="134965" y="61405"/>
                </a:lnTo>
                <a:cubicBezTo>
                  <a:pt x="118953" y="46084"/>
                  <a:pt x="97207" y="36819"/>
                  <a:pt x="73296" y="36819"/>
                </a:cubicBezTo>
                <a:cubicBezTo>
                  <a:pt x="42305" y="36819"/>
                  <a:pt x="14950" y="52385"/>
                  <a:pt x="0" y="77073"/>
                </a:cubicBezTo>
                <a:lnTo>
                  <a:pt x="0" y="59780"/>
                </a:lnTo>
                <a:cubicBezTo>
                  <a:pt x="2240" y="53717"/>
                  <a:pt x="6698" y="49732"/>
                  <a:pt x="11494" y="46167"/>
                </a:cubicBezTo>
                <a:cubicBezTo>
                  <a:pt x="9661" y="36227"/>
                  <a:pt x="5972" y="26608"/>
                  <a:pt x="0" y="18074"/>
                </a:cubicBezTo>
                <a:lnTo>
                  <a:pt x="0" y="0"/>
                </a:lnTo>
                <a:cubicBezTo>
                  <a:pt x="11637" y="10773"/>
                  <a:pt x="18655" y="24545"/>
                  <a:pt x="22230" y="39049"/>
                </a:cubicBezTo>
                <a:cubicBezTo>
                  <a:pt x="37002" y="29983"/>
                  <a:pt x="54413" y="25009"/>
                  <a:pt x="72986" y="25009"/>
                </a:cubicBezTo>
                <a:cubicBezTo>
                  <a:pt x="100237" y="25009"/>
                  <a:pt x="124986" y="35715"/>
                  <a:pt x="143120" y="53296"/>
                </a:cubicBezTo>
                <a:cubicBezTo>
                  <a:pt x="160701" y="71429"/>
                  <a:pt x="171406" y="96179"/>
                  <a:pt x="171406" y="123429"/>
                </a:cubicBezTo>
                <a:cubicBezTo>
                  <a:pt x="171406" y="142002"/>
                  <a:pt x="166433" y="159414"/>
                  <a:pt x="157367" y="174185"/>
                </a:cubicBezTo>
                <a:cubicBezTo>
                  <a:pt x="174223" y="178341"/>
                  <a:pt x="190089" y="187145"/>
                  <a:pt x="203250" y="200306"/>
                </a:cubicBezTo>
                <a:cubicBezTo>
                  <a:pt x="222519" y="219574"/>
                  <a:pt x="232449" y="244645"/>
                  <a:pt x="232840" y="269899"/>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999" name="Teardrop 3"/>
          <p:cNvSpPr/>
          <p:nvPr/>
        </p:nvSpPr>
        <p:spPr>
          <a:xfrm rot="5400000" flipH="1" flipV="1">
            <a:off x="9163761" y="4185695"/>
            <a:ext cx="232840" cy="539772"/>
          </a:xfrm>
          <a:custGeom>
            <a:avLst/>
            <a:gdLst/>
            <a:ahLst/>
            <a:cxnLst/>
            <a:rect l="l" t="t" r="r" b="b"/>
            <a:pathLst>
              <a:path w="232840" h="539772">
                <a:moveTo>
                  <a:pt x="221340" y="269867"/>
                </a:moveTo>
                <a:cubicBezTo>
                  <a:pt x="220851" y="247711"/>
                  <a:pt x="212026" y="225782"/>
                  <a:pt x="195119" y="208875"/>
                </a:cubicBezTo>
                <a:cubicBezTo>
                  <a:pt x="182363" y="196120"/>
                  <a:pt x="166749" y="187964"/>
                  <a:pt x="150249" y="184922"/>
                </a:cubicBezTo>
                <a:cubicBezTo>
                  <a:pt x="147800" y="188780"/>
                  <a:pt x="144800" y="192208"/>
                  <a:pt x="141586" y="195422"/>
                </a:cubicBezTo>
                <a:cubicBezTo>
                  <a:pt x="123161" y="213847"/>
                  <a:pt x="97708" y="225242"/>
                  <a:pt x="69593" y="225242"/>
                </a:cubicBezTo>
                <a:cubicBezTo>
                  <a:pt x="43433" y="224741"/>
                  <a:pt x="27415" y="228586"/>
                  <a:pt x="17461" y="245212"/>
                </a:cubicBezTo>
                <a:cubicBezTo>
                  <a:pt x="22074" y="261450"/>
                  <a:pt x="22154" y="278664"/>
                  <a:pt x="17673" y="294913"/>
                </a:cubicBezTo>
                <a:cubicBezTo>
                  <a:pt x="27631" y="311265"/>
                  <a:pt x="43609" y="315055"/>
                  <a:pt x="69593" y="314556"/>
                </a:cubicBezTo>
                <a:cubicBezTo>
                  <a:pt x="102600" y="314556"/>
                  <a:pt x="131938" y="330263"/>
                  <a:pt x="150227" y="354850"/>
                </a:cubicBezTo>
                <a:cubicBezTo>
                  <a:pt x="166735" y="351841"/>
                  <a:pt x="182357" y="343684"/>
                  <a:pt x="195118" y="330923"/>
                </a:cubicBezTo>
                <a:cubicBezTo>
                  <a:pt x="212026" y="314015"/>
                  <a:pt x="220851" y="292087"/>
                  <a:pt x="221339" y="269931"/>
                </a:cubicBezTo>
                <a:lnTo>
                  <a:pt x="136174" y="269931"/>
                </a:lnTo>
                <a:lnTo>
                  <a:pt x="136173" y="269867"/>
                </a:lnTo>
                <a:close/>
                <a:moveTo>
                  <a:pt x="232840" y="269899"/>
                </a:moveTo>
                <a:cubicBezTo>
                  <a:pt x="232449" y="295153"/>
                  <a:pt x="222519" y="320224"/>
                  <a:pt x="203250" y="339492"/>
                </a:cubicBezTo>
                <a:cubicBezTo>
                  <a:pt x="190082" y="352660"/>
                  <a:pt x="174206" y="361466"/>
                  <a:pt x="157326" y="365539"/>
                </a:cubicBezTo>
                <a:cubicBezTo>
                  <a:pt x="166417" y="380328"/>
                  <a:pt x="171406" y="397766"/>
                  <a:pt x="171406" y="416370"/>
                </a:cubicBezTo>
                <a:cubicBezTo>
                  <a:pt x="171406" y="443620"/>
                  <a:pt x="160701" y="468370"/>
                  <a:pt x="143120" y="486503"/>
                </a:cubicBezTo>
                <a:cubicBezTo>
                  <a:pt x="124986" y="504084"/>
                  <a:pt x="100237" y="514790"/>
                  <a:pt x="72986" y="514790"/>
                </a:cubicBezTo>
                <a:cubicBezTo>
                  <a:pt x="54383" y="514790"/>
                  <a:pt x="36945" y="509800"/>
                  <a:pt x="22156" y="500709"/>
                </a:cubicBezTo>
                <a:lnTo>
                  <a:pt x="0" y="539772"/>
                </a:lnTo>
                <a:lnTo>
                  <a:pt x="0" y="521717"/>
                </a:lnTo>
                <a:cubicBezTo>
                  <a:pt x="5973" y="513179"/>
                  <a:pt x="9654" y="503556"/>
                  <a:pt x="11467" y="493611"/>
                </a:cubicBezTo>
                <a:lnTo>
                  <a:pt x="0" y="480023"/>
                </a:lnTo>
                <a:lnTo>
                  <a:pt x="0" y="462726"/>
                </a:lnTo>
                <a:cubicBezTo>
                  <a:pt x="14950" y="487414"/>
                  <a:pt x="42305" y="502980"/>
                  <a:pt x="73296" y="502980"/>
                </a:cubicBezTo>
                <a:cubicBezTo>
                  <a:pt x="97207" y="502980"/>
                  <a:pt x="118953" y="493715"/>
                  <a:pt x="134965" y="478394"/>
                </a:cubicBezTo>
                <a:lnTo>
                  <a:pt x="0" y="343429"/>
                </a:lnTo>
                <a:lnTo>
                  <a:pt x="0" y="343338"/>
                </a:lnTo>
                <a:lnTo>
                  <a:pt x="135010" y="478348"/>
                </a:lnTo>
                <a:cubicBezTo>
                  <a:pt x="150331" y="462336"/>
                  <a:pt x="159597" y="440590"/>
                  <a:pt x="159597" y="416679"/>
                </a:cubicBezTo>
                <a:cubicBezTo>
                  <a:pt x="159597" y="366661"/>
                  <a:pt x="119048" y="326112"/>
                  <a:pt x="69030" y="326112"/>
                </a:cubicBezTo>
                <a:cubicBezTo>
                  <a:pt x="49952" y="326478"/>
                  <a:pt x="25806" y="321244"/>
                  <a:pt x="12948" y="308084"/>
                </a:cubicBezTo>
                <a:lnTo>
                  <a:pt x="0" y="327154"/>
                </a:lnTo>
                <a:lnTo>
                  <a:pt x="0" y="309010"/>
                </a:lnTo>
                <a:cubicBezTo>
                  <a:pt x="14338" y="284867"/>
                  <a:pt x="14338" y="254932"/>
                  <a:pt x="0" y="230790"/>
                </a:cubicBezTo>
                <a:lnTo>
                  <a:pt x="0" y="212689"/>
                </a:lnTo>
                <a:cubicBezTo>
                  <a:pt x="6036" y="217996"/>
                  <a:pt x="9959" y="224711"/>
                  <a:pt x="12896" y="231767"/>
                </a:cubicBezTo>
                <a:cubicBezTo>
                  <a:pt x="25742" y="218569"/>
                  <a:pt x="49927" y="213320"/>
                  <a:pt x="69030" y="213686"/>
                </a:cubicBezTo>
                <a:cubicBezTo>
                  <a:pt x="94039" y="213687"/>
                  <a:pt x="116681" y="203549"/>
                  <a:pt x="133071" y="187160"/>
                </a:cubicBezTo>
                <a:cubicBezTo>
                  <a:pt x="149460" y="170771"/>
                  <a:pt x="159597" y="148129"/>
                  <a:pt x="159597" y="123119"/>
                </a:cubicBezTo>
                <a:cubicBezTo>
                  <a:pt x="159597" y="99209"/>
                  <a:pt x="150331" y="77462"/>
                  <a:pt x="135010" y="61451"/>
                </a:cubicBezTo>
                <a:lnTo>
                  <a:pt x="0" y="196461"/>
                </a:lnTo>
                <a:lnTo>
                  <a:pt x="0" y="196370"/>
                </a:lnTo>
                <a:lnTo>
                  <a:pt x="134965" y="61405"/>
                </a:lnTo>
                <a:cubicBezTo>
                  <a:pt x="118953" y="46084"/>
                  <a:pt x="97207" y="36819"/>
                  <a:pt x="73296" y="36819"/>
                </a:cubicBezTo>
                <a:cubicBezTo>
                  <a:pt x="42305" y="36819"/>
                  <a:pt x="14950" y="52385"/>
                  <a:pt x="0" y="77073"/>
                </a:cubicBezTo>
                <a:lnTo>
                  <a:pt x="0" y="59780"/>
                </a:lnTo>
                <a:cubicBezTo>
                  <a:pt x="2240" y="53717"/>
                  <a:pt x="6698" y="49732"/>
                  <a:pt x="11494" y="46167"/>
                </a:cubicBezTo>
                <a:cubicBezTo>
                  <a:pt x="9661" y="36226"/>
                  <a:pt x="5972" y="26608"/>
                  <a:pt x="0" y="18073"/>
                </a:cubicBezTo>
                <a:lnTo>
                  <a:pt x="0" y="0"/>
                </a:lnTo>
                <a:cubicBezTo>
                  <a:pt x="11637" y="10773"/>
                  <a:pt x="18655" y="24545"/>
                  <a:pt x="22230" y="39049"/>
                </a:cubicBezTo>
                <a:cubicBezTo>
                  <a:pt x="37002" y="29983"/>
                  <a:pt x="54413" y="25009"/>
                  <a:pt x="72986" y="25009"/>
                </a:cubicBezTo>
                <a:cubicBezTo>
                  <a:pt x="100237" y="25009"/>
                  <a:pt x="124986" y="35715"/>
                  <a:pt x="143120" y="53296"/>
                </a:cubicBezTo>
                <a:cubicBezTo>
                  <a:pt x="160701" y="71429"/>
                  <a:pt x="171406" y="96179"/>
                  <a:pt x="171406" y="123429"/>
                </a:cubicBezTo>
                <a:cubicBezTo>
                  <a:pt x="171406" y="142002"/>
                  <a:pt x="166433" y="159414"/>
                  <a:pt x="157367" y="174185"/>
                </a:cubicBezTo>
                <a:cubicBezTo>
                  <a:pt x="174223" y="178341"/>
                  <a:pt x="190089" y="187145"/>
                  <a:pt x="203250" y="200306"/>
                </a:cubicBezTo>
                <a:cubicBezTo>
                  <a:pt x="222519" y="219574"/>
                  <a:pt x="232449" y="244645"/>
                  <a:pt x="232840" y="269899"/>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000" name="Teardrop 3"/>
          <p:cNvSpPr/>
          <p:nvPr/>
        </p:nvSpPr>
        <p:spPr>
          <a:xfrm rot="5400000" flipH="1" flipV="1">
            <a:off x="11691380" y="4185695"/>
            <a:ext cx="232840" cy="539772"/>
          </a:xfrm>
          <a:custGeom>
            <a:avLst/>
            <a:gdLst/>
            <a:ahLst/>
            <a:cxnLst/>
            <a:rect l="l" t="t" r="r" b="b"/>
            <a:pathLst>
              <a:path w="232840" h="539772">
                <a:moveTo>
                  <a:pt x="221340" y="269867"/>
                </a:moveTo>
                <a:cubicBezTo>
                  <a:pt x="220851" y="247711"/>
                  <a:pt x="212026" y="225782"/>
                  <a:pt x="195119" y="208875"/>
                </a:cubicBezTo>
                <a:cubicBezTo>
                  <a:pt x="182363" y="196120"/>
                  <a:pt x="166749" y="187964"/>
                  <a:pt x="150249" y="184922"/>
                </a:cubicBezTo>
                <a:cubicBezTo>
                  <a:pt x="147800" y="188780"/>
                  <a:pt x="144800" y="192208"/>
                  <a:pt x="141586" y="195422"/>
                </a:cubicBezTo>
                <a:cubicBezTo>
                  <a:pt x="123161" y="213847"/>
                  <a:pt x="97708" y="225242"/>
                  <a:pt x="69593" y="225242"/>
                </a:cubicBezTo>
                <a:cubicBezTo>
                  <a:pt x="43433" y="224741"/>
                  <a:pt x="27415" y="228586"/>
                  <a:pt x="17461" y="245212"/>
                </a:cubicBezTo>
                <a:cubicBezTo>
                  <a:pt x="22074" y="261450"/>
                  <a:pt x="22154" y="278664"/>
                  <a:pt x="17673" y="294913"/>
                </a:cubicBezTo>
                <a:cubicBezTo>
                  <a:pt x="27631" y="311265"/>
                  <a:pt x="43609" y="315055"/>
                  <a:pt x="69593" y="314556"/>
                </a:cubicBezTo>
                <a:cubicBezTo>
                  <a:pt x="102600" y="314556"/>
                  <a:pt x="131938" y="330263"/>
                  <a:pt x="150227" y="354850"/>
                </a:cubicBezTo>
                <a:cubicBezTo>
                  <a:pt x="166735" y="351841"/>
                  <a:pt x="182357" y="343684"/>
                  <a:pt x="195118" y="330923"/>
                </a:cubicBezTo>
                <a:cubicBezTo>
                  <a:pt x="212026" y="314015"/>
                  <a:pt x="220851" y="292087"/>
                  <a:pt x="221339" y="269931"/>
                </a:cubicBezTo>
                <a:lnTo>
                  <a:pt x="136174" y="269931"/>
                </a:lnTo>
                <a:lnTo>
                  <a:pt x="136173" y="269867"/>
                </a:lnTo>
                <a:close/>
                <a:moveTo>
                  <a:pt x="232840" y="269899"/>
                </a:moveTo>
                <a:cubicBezTo>
                  <a:pt x="232449" y="295153"/>
                  <a:pt x="222519" y="320224"/>
                  <a:pt x="203250" y="339492"/>
                </a:cubicBezTo>
                <a:cubicBezTo>
                  <a:pt x="190082" y="352660"/>
                  <a:pt x="174206" y="361466"/>
                  <a:pt x="157326" y="365539"/>
                </a:cubicBezTo>
                <a:cubicBezTo>
                  <a:pt x="166417" y="380328"/>
                  <a:pt x="171406" y="397766"/>
                  <a:pt x="171406" y="416370"/>
                </a:cubicBezTo>
                <a:cubicBezTo>
                  <a:pt x="171406" y="443620"/>
                  <a:pt x="160701" y="468370"/>
                  <a:pt x="143120" y="486503"/>
                </a:cubicBezTo>
                <a:cubicBezTo>
                  <a:pt x="124986" y="504084"/>
                  <a:pt x="100237" y="514790"/>
                  <a:pt x="72986" y="514790"/>
                </a:cubicBezTo>
                <a:cubicBezTo>
                  <a:pt x="54383" y="514790"/>
                  <a:pt x="36945" y="509800"/>
                  <a:pt x="22156" y="500709"/>
                </a:cubicBezTo>
                <a:lnTo>
                  <a:pt x="0" y="539772"/>
                </a:lnTo>
                <a:lnTo>
                  <a:pt x="0" y="521718"/>
                </a:lnTo>
                <a:cubicBezTo>
                  <a:pt x="5973" y="513179"/>
                  <a:pt x="9654" y="503556"/>
                  <a:pt x="11467" y="493611"/>
                </a:cubicBezTo>
                <a:lnTo>
                  <a:pt x="0" y="480023"/>
                </a:lnTo>
                <a:lnTo>
                  <a:pt x="0" y="462726"/>
                </a:lnTo>
                <a:cubicBezTo>
                  <a:pt x="14950" y="487414"/>
                  <a:pt x="42305" y="502980"/>
                  <a:pt x="73296" y="502980"/>
                </a:cubicBezTo>
                <a:cubicBezTo>
                  <a:pt x="97207" y="502980"/>
                  <a:pt x="118953" y="493715"/>
                  <a:pt x="134965" y="478394"/>
                </a:cubicBezTo>
                <a:lnTo>
                  <a:pt x="0" y="343429"/>
                </a:lnTo>
                <a:lnTo>
                  <a:pt x="0" y="343338"/>
                </a:lnTo>
                <a:lnTo>
                  <a:pt x="135010" y="478348"/>
                </a:lnTo>
                <a:cubicBezTo>
                  <a:pt x="150331" y="462336"/>
                  <a:pt x="159597" y="440590"/>
                  <a:pt x="159597" y="416679"/>
                </a:cubicBezTo>
                <a:cubicBezTo>
                  <a:pt x="159597" y="366661"/>
                  <a:pt x="119048" y="326112"/>
                  <a:pt x="69030" y="326112"/>
                </a:cubicBezTo>
                <a:cubicBezTo>
                  <a:pt x="49952" y="326478"/>
                  <a:pt x="25806" y="321244"/>
                  <a:pt x="12948" y="308084"/>
                </a:cubicBezTo>
                <a:lnTo>
                  <a:pt x="0" y="327154"/>
                </a:lnTo>
                <a:lnTo>
                  <a:pt x="0" y="309010"/>
                </a:lnTo>
                <a:cubicBezTo>
                  <a:pt x="14338" y="284867"/>
                  <a:pt x="14338" y="254932"/>
                  <a:pt x="0" y="230790"/>
                </a:cubicBezTo>
                <a:lnTo>
                  <a:pt x="0" y="212689"/>
                </a:lnTo>
                <a:cubicBezTo>
                  <a:pt x="6036" y="217996"/>
                  <a:pt x="9959" y="224711"/>
                  <a:pt x="12896" y="231767"/>
                </a:cubicBezTo>
                <a:cubicBezTo>
                  <a:pt x="25742" y="218569"/>
                  <a:pt x="49927" y="213320"/>
                  <a:pt x="69030" y="213686"/>
                </a:cubicBezTo>
                <a:cubicBezTo>
                  <a:pt x="94039" y="213687"/>
                  <a:pt x="116681" y="203549"/>
                  <a:pt x="133071" y="187160"/>
                </a:cubicBezTo>
                <a:cubicBezTo>
                  <a:pt x="149460" y="170771"/>
                  <a:pt x="159597" y="148129"/>
                  <a:pt x="159597" y="123119"/>
                </a:cubicBezTo>
                <a:cubicBezTo>
                  <a:pt x="159597" y="99209"/>
                  <a:pt x="150331" y="77462"/>
                  <a:pt x="135010" y="61451"/>
                </a:cubicBezTo>
                <a:lnTo>
                  <a:pt x="0" y="196461"/>
                </a:lnTo>
                <a:lnTo>
                  <a:pt x="0" y="196370"/>
                </a:lnTo>
                <a:lnTo>
                  <a:pt x="134965" y="61405"/>
                </a:lnTo>
                <a:cubicBezTo>
                  <a:pt x="118953" y="46084"/>
                  <a:pt x="97207" y="36819"/>
                  <a:pt x="73296" y="36819"/>
                </a:cubicBezTo>
                <a:cubicBezTo>
                  <a:pt x="42305" y="36819"/>
                  <a:pt x="14950" y="52385"/>
                  <a:pt x="0" y="77073"/>
                </a:cubicBezTo>
                <a:lnTo>
                  <a:pt x="0" y="59780"/>
                </a:lnTo>
                <a:cubicBezTo>
                  <a:pt x="2240" y="53717"/>
                  <a:pt x="6698" y="49732"/>
                  <a:pt x="11494" y="46167"/>
                </a:cubicBezTo>
                <a:cubicBezTo>
                  <a:pt x="9661" y="36227"/>
                  <a:pt x="5972" y="26608"/>
                  <a:pt x="0" y="18074"/>
                </a:cubicBezTo>
                <a:lnTo>
                  <a:pt x="0" y="0"/>
                </a:lnTo>
                <a:cubicBezTo>
                  <a:pt x="11637" y="10773"/>
                  <a:pt x="18655" y="24545"/>
                  <a:pt x="22230" y="39049"/>
                </a:cubicBezTo>
                <a:cubicBezTo>
                  <a:pt x="37002" y="29983"/>
                  <a:pt x="54413" y="25009"/>
                  <a:pt x="72986" y="25009"/>
                </a:cubicBezTo>
                <a:cubicBezTo>
                  <a:pt x="100237" y="25009"/>
                  <a:pt x="124986" y="35715"/>
                  <a:pt x="143120" y="53296"/>
                </a:cubicBezTo>
                <a:cubicBezTo>
                  <a:pt x="160701" y="71429"/>
                  <a:pt x="171406" y="96179"/>
                  <a:pt x="171406" y="123429"/>
                </a:cubicBezTo>
                <a:cubicBezTo>
                  <a:pt x="171406" y="142002"/>
                  <a:pt x="166433" y="159414"/>
                  <a:pt x="157367" y="174185"/>
                </a:cubicBezTo>
                <a:cubicBezTo>
                  <a:pt x="174223" y="178341"/>
                  <a:pt x="190089" y="187145"/>
                  <a:pt x="203250" y="200306"/>
                </a:cubicBezTo>
                <a:cubicBezTo>
                  <a:pt x="222519" y="219574"/>
                  <a:pt x="232449" y="244645"/>
                  <a:pt x="232840" y="269899"/>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001" name="Teardrop 3"/>
          <p:cNvSpPr/>
          <p:nvPr/>
        </p:nvSpPr>
        <p:spPr>
          <a:xfrm rot="5400000" flipH="1" flipV="1">
            <a:off x="10848841" y="4185695"/>
            <a:ext cx="232840" cy="539772"/>
          </a:xfrm>
          <a:custGeom>
            <a:avLst/>
            <a:gdLst/>
            <a:ahLst/>
            <a:cxnLst/>
            <a:rect l="l" t="t" r="r" b="b"/>
            <a:pathLst>
              <a:path w="232840" h="539772">
                <a:moveTo>
                  <a:pt x="221340" y="269867"/>
                </a:moveTo>
                <a:cubicBezTo>
                  <a:pt x="220851" y="247711"/>
                  <a:pt x="212026" y="225782"/>
                  <a:pt x="195119" y="208875"/>
                </a:cubicBezTo>
                <a:cubicBezTo>
                  <a:pt x="182363" y="196120"/>
                  <a:pt x="166749" y="187964"/>
                  <a:pt x="150249" y="184922"/>
                </a:cubicBezTo>
                <a:cubicBezTo>
                  <a:pt x="147800" y="188780"/>
                  <a:pt x="144800" y="192208"/>
                  <a:pt x="141586" y="195422"/>
                </a:cubicBezTo>
                <a:cubicBezTo>
                  <a:pt x="123161" y="213847"/>
                  <a:pt x="97708" y="225242"/>
                  <a:pt x="69593" y="225242"/>
                </a:cubicBezTo>
                <a:cubicBezTo>
                  <a:pt x="43433" y="224741"/>
                  <a:pt x="27415" y="228586"/>
                  <a:pt x="17461" y="245212"/>
                </a:cubicBezTo>
                <a:cubicBezTo>
                  <a:pt x="22074" y="261450"/>
                  <a:pt x="22154" y="278664"/>
                  <a:pt x="17673" y="294913"/>
                </a:cubicBezTo>
                <a:cubicBezTo>
                  <a:pt x="27631" y="311265"/>
                  <a:pt x="43609" y="315055"/>
                  <a:pt x="69593" y="314556"/>
                </a:cubicBezTo>
                <a:cubicBezTo>
                  <a:pt x="102600" y="314556"/>
                  <a:pt x="131938" y="330263"/>
                  <a:pt x="150227" y="354850"/>
                </a:cubicBezTo>
                <a:cubicBezTo>
                  <a:pt x="166735" y="351841"/>
                  <a:pt x="182357" y="343684"/>
                  <a:pt x="195118" y="330923"/>
                </a:cubicBezTo>
                <a:cubicBezTo>
                  <a:pt x="212026" y="314015"/>
                  <a:pt x="220851" y="292087"/>
                  <a:pt x="221339" y="269931"/>
                </a:cubicBezTo>
                <a:lnTo>
                  <a:pt x="136174" y="269931"/>
                </a:lnTo>
                <a:lnTo>
                  <a:pt x="136173" y="269867"/>
                </a:lnTo>
                <a:close/>
                <a:moveTo>
                  <a:pt x="232840" y="269899"/>
                </a:moveTo>
                <a:cubicBezTo>
                  <a:pt x="232449" y="295153"/>
                  <a:pt x="222519" y="320224"/>
                  <a:pt x="203250" y="339492"/>
                </a:cubicBezTo>
                <a:cubicBezTo>
                  <a:pt x="190082" y="352660"/>
                  <a:pt x="174206" y="361466"/>
                  <a:pt x="157326" y="365539"/>
                </a:cubicBezTo>
                <a:cubicBezTo>
                  <a:pt x="166417" y="380328"/>
                  <a:pt x="171406" y="397766"/>
                  <a:pt x="171406" y="416370"/>
                </a:cubicBezTo>
                <a:cubicBezTo>
                  <a:pt x="171406" y="443620"/>
                  <a:pt x="160701" y="468370"/>
                  <a:pt x="143120" y="486503"/>
                </a:cubicBezTo>
                <a:cubicBezTo>
                  <a:pt x="124986" y="504084"/>
                  <a:pt x="100237" y="514790"/>
                  <a:pt x="72986" y="514790"/>
                </a:cubicBezTo>
                <a:cubicBezTo>
                  <a:pt x="54383" y="514790"/>
                  <a:pt x="36945" y="509800"/>
                  <a:pt x="22156" y="500709"/>
                </a:cubicBezTo>
                <a:lnTo>
                  <a:pt x="0" y="539772"/>
                </a:lnTo>
                <a:lnTo>
                  <a:pt x="0" y="521718"/>
                </a:lnTo>
                <a:cubicBezTo>
                  <a:pt x="5973" y="513179"/>
                  <a:pt x="9654" y="503556"/>
                  <a:pt x="11467" y="493611"/>
                </a:cubicBezTo>
                <a:lnTo>
                  <a:pt x="0" y="480023"/>
                </a:lnTo>
                <a:lnTo>
                  <a:pt x="0" y="462726"/>
                </a:lnTo>
                <a:cubicBezTo>
                  <a:pt x="14950" y="487414"/>
                  <a:pt x="42305" y="502980"/>
                  <a:pt x="73296" y="502980"/>
                </a:cubicBezTo>
                <a:cubicBezTo>
                  <a:pt x="97207" y="502980"/>
                  <a:pt x="118953" y="493715"/>
                  <a:pt x="134965" y="478394"/>
                </a:cubicBezTo>
                <a:lnTo>
                  <a:pt x="0" y="343429"/>
                </a:lnTo>
                <a:lnTo>
                  <a:pt x="0" y="343338"/>
                </a:lnTo>
                <a:lnTo>
                  <a:pt x="135010" y="478348"/>
                </a:lnTo>
                <a:cubicBezTo>
                  <a:pt x="150331" y="462336"/>
                  <a:pt x="159597" y="440590"/>
                  <a:pt x="159597" y="416679"/>
                </a:cubicBezTo>
                <a:cubicBezTo>
                  <a:pt x="159597" y="366661"/>
                  <a:pt x="119048" y="326112"/>
                  <a:pt x="69030" y="326112"/>
                </a:cubicBezTo>
                <a:cubicBezTo>
                  <a:pt x="49952" y="326478"/>
                  <a:pt x="25806" y="321244"/>
                  <a:pt x="12948" y="308084"/>
                </a:cubicBezTo>
                <a:lnTo>
                  <a:pt x="0" y="327154"/>
                </a:lnTo>
                <a:lnTo>
                  <a:pt x="0" y="309010"/>
                </a:lnTo>
                <a:cubicBezTo>
                  <a:pt x="14338" y="284867"/>
                  <a:pt x="14338" y="254932"/>
                  <a:pt x="0" y="230790"/>
                </a:cubicBezTo>
                <a:lnTo>
                  <a:pt x="0" y="212689"/>
                </a:lnTo>
                <a:cubicBezTo>
                  <a:pt x="6036" y="217996"/>
                  <a:pt x="9959" y="224711"/>
                  <a:pt x="12896" y="231767"/>
                </a:cubicBezTo>
                <a:cubicBezTo>
                  <a:pt x="25742" y="218569"/>
                  <a:pt x="49927" y="213320"/>
                  <a:pt x="69030" y="213686"/>
                </a:cubicBezTo>
                <a:cubicBezTo>
                  <a:pt x="94039" y="213687"/>
                  <a:pt x="116681" y="203549"/>
                  <a:pt x="133071" y="187160"/>
                </a:cubicBezTo>
                <a:cubicBezTo>
                  <a:pt x="149460" y="170771"/>
                  <a:pt x="159597" y="148129"/>
                  <a:pt x="159597" y="123119"/>
                </a:cubicBezTo>
                <a:cubicBezTo>
                  <a:pt x="159597" y="99209"/>
                  <a:pt x="150331" y="77462"/>
                  <a:pt x="135010" y="61451"/>
                </a:cubicBezTo>
                <a:lnTo>
                  <a:pt x="0" y="196461"/>
                </a:lnTo>
                <a:lnTo>
                  <a:pt x="0" y="196370"/>
                </a:lnTo>
                <a:lnTo>
                  <a:pt x="134965" y="61405"/>
                </a:lnTo>
                <a:cubicBezTo>
                  <a:pt x="118953" y="46084"/>
                  <a:pt x="97207" y="36819"/>
                  <a:pt x="73296" y="36819"/>
                </a:cubicBezTo>
                <a:cubicBezTo>
                  <a:pt x="42305" y="36819"/>
                  <a:pt x="14950" y="52385"/>
                  <a:pt x="0" y="77073"/>
                </a:cubicBezTo>
                <a:lnTo>
                  <a:pt x="0" y="59780"/>
                </a:lnTo>
                <a:cubicBezTo>
                  <a:pt x="2240" y="53717"/>
                  <a:pt x="6698" y="49732"/>
                  <a:pt x="11494" y="46167"/>
                </a:cubicBezTo>
                <a:cubicBezTo>
                  <a:pt x="9661" y="36226"/>
                  <a:pt x="5972" y="26608"/>
                  <a:pt x="0" y="18073"/>
                </a:cubicBezTo>
                <a:lnTo>
                  <a:pt x="0" y="0"/>
                </a:lnTo>
                <a:cubicBezTo>
                  <a:pt x="11637" y="10773"/>
                  <a:pt x="18655" y="24545"/>
                  <a:pt x="22230" y="39049"/>
                </a:cubicBezTo>
                <a:cubicBezTo>
                  <a:pt x="37002" y="29983"/>
                  <a:pt x="54413" y="25009"/>
                  <a:pt x="72986" y="25009"/>
                </a:cubicBezTo>
                <a:cubicBezTo>
                  <a:pt x="100237" y="25009"/>
                  <a:pt x="124986" y="35715"/>
                  <a:pt x="143120" y="53296"/>
                </a:cubicBezTo>
                <a:cubicBezTo>
                  <a:pt x="160701" y="71429"/>
                  <a:pt x="171406" y="96179"/>
                  <a:pt x="171406" y="123429"/>
                </a:cubicBezTo>
                <a:cubicBezTo>
                  <a:pt x="171406" y="142002"/>
                  <a:pt x="166433" y="159414"/>
                  <a:pt x="157367" y="174185"/>
                </a:cubicBezTo>
                <a:cubicBezTo>
                  <a:pt x="174223" y="178341"/>
                  <a:pt x="190089" y="187145"/>
                  <a:pt x="203250" y="200306"/>
                </a:cubicBezTo>
                <a:cubicBezTo>
                  <a:pt x="222519" y="219574"/>
                  <a:pt x="232449" y="244645"/>
                  <a:pt x="232840" y="269899"/>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002" name="Teardrop 3"/>
          <p:cNvSpPr/>
          <p:nvPr/>
        </p:nvSpPr>
        <p:spPr>
          <a:xfrm rot="5400000" flipH="1" flipV="1">
            <a:off x="733383" y="4185695"/>
            <a:ext cx="232840" cy="539772"/>
          </a:xfrm>
          <a:custGeom>
            <a:avLst/>
            <a:gdLst/>
            <a:ahLst/>
            <a:cxnLst/>
            <a:rect l="l" t="t" r="r" b="b"/>
            <a:pathLst>
              <a:path w="232840" h="539772">
                <a:moveTo>
                  <a:pt x="221340" y="269867"/>
                </a:moveTo>
                <a:cubicBezTo>
                  <a:pt x="220851" y="247711"/>
                  <a:pt x="212026" y="225782"/>
                  <a:pt x="195119" y="208875"/>
                </a:cubicBezTo>
                <a:cubicBezTo>
                  <a:pt x="182363" y="196120"/>
                  <a:pt x="166749" y="187964"/>
                  <a:pt x="150249" y="184922"/>
                </a:cubicBezTo>
                <a:cubicBezTo>
                  <a:pt x="147800" y="188780"/>
                  <a:pt x="144800" y="192208"/>
                  <a:pt x="141586" y="195422"/>
                </a:cubicBezTo>
                <a:cubicBezTo>
                  <a:pt x="123161" y="213847"/>
                  <a:pt x="97708" y="225243"/>
                  <a:pt x="69593" y="225242"/>
                </a:cubicBezTo>
                <a:cubicBezTo>
                  <a:pt x="43433" y="224741"/>
                  <a:pt x="27415" y="228586"/>
                  <a:pt x="17461" y="245212"/>
                </a:cubicBezTo>
                <a:cubicBezTo>
                  <a:pt x="22074" y="261450"/>
                  <a:pt x="22154" y="278664"/>
                  <a:pt x="17673" y="294913"/>
                </a:cubicBezTo>
                <a:cubicBezTo>
                  <a:pt x="27631" y="311265"/>
                  <a:pt x="43609" y="315055"/>
                  <a:pt x="69593" y="314557"/>
                </a:cubicBezTo>
                <a:cubicBezTo>
                  <a:pt x="102600" y="314557"/>
                  <a:pt x="131938" y="330263"/>
                  <a:pt x="150227" y="354850"/>
                </a:cubicBezTo>
                <a:cubicBezTo>
                  <a:pt x="166735" y="351841"/>
                  <a:pt x="182357" y="343684"/>
                  <a:pt x="195118" y="330923"/>
                </a:cubicBezTo>
                <a:cubicBezTo>
                  <a:pt x="212026" y="314016"/>
                  <a:pt x="220851" y="292087"/>
                  <a:pt x="221339" y="269931"/>
                </a:cubicBezTo>
                <a:lnTo>
                  <a:pt x="136174" y="269931"/>
                </a:lnTo>
                <a:lnTo>
                  <a:pt x="136173" y="269867"/>
                </a:lnTo>
                <a:close/>
                <a:moveTo>
                  <a:pt x="232840" y="269899"/>
                </a:moveTo>
                <a:cubicBezTo>
                  <a:pt x="232449" y="295153"/>
                  <a:pt x="222519" y="320224"/>
                  <a:pt x="203250" y="339492"/>
                </a:cubicBezTo>
                <a:cubicBezTo>
                  <a:pt x="190082" y="352660"/>
                  <a:pt x="174206" y="361466"/>
                  <a:pt x="157326" y="365539"/>
                </a:cubicBezTo>
                <a:cubicBezTo>
                  <a:pt x="166417" y="380328"/>
                  <a:pt x="171406" y="397766"/>
                  <a:pt x="171406" y="416370"/>
                </a:cubicBezTo>
                <a:cubicBezTo>
                  <a:pt x="171406" y="443620"/>
                  <a:pt x="160701" y="468370"/>
                  <a:pt x="143120" y="486503"/>
                </a:cubicBezTo>
                <a:lnTo>
                  <a:pt x="143120" y="486503"/>
                </a:lnTo>
                <a:cubicBezTo>
                  <a:pt x="124986" y="504084"/>
                  <a:pt x="100237" y="514790"/>
                  <a:pt x="72986" y="514790"/>
                </a:cubicBezTo>
                <a:cubicBezTo>
                  <a:pt x="54383" y="514790"/>
                  <a:pt x="36945" y="509800"/>
                  <a:pt x="22156" y="500710"/>
                </a:cubicBezTo>
                <a:lnTo>
                  <a:pt x="0" y="539772"/>
                </a:lnTo>
                <a:lnTo>
                  <a:pt x="0" y="521718"/>
                </a:lnTo>
                <a:cubicBezTo>
                  <a:pt x="5973" y="513179"/>
                  <a:pt x="9654" y="503556"/>
                  <a:pt x="11467" y="493611"/>
                </a:cubicBezTo>
                <a:lnTo>
                  <a:pt x="0" y="480023"/>
                </a:lnTo>
                <a:lnTo>
                  <a:pt x="0" y="462726"/>
                </a:lnTo>
                <a:cubicBezTo>
                  <a:pt x="14950" y="487414"/>
                  <a:pt x="42305" y="502980"/>
                  <a:pt x="73296" y="502980"/>
                </a:cubicBezTo>
                <a:cubicBezTo>
                  <a:pt x="97207" y="502980"/>
                  <a:pt x="118953" y="493715"/>
                  <a:pt x="134965" y="478394"/>
                </a:cubicBezTo>
                <a:lnTo>
                  <a:pt x="0" y="343428"/>
                </a:lnTo>
                <a:lnTo>
                  <a:pt x="0" y="343338"/>
                </a:lnTo>
                <a:lnTo>
                  <a:pt x="135010" y="478348"/>
                </a:lnTo>
                <a:cubicBezTo>
                  <a:pt x="150331" y="462336"/>
                  <a:pt x="159597" y="440590"/>
                  <a:pt x="159597" y="416679"/>
                </a:cubicBezTo>
                <a:cubicBezTo>
                  <a:pt x="159597" y="366661"/>
                  <a:pt x="119048" y="326112"/>
                  <a:pt x="69030" y="326112"/>
                </a:cubicBezTo>
                <a:cubicBezTo>
                  <a:pt x="49952" y="326478"/>
                  <a:pt x="25806" y="321244"/>
                  <a:pt x="12948" y="308084"/>
                </a:cubicBezTo>
                <a:lnTo>
                  <a:pt x="0" y="327154"/>
                </a:lnTo>
                <a:lnTo>
                  <a:pt x="0" y="309010"/>
                </a:lnTo>
                <a:cubicBezTo>
                  <a:pt x="14338" y="284867"/>
                  <a:pt x="14338" y="254932"/>
                  <a:pt x="0" y="230790"/>
                </a:cubicBezTo>
                <a:lnTo>
                  <a:pt x="0" y="212689"/>
                </a:lnTo>
                <a:cubicBezTo>
                  <a:pt x="6036" y="217996"/>
                  <a:pt x="9959" y="224711"/>
                  <a:pt x="12896" y="231767"/>
                </a:cubicBezTo>
                <a:cubicBezTo>
                  <a:pt x="25742" y="218569"/>
                  <a:pt x="49927" y="213320"/>
                  <a:pt x="69030" y="213686"/>
                </a:cubicBezTo>
                <a:cubicBezTo>
                  <a:pt x="94039" y="213687"/>
                  <a:pt x="116681" y="203550"/>
                  <a:pt x="133071" y="187160"/>
                </a:cubicBezTo>
                <a:cubicBezTo>
                  <a:pt x="149460" y="170771"/>
                  <a:pt x="159597" y="148129"/>
                  <a:pt x="159597" y="123119"/>
                </a:cubicBezTo>
                <a:cubicBezTo>
                  <a:pt x="159597" y="99209"/>
                  <a:pt x="150331" y="77463"/>
                  <a:pt x="135010" y="61451"/>
                </a:cubicBezTo>
                <a:lnTo>
                  <a:pt x="0" y="196461"/>
                </a:lnTo>
                <a:lnTo>
                  <a:pt x="0" y="196370"/>
                </a:lnTo>
                <a:lnTo>
                  <a:pt x="134965" y="61405"/>
                </a:lnTo>
                <a:cubicBezTo>
                  <a:pt x="118953" y="46084"/>
                  <a:pt x="97207" y="36819"/>
                  <a:pt x="73296" y="36819"/>
                </a:cubicBezTo>
                <a:cubicBezTo>
                  <a:pt x="42305" y="36819"/>
                  <a:pt x="14950" y="52385"/>
                  <a:pt x="0" y="77073"/>
                </a:cubicBezTo>
                <a:lnTo>
                  <a:pt x="0" y="59779"/>
                </a:lnTo>
                <a:cubicBezTo>
                  <a:pt x="2240" y="53717"/>
                  <a:pt x="6698" y="49732"/>
                  <a:pt x="11494" y="46167"/>
                </a:cubicBezTo>
                <a:cubicBezTo>
                  <a:pt x="9661" y="36227"/>
                  <a:pt x="5972" y="26608"/>
                  <a:pt x="0" y="18074"/>
                </a:cubicBezTo>
                <a:lnTo>
                  <a:pt x="0" y="0"/>
                </a:lnTo>
                <a:cubicBezTo>
                  <a:pt x="11637" y="10773"/>
                  <a:pt x="18655" y="24545"/>
                  <a:pt x="22230" y="39049"/>
                </a:cubicBezTo>
                <a:cubicBezTo>
                  <a:pt x="37002" y="29983"/>
                  <a:pt x="54413" y="25009"/>
                  <a:pt x="72986" y="25009"/>
                </a:cubicBezTo>
                <a:cubicBezTo>
                  <a:pt x="100237" y="25009"/>
                  <a:pt x="124986" y="35715"/>
                  <a:pt x="143120" y="53296"/>
                </a:cubicBezTo>
                <a:lnTo>
                  <a:pt x="143120" y="53296"/>
                </a:lnTo>
                <a:cubicBezTo>
                  <a:pt x="160701" y="71429"/>
                  <a:pt x="171406" y="96179"/>
                  <a:pt x="171406" y="123429"/>
                </a:cubicBezTo>
                <a:cubicBezTo>
                  <a:pt x="171406" y="142002"/>
                  <a:pt x="166433" y="159414"/>
                  <a:pt x="157367" y="174185"/>
                </a:cubicBezTo>
                <a:cubicBezTo>
                  <a:pt x="174223" y="178341"/>
                  <a:pt x="190089" y="187145"/>
                  <a:pt x="203250" y="200306"/>
                </a:cubicBezTo>
                <a:cubicBezTo>
                  <a:pt x="222519" y="219574"/>
                  <a:pt x="232449" y="244645"/>
                  <a:pt x="232840" y="269899"/>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003" name="Oval 1651"/>
          <p:cNvSpPr/>
          <p:nvPr/>
        </p:nvSpPr>
        <p:spPr>
          <a:xfrm>
            <a:off x="812619" y="4561319"/>
            <a:ext cx="11030995" cy="10682"/>
          </a:xfrm>
          <a:custGeom>
            <a:avLst/>
            <a:gdLst/>
            <a:ahLst/>
            <a:cxnLst/>
            <a:rect l="l" t="t" r="r" b="b"/>
            <a:pathLst>
              <a:path w="11030995" h="10682">
                <a:moveTo>
                  <a:pt x="10992007" y="0"/>
                </a:moveTo>
                <a:cubicBezTo>
                  <a:pt x="11006265" y="0"/>
                  <a:pt x="11019702" y="3516"/>
                  <a:pt x="11030995" y="10682"/>
                </a:cubicBezTo>
                <a:lnTo>
                  <a:pt x="10953019" y="10682"/>
                </a:lnTo>
                <a:cubicBezTo>
                  <a:pt x="10964312" y="3516"/>
                  <a:pt x="10977749" y="0"/>
                  <a:pt x="10992007" y="0"/>
                </a:cubicBezTo>
                <a:close/>
                <a:moveTo>
                  <a:pt x="10149468" y="0"/>
                </a:moveTo>
                <a:cubicBezTo>
                  <a:pt x="10163726" y="0"/>
                  <a:pt x="10177163" y="3516"/>
                  <a:pt x="10188456" y="10682"/>
                </a:cubicBezTo>
                <a:lnTo>
                  <a:pt x="10110480" y="10682"/>
                </a:lnTo>
                <a:cubicBezTo>
                  <a:pt x="10121773" y="3516"/>
                  <a:pt x="10135210" y="0"/>
                  <a:pt x="10149468" y="0"/>
                </a:cubicBezTo>
                <a:close/>
                <a:moveTo>
                  <a:pt x="9306928" y="0"/>
                </a:moveTo>
                <a:cubicBezTo>
                  <a:pt x="9321186" y="0"/>
                  <a:pt x="9334623" y="3516"/>
                  <a:pt x="9345916" y="10682"/>
                </a:cubicBezTo>
                <a:lnTo>
                  <a:pt x="9267940" y="10682"/>
                </a:lnTo>
                <a:cubicBezTo>
                  <a:pt x="9279233" y="3516"/>
                  <a:pt x="9292670" y="0"/>
                  <a:pt x="9306928" y="0"/>
                </a:cubicBezTo>
                <a:close/>
                <a:moveTo>
                  <a:pt x="8464388" y="0"/>
                </a:moveTo>
                <a:cubicBezTo>
                  <a:pt x="8478646" y="0"/>
                  <a:pt x="8492083" y="3516"/>
                  <a:pt x="8503376" y="10682"/>
                </a:cubicBezTo>
                <a:lnTo>
                  <a:pt x="8425400" y="10682"/>
                </a:lnTo>
                <a:cubicBezTo>
                  <a:pt x="8436693" y="3516"/>
                  <a:pt x="8450130" y="0"/>
                  <a:pt x="8464388" y="0"/>
                </a:cubicBezTo>
                <a:close/>
                <a:moveTo>
                  <a:pt x="7621848" y="0"/>
                </a:moveTo>
                <a:cubicBezTo>
                  <a:pt x="7636106" y="0"/>
                  <a:pt x="7649543" y="3516"/>
                  <a:pt x="7660836" y="10682"/>
                </a:cubicBezTo>
                <a:lnTo>
                  <a:pt x="7582860" y="10682"/>
                </a:lnTo>
                <a:cubicBezTo>
                  <a:pt x="7594153" y="3516"/>
                  <a:pt x="7607590" y="0"/>
                  <a:pt x="7621848" y="0"/>
                </a:cubicBezTo>
                <a:close/>
                <a:moveTo>
                  <a:pt x="6779308" y="0"/>
                </a:moveTo>
                <a:cubicBezTo>
                  <a:pt x="6793566" y="0"/>
                  <a:pt x="6807003" y="3516"/>
                  <a:pt x="6818296" y="10682"/>
                </a:cubicBezTo>
                <a:lnTo>
                  <a:pt x="6740320" y="10682"/>
                </a:lnTo>
                <a:cubicBezTo>
                  <a:pt x="6751613" y="3516"/>
                  <a:pt x="6765050" y="0"/>
                  <a:pt x="6779308" y="0"/>
                </a:cubicBezTo>
                <a:close/>
                <a:moveTo>
                  <a:pt x="5936768" y="0"/>
                </a:moveTo>
                <a:cubicBezTo>
                  <a:pt x="5951026" y="0"/>
                  <a:pt x="5964463" y="3516"/>
                  <a:pt x="5975757" y="10682"/>
                </a:cubicBezTo>
                <a:lnTo>
                  <a:pt x="5897780" y="10682"/>
                </a:lnTo>
                <a:cubicBezTo>
                  <a:pt x="5909073" y="3516"/>
                  <a:pt x="5922510" y="0"/>
                  <a:pt x="5936768" y="0"/>
                </a:cubicBezTo>
                <a:close/>
                <a:moveTo>
                  <a:pt x="5094228" y="0"/>
                </a:moveTo>
                <a:cubicBezTo>
                  <a:pt x="5108486" y="0"/>
                  <a:pt x="5121923" y="3516"/>
                  <a:pt x="5133217" y="10682"/>
                </a:cubicBezTo>
                <a:lnTo>
                  <a:pt x="5055240" y="10682"/>
                </a:lnTo>
                <a:cubicBezTo>
                  <a:pt x="5066533" y="3516"/>
                  <a:pt x="5079970" y="0"/>
                  <a:pt x="5094228" y="0"/>
                </a:cubicBezTo>
                <a:close/>
                <a:moveTo>
                  <a:pt x="4251688" y="0"/>
                </a:moveTo>
                <a:cubicBezTo>
                  <a:pt x="4265946" y="0"/>
                  <a:pt x="4279383" y="3516"/>
                  <a:pt x="4290676" y="10682"/>
                </a:cubicBezTo>
                <a:lnTo>
                  <a:pt x="4212700" y="10682"/>
                </a:lnTo>
                <a:cubicBezTo>
                  <a:pt x="4223993" y="3516"/>
                  <a:pt x="4237430" y="0"/>
                  <a:pt x="4251688" y="0"/>
                </a:cubicBezTo>
                <a:close/>
                <a:moveTo>
                  <a:pt x="3409148" y="0"/>
                </a:moveTo>
                <a:cubicBezTo>
                  <a:pt x="3423406" y="0"/>
                  <a:pt x="3436843" y="3516"/>
                  <a:pt x="3448136" y="10682"/>
                </a:cubicBezTo>
                <a:lnTo>
                  <a:pt x="3370160" y="10682"/>
                </a:lnTo>
                <a:cubicBezTo>
                  <a:pt x="3381453" y="3516"/>
                  <a:pt x="3394890" y="0"/>
                  <a:pt x="3409148" y="0"/>
                </a:cubicBezTo>
                <a:close/>
                <a:moveTo>
                  <a:pt x="2566608" y="0"/>
                </a:moveTo>
                <a:cubicBezTo>
                  <a:pt x="2580866" y="0"/>
                  <a:pt x="2594303" y="3516"/>
                  <a:pt x="2605596" y="10682"/>
                </a:cubicBezTo>
                <a:lnTo>
                  <a:pt x="2527620" y="10682"/>
                </a:lnTo>
                <a:cubicBezTo>
                  <a:pt x="2538913" y="3516"/>
                  <a:pt x="2552350" y="0"/>
                  <a:pt x="2566608" y="0"/>
                </a:cubicBezTo>
                <a:close/>
                <a:moveTo>
                  <a:pt x="1724068" y="0"/>
                </a:moveTo>
                <a:cubicBezTo>
                  <a:pt x="1738326" y="0"/>
                  <a:pt x="1751763" y="3516"/>
                  <a:pt x="1763056" y="10682"/>
                </a:cubicBezTo>
                <a:lnTo>
                  <a:pt x="1685080" y="10682"/>
                </a:lnTo>
                <a:cubicBezTo>
                  <a:pt x="1696373" y="3516"/>
                  <a:pt x="1709810" y="0"/>
                  <a:pt x="1724068" y="0"/>
                </a:cubicBezTo>
                <a:close/>
                <a:moveTo>
                  <a:pt x="881528" y="0"/>
                </a:moveTo>
                <a:cubicBezTo>
                  <a:pt x="895786" y="0"/>
                  <a:pt x="909223" y="3516"/>
                  <a:pt x="920516" y="10682"/>
                </a:cubicBezTo>
                <a:lnTo>
                  <a:pt x="842540" y="10682"/>
                </a:lnTo>
                <a:cubicBezTo>
                  <a:pt x="853833" y="3516"/>
                  <a:pt x="867270" y="0"/>
                  <a:pt x="881528" y="0"/>
                </a:cubicBezTo>
                <a:close/>
                <a:moveTo>
                  <a:pt x="38988" y="0"/>
                </a:moveTo>
                <a:cubicBezTo>
                  <a:pt x="53246" y="0"/>
                  <a:pt x="66683" y="3516"/>
                  <a:pt x="77976" y="10682"/>
                </a:cubicBezTo>
                <a:lnTo>
                  <a:pt x="0" y="10682"/>
                </a:lnTo>
                <a:cubicBezTo>
                  <a:pt x="11293" y="3516"/>
                  <a:pt x="24730" y="0"/>
                  <a:pt x="38988"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457200" y="4960137"/>
            <a:ext cx="7772400" cy="1463040"/>
          </a:xfrm>
        </p:spPr>
        <p:txBody>
          <a:bodyPr anchor="ctr">
            <a:normAutofit/>
          </a:bodyPr>
          <a:lstStyle>
            <a:lvl1pPr algn="r">
              <a:defRPr sz="5000" spc="200" baseline="0"/>
            </a:lvl1pPr>
          </a:lstStyle>
          <a:p>
            <a:r>
              <a:rPr lang="en-US"/>
              <a:t>Click to edit Master title style</a:t>
            </a:r>
            <a:endParaRPr lang="en-US" dirty="0"/>
          </a:p>
        </p:txBody>
      </p:sp>
      <p:sp>
        <p:nvSpPr>
          <p:cNvPr id="3" name="Subtitle 2"/>
          <p:cNvSpPr>
            <a:spLocks noGrp="1"/>
          </p:cNvSpPr>
          <p:nvPr>
            <p:ph type="subTitle" idx="1"/>
          </p:nvPr>
        </p:nvSpPr>
        <p:spPr>
          <a:xfrm>
            <a:off x="8610600" y="4960137"/>
            <a:ext cx="3200400" cy="1463040"/>
          </a:xfrm>
        </p:spPr>
        <p:txBody>
          <a:bodyPr lIns="91440" rIns="91440" anchor="ctr">
            <a:normAutofit/>
          </a:bodyPr>
          <a:lstStyle>
            <a:lvl1pPr marL="0" indent="0" algn="l">
              <a:lnSpc>
                <a:spcPct val="100000"/>
              </a:lnSpc>
              <a:spcBef>
                <a:spcPts val="0"/>
              </a:spcBef>
              <a:buNone/>
              <a:defRPr sz="1800">
                <a:solidFill>
                  <a:schemeClr val="tx1">
                    <a:lumMod val="95000"/>
                    <a:lumOff val="5000"/>
                  </a:schemeClr>
                </a:solidFill>
              </a:defRPr>
            </a:lvl1pPr>
            <a:lvl2pPr marL="457200" indent="0" algn="ctr">
              <a:buNone/>
              <a:defRPr sz="1800"/>
            </a:lvl2pPr>
            <a:lvl3pPr marL="914400" indent="0" algn="ctr">
              <a:buNone/>
              <a:defRPr sz="1800"/>
            </a:lvl3pPr>
            <a:lvl4pPr marL="1371600" indent="0" algn="ctr">
              <a:buNone/>
              <a:defRPr sz="1800"/>
            </a:lvl4pPr>
            <a:lvl5pPr marL="1828800" indent="0" algn="ctr">
              <a:buNone/>
              <a:defRPr sz="1800"/>
            </a:lvl5pPr>
            <a:lvl6pPr marL="2286000" indent="0" algn="ctr">
              <a:buNone/>
              <a:defRPr sz="1800"/>
            </a:lvl6pPr>
            <a:lvl7pPr marL="2743200" indent="0" algn="ctr">
              <a:buNone/>
              <a:defRPr sz="1800"/>
            </a:lvl7pPr>
            <a:lvl8pPr marL="3200400" indent="0" algn="ctr">
              <a:buNone/>
              <a:defRPr sz="1800"/>
            </a:lvl8pPr>
            <a:lvl9pPr marL="3657600" indent="0" algn="ctr">
              <a:buNone/>
              <a:defRPr sz="18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lvl1pPr algn="l">
              <a:defRPr/>
            </a:lvl1pPr>
          </a:lstStyle>
          <a:p>
            <a:fld id="{B2CCCACC-C822-44E6-9D90-65AF42A68681}" type="datetimeFigureOut">
              <a:rPr lang="en-IN" smtClean="0"/>
              <a:t>01-12-2025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7078D280-6075-465B-BDF2-25E02FBD8466}" type="slidenum">
              <a:rPr lang="en-IN" smtClean="0"/>
              <a:t>‹#›</a:t>
            </a:fld>
            <a:endParaRPr lang="en-IN"/>
          </a:p>
        </p:txBody>
      </p:sp>
      <p:cxnSp>
        <p:nvCxnSpPr>
          <p:cNvPr id="8" name="Straight Connector 7"/>
          <p:cNvCxnSpPr/>
          <p:nvPr/>
        </p:nvCxnSpPr>
        <p:spPr>
          <a:xfrm flipV="1">
            <a:off x="8386842" y="5264106"/>
            <a:ext cx="0" cy="914400"/>
          </a:xfrm>
          <a:prstGeom prst="line">
            <a:avLst/>
          </a:prstGeom>
          <a:ln w="19050">
            <a:solidFill>
              <a:schemeClr val="accent3"/>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5926323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2CCCACC-C822-44E6-9D90-65AF42A68681}" type="datetimeFigureOut">
              <a:rPr lang="en-IN" smtClean="0"/>
              <a:t>01-12-2025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7078D280-6075-465B-BDF2-25E02FBD8466}" type="slidenum">
              <a:rPr lang="en-IN" smtClean="0"/>
              <a:t>‹#›</a:t>
            </a:fld>
            <a:endParaRPr lang="en-IN"/>
          </a:p>
        </p:txBody>
      </p:sp>
    </p:spTree>
    <p:extLst>
      <p:ext uri="{BB962C8B-B14F-4D97-AF65-F5344CB8AC3E}">
        <p14:creationId xmlns:p14="http://schemas.microsoft.com/office/powerpoint/2010/main" val="100723861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grpSp>
        <p:nvGrpSpPr>
          <p:cNvPr id="526" name="Group 525"/>
          <p:cNvGrpSpPr/>
          <p:nvPr/>
        </p:nvGrpSpPr>
        <p:grpSpPr>
          <a:xfrm>
            <a:off x="0" y="420256"/>
            <a:ext cx="12188952" cy="3795497"/>
            <a:chOff x="0" y="420256"/>
            <a:chExt cx="12188952" cy="3795497"/>
          </a:xfrm>
        </p:grpSpPr>
        <p:cxnSp>
          <p:nvCxnSpPr>
            <p:cNvPr id="527" name="Straight Connector 526"/>
            <p:cNvCxnSpPr/>
            <p:nvPr/>
          </p:nvCxnSpPr>
          <p:spPr>
            <a:xfrm>
              <a:off x="0" y="4215753"/>
              <a:ext cx="12188952" cy="0"/>
            </a:xfrm>
            <a:prstGeom prst="line">
              <a:avLst/>
            </a:prstGeom>
            <a:ln w="1397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28" name="Straight Connector 527"/>
            <p:cNvCxnSpPr/>
            <p:nvPr/>
          </p:nvCxnSpPr>
          <p:spPr>
            <a:xfrm>
              <a:off x="0" y="3794032"/>
              <a:ext cx="12188952" cy="0"/>
            </a:xfrm>
            <a:prstGeom prst="line">
              <a:avLst/>
            </a:prstGeom>
            <a:ln w="1397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29" name="Straight Connector 528"/>
            <p:cNvCxnSpPr/>
            <p:nvPr/>
          </p:nvCxnSpPr>
          <p:spPr>
            <a:xfrm>
              <a:off x="0" y="3372310"/>
              <a:ext cx="12188952" cy="0"/>
            </a:xfrm>
            <a:prstGeom prst="line">
              <a:avLst/>
            </a:prstGeom>
            <a:ln w="1397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30" name="Straight Connector 529"/>
            <p:cNvCxnSpPr/>
            <p:nvPr/>
          </p:nvCxnSpPr>
          <p:spPr>
            <a:xfrm>
              <a:off x="0" y="2950588"/>
              <a:ext cx="12188952" cy="0"/>
            </a:xfrm>
            <a:prstGeom prst="line">
              <a:avLst/>
            </a:prstGeom>
            <a:ln w="1397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31" name="Straight Connector 530"/>
            <p:cNvCxnSpPr/>
            <p:nvPr/>
          </p:nvCxnSpPr>
          <p:spPr>
            <a:xfrm>
              <a:off x="0" y="2528866"/>
              <a:ext cx="12188952" cy="0"/>
            </a:xfrm>
            <a:prstGeom prst="line">
              <a:avLst/>
            </a:prstGeom>
            <a:ln w="1397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32" name="Straight Connector 531"/>
            <p:cNvCxnSpPr/>
            <p:nvPr/>
          </p:nvCxnSpPr>
          <p:spPr>
            <a:xfrm>
              <a:off x="0" y="2107144"/>
              <a:ext cx="12188952" cy="0"/>
            </a:xfrm>
            <a:prstGeom prst="line">
              <a:avLst/>
            </a:prstGeom>
            <a:ln w="1397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33" name="Straight Connector 532"/>
            <p:cNvCxnSpPr/>
            <p:nvPr/>
          </p:nvCxnSpPr>
          <p:spPr>
            <a:xfrm>
              <a:off x="0" y="1685422"/>
              <a:ext cx="12188952" cy="0"/>
            </a:xfrm>
            <a:prstGeom prst="line">
              <a:avLst/>
            </a:prstGeom>
            <a:ln w="1397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34" name="Straight Connector 533"/>
            <p:cNvCxnSpPr/>
            <p:nvPr/>
          </p:nvCxnSpPr>
          <p:spPr>
            <a:xfrm>
              <a:off x="0" y="1263700"/>
              <a:ext cx="12188952" cy="0"/>
            </a:xfrm>
            <a:prstGeom prst="line">
              <a:avLst/>
            </a:prstGeom>
            <a:ln w="1397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35" name="Straight Connector 534"/>
            <p:cNvCxnSpPr/>
            <p:nvPr/>
          </p:nvCxnSpPr>
          <p:spPr>
            <a:xfrm>
              <a:off x="0" y="841978"/>
              <a:ext cx="12188952" cy="0"/>
            </a:xfrm>
            <a:prstGeom prst="line">
              <a:avLst/>
            </a:prstGeom>
            <a:ln w="1397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36" name="Straight Connector 535"/>
            <p:cNvCxnSpPr/>
            <p:nvPr/>
          </p:nvCxnSpPr>
          <p:spPr>
            <a:xfrm>
              <a:off x="0" y="420256"/>
              <a:ext cx="12188952" cy="0"/>
            </a:xfrm>
            <a:prstGeom prst="line">
              <a:avLst/>
            </a:prstGeom>
            <a:ln w="1397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grpSp>
      <p:sp>
        <p:nvSpPr>
          <p:cNvPr id="537" name="Rectangle 379"/>
          <p:cNvSpPr/>
          <p:nvPr/>
        </p:nvSpPr>
        <p:spPr>
          <a:xfrm rot="18900000" flipV="1">
            <a:off x="9445819" y="-965459"/>
            <a:ext cx="13717" cy="6493220"/>
          </a:xfrm>
          <a:custGeom>
            <a:avLst/>
            <a:gdLst/>
            <a:ahLst/>
            <a:cxnLst/>
            <a:rect l="l" t="t" r="r" b="b"/>
            <a:pathLst>
              <a:path w="13717" h="6493220">
                <a:moveTo>
                  <a:pt x="1" y="6493220"/>
                </a:moveTo>
                <a:lnTo>
                  <a:pt x="13717" y="6479504"/>
                </a:lnTo>
                <a:lnTo>
                  <a:pt x="13716" y="0"/>
                </a:lnTo>
                <a:lnTo>
                  <a:pt x="0" y="13716"/>
                </a:ln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538" name="Rectangle 56"/>
          <p:cNvSpPr/>
          <p:nvPr/>
        </p:nvSpPr>
        <p:spPr>
          <a:xfrm>
            <a:off x="0" y="0"/>
            <a:ext cx="11816540" cy="4572004"/>
          </a:xfrm>
          <a:custGeom>
            <a:avLst/>
            <a:gdLst/>
            <a:ahLst/>
            <a:cxnLst/>
            <a:rect l="l" t="t" r="r" b="b"/>
            <a:pathLst>
              <a:path w="11816540" h="4572004">
                <a:moveTo>
                  <a:pt x="11802824" y="4"/>
                </a:moveTo>
                <a:lnTo>
                  <a:pt x="11816540" y="4"/>
                </a:lnTo>
                <a:lnTo>
                  <a:pt x="11816540" y="4572004"/>
                </a:lnTo>
                <a:lnTo>
                  <a:pt x="11802824" y="4572004"/>
                </a:lnTo>
                <a:close/>
                <a:moveTo>
                  <a:pt x="5901406" y="4"/>
                </a:moveTo>
                <a:lnTo>
                  <a:pt x="5915122" y="4"/>
                </a:lnTo>
                <a:lnTo>
                  <a:pt x="5915122" y="4572004"/>
                </a:lnTo>
                <a:lnTo>
                  <a:pt x="5901406" y="4572004"/>
                </a:lnTo>
                <a:close/>
                <a:moveTo>
                  <a:pt x="10959754" y="3"/>
                </a:moveTo>
                <a:lnTo>
                  <a:pt x="10973470" y="3"/>
                </a:lnTo>
                <a:lnTo>
                  <a:pt x="10973470" y="4572003"/>
                </a:lnTo>
                <a:lnTo>
                  <a:pt x="10959754" y="4572003"/>
                </a:lnTo>
                <a:close/>
                <a:moveTo>
                  <a:pt x="5058348" y="3"/>
                </a:moveTo>
                <a:lnTo>
                  <a:pt x="5072064" y="3"/>
                </a:lnTo>
                <a:lnTo>
                  <a:pt x="5072064" y="4572003"/>
                </a:lnTo>
                <a:lnTo>
                  <a:pt x="5058348" y="4572003"/>
                </a:lnTo>
                <a:close/>
                <a:moveTo>
                  <a:pt x="11381283" y="2"/>
                </a:moveTo>
                <a:lnTo>
                  <a:pt x="11394999" y="2"/>
                </a:lnTo>
                <a:lnTo>
                  <a:pt x="11394999" y="4572002"/>
                </a:lnTo>
                <a:lnTo>
                  <a:pt x="11381283" y="4572002"/>
                </a:lnTo>
                <a:close/>
                <a:moveTo>
                  <a:pt x="10538225" y="2"/>
                </a:moveTo>
                <a:lnTo>
                  <a:pt x="10551941" y="2"/>
                </a:lnTo>
                <a:lnTo>
                  <a:pt x="10551941" y="4572002"/>
                </a:lnTo>
                <a:lnTo>
                  <a:pt x="10538225" y="4572002"/>
                </a:lnTo>
                <a:close/>
                <a:moveTo>
                  <a:pt x="10116696" y="2"/>
                </a:moveTo>
                <a:lnTo>
                  <a:pt x="10130412" y="2"/>
                </a:lnTo>
                <a:lnTo>
                  <a:pt x="10130412" y="4572002"/>
                </a:lnTo>
                <a:lnTo>
                  <a:pt x="10116696" y="4572002"/>
                </a:lnTo>
                <a:close/>
                <a:moveTo>
                  <a:pt x="6322935" y="2"/>
                </a:moveTo>
                <a:lnTo>
                  <a:pt x="6336651" y="2"/>
                </a:lnTo>
                <a:lnTo>
                  <a:pt x="6336651" y="4572002"/>
                </a:lnTo>
                <a:lnTo>
                  <a:pt x="6322935" y="4572002"/>
                </a:lnTo>
                <a:close/>
                <a:moveTo>
                  <a:pt x="5479877" y="2"/>
                </a:moveTo>
                <a:lnTo>
                  <a:pt x="5493593" y="2"/>
                </a:lnTo>
                <a:lnTo>
                  <a:pt x="5493593" y="4572002"/>
                </a:lnTo>
                <a:lnTo>
                  <a:pt x="5479877" y="4572002"/>
                </a:lnTo>
                <a:close/>
                <a:moveTo>
                  <a:pt x="4636819" y="2"/>
                </a:moveTo>
                <a:lnTo>
                  <a:pt x="4650535" y="2"/>
                </a:lnTo>
                <a:lnTo>
                  <a:pt x="4650535" y="4572002"/>
                </a:lnTo>
                <a:lnTo>
                  <a:pt x="4636819" y="4572002"/>
                </a:lnTo>
                <a:close/>
                <a:moveTo>
                  <a:pt x="4215290" y="2"/>
                </a:moveTo>
                <a:lnTo>
                  <a:pt x="4229006" y="2"/>
                </a:lnTo>
                <a:lnTo>
                  <a:pt x="4229006" y="4572002"/>
                </a:lnTo>
                <a:lnTo>
                  <a:pt x="4215290" y="4572002"/>
                </a:lnTo>
                <a:close/>
                <a:moveTo>
                  <a:pt x="421529" y="2"/>
                </a:moveTo>
                <a:lnTo>
                  <a:pt x="435245" y="2"/>
                </a:lnTo>
                <a:lnTo>
                  <a:pt x="435245" y="4572002"/>
                </a:lnTo>
                <a:lnTo>
                  <a:pt x="421529" y="4572002"/>
                </a:lnTo>
                <a:close/>
                <a:moveTo>
                  <a:pt x="0" y="2"/>
                </a:moveTo>
                <a:lnTo>
                  <a:pt x="13716" y="2"/>
                </a:lnTo>
                <a:lnTo>
                  <a:pt x="13716" y="4572002"/>
                </a:lnTo>
                <a:lnTo>
                  <a:pt x="0" y="4572002"/>
                </a:lnTo>
                <a:close/>
                <a:moveTo>
                  <a:pt x="9273638" y="1"/>
                </a:moveTo>
                <a:lnTo>
                  <a:pt x="9287354" y="1"/>
                </a:lnTo>
                <a:lnTo>
                  <a:pt x="9287354" y="4572001"/>
                </a:lnTo>
                <a:lnTo>
                  <a:pt x="9273638" y="4572001"/>
                </a:lnTo>
                <a:close/>
                <a:moveTo>
                  <a:pt x="3372232" y="1"/>
                </a:moveTo>
                <a:lnTo>
                  <a:pt x="3385948" y="1"/>
                </a:lnTo>
                <a:lnTo>
                  <a:pt x="3385948" y="4572001"/>
                </a:lnTo>
                <a:lnTo>
                  <a:pt x="3372232" y="4572001"/>
                </a:lnTo>
                <a:close/>
                <a:moveTo>
                  <a:pt x="9695167" y="0"/>
                </a:moveTo>
                <a:lnTo>
                  <a:pt x="9708883" y="0"/>
                </a:lnTo>
                <a:lnTo>
                  <a:pt x="9708883" y="4572000"/>
                </a:lnTo>
                <a:lnTo>
                  <a:pt x="9695167" y="4572000"/>
                </a:lnTo>
                <a:close/>
                <a:moveTo>
                  <a:pt x="8852109" y="0"/>
                </a:moveTo>
                <a:lnTo>
                  <a:pt x="8865825" y="0"/>
                </a:lnTo>
                <a:lnTo>
                  <a:pt x="8865825" y="4572000"/>
                </a:lnTo>
                <a:lnTo>
                  <a:pt x="8852109" y="4572000"/>
                </a:lnTo>
                <a:close/>
                <a:moveTo>
                  <a:pt x="8430580" y="0"/>
                </a:moveTo>
                <a:lnTo>
                  <a:pt x="8444296" y="0"/>
                </a:lnTo>
                <a:lnTo>
                  <a:pt x="8444296" y="4572000"/>
                </a:lnTo>
                <a:lnTo>
                  <a:pt x="8430580" y="4572000"/>
                </a:lnTo>
                <a:close/>
                <a:moveTo>
                  <a:pt x="8009051" y="0"/>
                </a:moveTo>
                <a:lnTo>
                  <a:pt x="8022767" y="0"/>
                </a:lnTo>
                <a:lnTo>
                  <a:pt x="8022767" y="4572000"/>
                </a:lnTo>
                <a:lnTo>
                  <a:pt x="8009051" y="4572000"/>
                </a:lnTo>
                <a:close/>
                <a:moveTo>
                  <a:pt x="7587522" y="0"/>
                </a:moveTo>
                <a:lnTo>
                  <a:pt x="7601238" y="0"/>
                </a:lnTo>
                <a:lnTo>
                  <a:pt x="7601238" y="4572000"/>
                </a:lnTo>
                <a:lnTo>
                  <a:pt x="7587522" y="4572000"/>
                </a:lnTo>
                <a:close/>
                <a:moveTo>
                  <a:pt x="7165993" y="0"/>
                </a:moveTo>
                <a:lnTo>
                  <a:pt x="7179709" y="0"/>
                </a:lnTo>
                <a:lnTo>
                  <a:pt x="7179709" y="4572000"/>
                </a:lnTo>
                <a:lnTo>
                  <a:pt x="7165993" y="4572000"/>
                </a:lnTo>
                <a:close/>
                <a:moveTo>
                  <a:pt x="6744464" y="0"/>
                </a:moveTo>
                <a:lnTo>
                  <a:pt x="6758180" y="0"/>
                </a:lnTo>
                <a:lnTo>
                  <a:pt x="6758180" y="4572000"/>
                </a:lnTo>
                <a:lnTo>
                  <a:pt x="6744464" y="4572000"/>
                </a:lnTo>
                <a:close/>
                <a:moveTo>
                  <a:pt x="3793761" y="0"/>
                </a:moveTo>
                <a:lnTo>
                  <a:pt x="3807477" y="0"/>
                </a:lnTo>
                <a:lnTo>
                  <a:pt x="3807477" y="4572000"/>
                </a:lnTo>
                <a:lnTo>
                  <a:pt x="3793761" y="4572000"/>
                </a:lnTo>
                <a:close/>
                <a:moveTo>
                  <a:pt x="2950703" y="0"/>
                </a:moveTo>
                <a:lnTo>
                  <a:pt x="2964419" y="0"/>
                </a:lnTo>
                <a:lnTo>
                  <a:pt x="2964419" y="4572000"/>
                </a:lnTo>
                <a:lnTo>
                  <a:pt x="2950703" y="4572000"/>
                </a:lnTo>
                <a:close/>
                <a:moveTo>
                  <a:pt x="2529174" y="0"/>
                </a:moveTo>
                <a:lnTo>
                  <a:pt x="2542890" y="0"/>
                </a:lnTo>
                <a:lnTo>
                  <a:pt x="2542890" y="4572000"/>
                </a:lnTo>
                <a:lnTo>
                  <a:pt x="2529174" y="4572000"/>
                </a:lnTo>
                <a:close/>
                <a:moveTo>
                  <a:pt x="2107645" y="0"/>
                </a:moveTo>
                <a:lnTo>
                  <a:pt x="2121361" y="0"/>
                </a:lnTo>
                <a:lnTo>
                  <a:pt x="2121361" y="4572000"/>
                </a:lnTo>
                <a:lnTo>
                  <a:pt x="2107645" y="4572000"/>
                </a:lnTo>
                <a:close/>
                <a:moveTo>
                  <a:pt x="1686116" y="0"/>
                </a:moveTo>
                <a:lnTo>
                  <a:pt x="1699832" y="0"/>
                </a:lnTo>
                <a:lnTo>
                  <a:pt x="1699832" y="4572000"/>
                </a:lnTo>
                <a:lnTo>
                  <a:pt x="1686116" y="4572000"/>
                </a:lnTo>
                <a:close/>
                <a:moveTo>
                  <a:pt x="1264587" y="0"/>
                </a:moveTo>
                <a:lnTo>
                  <a:pt x="1278303" y="0"/>
                </a:lnTo>
                <a:lnTo>
                  <a:pt x="1278303" y="4572000"/>
                </a:lnTo>
                <a:lnTo>
                  <a:pt x="1264587" y="4572000"/>
                </a:lnTo>
                <a:close/>
                <a:moveTo>
                  <a:pt x="843058" y="0"/>
                </a:moveTo>
                <a:lnTo>
                  <a:pt x="856774" y="0"/>
                </a:lnTo>
                <a:lnTo>
                  <a:pt x="856774" y="4572000"/>
                </a:lnTo>
                <a:lnTo>
                  <a:pt x="843058" y="4572000"/>
                </a:ln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539" name="Rectangle 87"/>
          <p:cNvSpPr/>
          <p:nvPr/>
        </p:nvSpPr>
        <p:spPr>
          <a:xfrm rot="2700000">
            <a:off x="2311242" y="-967047"/>
            <a:ext cx="13716" cy="6570294"/>
          </a:xfrm>
          <a:custGeom>
            <a:avLst/>
            <a:gdLst/>
            <a:ahLst/>
            <a:cxnLst/>
            <a:rect l="l" t="t" r="r" b="b"/>
            <a:pathLst>
              <a:path w="13716" h="6570294">
                <a:moveTo>
                  <a:pt x="0" y="6556578"/>
                </a:moveTo>
                <a:lnTo>
                  <a:pt x="13716" y="6570294"/>
                </a:lnTo>
                <a:lnTo>
                  <a:pt x="13716" y="6570294"/>
                </a:lnTo>
                <a:lnTo>
                  <a:pt x="0" y="6556578"/>
                </a:lnTo>
                <a:close/>
                <a:moveTo>
                  <a:pt x="0" y="13716"/>
                </a:moveTo>
                <a:lnTo>
                  <a:pt x="13716" y="0"/>
                </a:lnTo>
                <a:lnTo>
                  <a:pt x="13716" y="6465786"/>
                </a:lnTo>
                <a:lnTo>
                  <a:pt x="0" y="6479502"/>
                </a:ln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540" name="Rectangle 88"/>
          <p:cNvSpPr/>
          <p:nvPr/>
        </p:nvSpPr>
        <p:spPr>
          <a:xfrm rot="2700000">
            <a:off x="3186527" y="-953751"/>
            <a:ext cx="13716" cy="6479503"/>
          </a:xfrm>
          <a:custGeom>
            <a:avLst/>
            <a:gdLst/>
            <a:ahLst/>
            <a:cxnLst/>
            <a:rect l="l" t="t" r="r" b="b"/>
            <a:pathLst>
              <a:path w="13716" h="6479503">
                <a:moveTo>
                  <a:pt x="0" y="13716"/>
                </a:moveTo>
                <a:lnTo>
                  <a:pt x="13716" y="0"/>
                </a:lnTo>
                <a:lnTo>
                  <a:pt x="13716" y="6465786"/>
                </a:lnTo>
                <a:lnTo>
                  <a:pt x="0" y="6479503"/>
                </a:ln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541" name="Rectangle 89"/>
          <p:cNvSpPr/>
          <p:nvPr/>
        </p:nvSpPr>
        <p:spPr>
          <a:xfrm rot="2700000">
            <a:off x="4029713" y="-953750"/>
            <a:ext cx="13716" cy="6479503"/>
          </a:xfrm>
          <a:custGeom>
            <a:avLst/>
            <a:gdLst/>
            <a:ahLst/>
            <a:cxnLst/>
            <a:rect l="l" t="t" r="r" b="b"/>
            <a:pathLst>
              <a:path w="13716" h="6479503">
                <a:moveTo>
                  <a:pt x="0" y="13716"/>
                </a:moveTo>
                <a:lnTo>
                  <a:pt x="13716" y="0"/>
                </a:lnTo>
                <a:lnTo>
                  <a:pt x="13716" y="6465787"/>
                </a:lnTo>
                <a:lnTo>
                  <a:pt x="0" y="6479503"/>
                </a:ln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542" name="Rectangle 90"/>
          <p:cNvSpPr/>
          <p:nvPr/>
        </p:nvSpPr>
        <p:spPr>
          <a:xfrm rot="2700000">
            <a:off x="4872899" y="-953750"/>
            <a:ext cx="13716" cy="6479503"/>
          </a:xfrm>
          <a:custGeom>
            <a:avLst/>
            <a:gdLst/>
            <a:ahLst/>
            <a:cxnLst/>
            <a:rect l="l" t="t" r="r" b="b"/>
            <a:pathLst>
              <a:path w="13716" h="6479503">
                <a:moveTo>
                  <a:pt x="0" y="13716"/>
                </a:moveTo>
                <a:lnTo>
                  <a:pt x="13716" y="0"/>
                </a:lnTo>
                <a:lnTo>
                  <a:pt x="13716" y="6465786"/>
                </a:lnTo>
                <a:lnTo>
                  <a:pt x="0" y="6479503"/>
                </a:ln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543" name="Rectangle 91"/>
          <p:cNvSpPr/>
          <p:nvPr/>
        </p:nvSpPr>
        <p:spPr>
          <a:xfrm rot="2700000">
            <a:off x="5716086" y="-953749"/>
            <a:ext cx="13716" cy="6479501"/>
          </a:xfrm>
          <a:custGeom>
            <a:avLst/>
            <a:gdLst/>
            <a:ahLst/>
            <a:cxnLst/>
            <a:rect l="l" t="t" r="r" b="b"/>
            <a:pathLst>
              <a:path w="13716" h="6479501">
                <a:moveTo>
                  <a:pt x="0" y="13716"/>
                </a:moveTo>
                <a:lnTo>
                  <a:pt x="13716" y="0"/>
                </a:lnTo>
                <a:lnTo>
                  <a:pt x="13716" y="6465785"/>
                </a:lnTo>
                <a:lnTo>
                  <a:pt x="0" y="6479501"/>
                </a:ln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544" name="Rectangle 92"/>
          <p:cNvSpPr/>
          <p:nvPr/>
        </p:nvSpPr>
        <p:spPr>
          <a:xfrm rot="2700000">
            <a:off x="6559272" y="-953750"/>
            <a:ext cx="13716" cy="6479502"/>
          </a:xfrm>
          <a:custGeom>
            <a:avLst/>
            <a:gdLst/>
            <a:ahLst/>
            <a:cxnLst/>
            <a:rect l="l" t="t" r="r" b="b"/>
            <a:pathLst>
              <a:path w="13716" h="6479502">
                <a:moveTo>
                  <a:pt x="0" y="13716"/>
                </a:moveTo>
                <a:lnTo>
                  <a:pt x="13716" y="0"/>
                </a:lnTo>
                <a:lnTo>
                  <a:pt x="13715" y="6465787"/>
                </a:lnTo>
                <a:lnTo>
                  <a:pt x="0" y="6479502"/>
                </a:ln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545" name="Rectangle 93"/>
          <p:cNvSpPr/>
          <p:nvPr/>
        </p:nvSpPr>
        <p:spPr>
          <a:xfrm rot="2700000">
            <a:off x="7402457" y="-944051"/>
            <a:ext cx="13717" cy="6479502"/>
          </a:xfrm>
          <a:custGeom>
            <a:avLst/>
            <a:gdLst/>
            <a:ahLst/>
            <a:cxnLst/>
            <a:rect l="l" t="t" r="r" b="b"/>
            <a:pathLst>
              <a:path w="13717" h="6479502">
                <a:moveTo>
                  <a:pt x="0" y="13716"/>
                </a:moveTo>
                <a:lnTo>
                  <a:pt x="13717" y="0"/>
                </a:lnTo>
                <a:lnTo>
                  <a:pt x="13716" y="6465787"/>
                </a:lnTo>
                <a:lnTo>
                  <a:pt x="1" y="6479502"/>
                </a:ln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546" name="Rectangle 94"/>
          <p:cNvSpPr/>
          <p:nvPr/>
        </p:nvSpPr>
        <p:spPr>
          <a:xfrm rot="2700000">
            <a:off x="8245644" y="-953750"/>
            <a:ext cx="13716" cy="6479502"/>
          </a:xfrm>
          <a:custGeom>
            <a:avLst/>
            <a:gdLst/>
            <a:ahLst/>
            <a:cxnLst/>
            <a:rect l="l" t="t" r="r" b="b"/>
            <a:pathLst>
              <a:path w="13716" h="6479502">
                <a:moveTo>
                  <a:pt x="0" y="13716"/>
                </a:moveTo>
                <a:lnTo>
                  <a:pt x="13716" y="0"/>
                </a:lnTo>
                <a:lnTo>
                  <a:pt x="13715" y="6465787"/>
                </a:lnTo>
                <a:lnTo>
                  <a:pt x="0" y="6479502"/>
                </a:ln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547" name="Rectangle 95"/>
          <p:cNvSpPr/>
          <p:nvPr/>
        </p:nvSpPr>
        <p:spPr>
          <a:xfrm rot="2700000">
            <a:off x="9088831" y="-953750"/>
            <a:ext cx="13717" cy="6479503"/>
          </a:xfrm>
          <a:custGeom>
            <a:avLst/>
            <a:gdLst/>
            <a:ahLst/>
            <a:cxnLst/>
            <a:rect l="l" t="t" r="r" b="b"/>
            <a:pathLst>
              <a:path w="13717" h="6479503">
                <a:moveTo>
                  <a:pt x="13717" y="0"/>
                </a:moveTo>
                <a:lnTo>
                  <a:pt x="13716" y="6465787"/>
                </a:lnTo>
                <a:lnTo>
                  <a:pt x="0" y="6479503"/>
                </a:lnTo>
                <a:lnTo>
                  <a:pt x="1" y="13717"/>
                </a:ln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548" name="Rectangle 96"/>
          <p:cNvSpPr/>
          <p:nvPr/>
        </p:nvSpPr>
        <p:spPr>
          <a:xfrm rot="2700000">
            <a:off x="9912896" y="-907596"/>
            <a:ext cx="13716" cy="6425429"/>
          </a:xfrm>
          <a:custGeom>
            <a:avLst/>
            <a:gdLst/>
            <a:ahLst/>
            <a:cxnLst/>
            <a:rect l="l" t="t" r="r" b="b"/>
            <a:pathLst>
              <a:path w="13716" h="6425429">
                <a:moveTo>
                  <a:pt x="0" y="0"/>
                </a:moveTo>
                <a:lnTo>
                  <a:pt x="13716" y="13717"/>
                </a:lnTo>
                <a:lnTo>
                  <a:pt x="13716" y="6411713"/>
                </a:lnTo>
                <a:lnTo>
                  <a:pt x="0" y="6425429"/>
                </a:ln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549" name="Rectangle 97"/>
          <p:cNvSpPr/>
          <p:nvPr/>
        </p:nvSpPr>
        <p:spPr>
          <a:xfrm rot="2700000">
            <a:off x="10334491" y="110221"/>
            <a:ext cx="13717" cy="5232981"/>
          </a:xfrm>
          <a:custGeom>
            <a:avLst/>
            <a:gdLst/>
            <a:ahLst/>
            <a:cxnLst/>
            <a:rect l="l" t="t" r="r" b="b"/>
            <a:pathLst>
              <a:path w="13717" h="5232981">
                <a:moveTo>
                  <a:pt x="0" y="0"/>
                </a:moveTo>
                <a:lnTo>
                  <a:pt x="13717" y="13716"/>
                </a:lnTo>
                <a:lnTo>
                  <a:pt x="13717" y="5219264"/>
                </a:lnTo>
                <a:lnTo>
                  <a:pt x="1" y="5232981"/>
                </a:ln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550" name="Rectangle 98"/>
          <p:cNvSpPr/>
          <p:nvPr/>
        </p:nvSpPr>
        <p:spPr>
          <a:xfrm rot="2700000">
            <a:off x="10756084" y="1128037"/>
            <a:ext cx="13716" cy="4040537"/>
          </a:xfrm>
          <a:custGeom>
            <a:avLst/>
            <a:gdLst/>
            <a:ahLst/>
            <a:cxnLst/>
            <a:rect l="l" t="t" r="r" b="b"/>
            <a:pathLst>
              <a:path w="13716" h="4040537">
                <a:moveTo>
                  <a:pt x="0" y="0"/>
                </a:moveTo>
                <a:lnTo>
                  <a:pt x="13716" y="13716"/>
                </a:lnTo>
                <a:lnTo>
                  <a:pt x="13715" y="4026822"/>
                </a:lnTo>
                <a:lnTo>
                  <a:pt x="1" y="4040537"/>
                </a:ln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551" name="Rectangle 99"/>
          <p:cNvSpPr/>
          <p:nvPr/>
        </p:nvSpPr>
        <p:spPr>
          <a:xfrm rot="2700000">
            <a:off x="11177678" y="2145853"/>
            <a:ext cx="13716" cy="2848091"/>
          </a:xfrm>
          <a:custGeom>
            <a:avLst/>
            <a:gdLst/>
            <a:ahLst/>
            <a:cxnLst/>
            <a:rect l="l" t="t" r="r" b="b"/>
            <a:pathLst>
              <a:path w="13716" h="2848091">
                <a:moveTo>
                  <a:pt x="0" y="0"/>
                </a:moveTo>
                <a:lnTo>
                  <a:pt x="13716" y="13716"/>
                </a:lnTo>
                <a:lnTo>
                  <a:pt x="13715" y="2834375"/>
                </a:lnTo>
                <a:lnTo>
                  <a:pt x="0" y="2848091"/>
                </a:ln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552" name="Rectangle 100"/>
          <p:cNvSpPr/>
          <p:nvPr/>
        </p:nvSpPr>
        <p:spPr>
          <a:xfrm rot="2700000">
            <a:off x="11599272" y="3163669"/>
            <a:ext cx="13715" cy="1655644"/>
          </a:xfrm>
          <a:custGeom>
            <a:avLst/>
            <a:gdLst/>
            <a:ahLst/>
            <a:cxnLst/>
            <a:rect l="l" t="t" r="r" b="b"/>
            <a:pathLst>
              <a:path w="13715" h="1655644">
                <a:moveTo>
                  <a:pt x="0" y="0"/>
                </a:moveTo>
                <a:lnTo>
                  <a:pt x="13715" y="13716"/>
                </a:lnTo>
                <a:lnTo>
                  <a:pt x="13715" y="1641929"/>
                </a:lnTo>
                <a:lnTo>
                  <a:pt x="0" y="1655644"/>
                </a:ln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553" name="Rectangle 101"/>
          <p:cNvSpPr/>
          <p:nvPr/>
        </p:nvSpPr>
        <p:spPr>
          <a:xfrm rot="2700000">
            <a:off x="12020868" y="4181493"/>
            <a:ext cx="13715" cy="463189"/>
          </a:xfrm>
          <a:custGeom>
            <a:avLst/>
            <a:gdLst/>
            <a:ahLst/>
            <a:cxnLst/>
            <a:rect l="l" t="t" r="r" b="b"/>
            <a:pathLst>
              <a:path w="13715" h="463189">
                <a:moveTo>
                  <a:pt x="1" y="0"/>
                </a:moveTo>
                <a:lnTo>
                  <a:pt x="13715" y="13716"/>
                </a:lnTo>
                <a:lnTo>
                  <a:pt x="13715" y="449474"/>
                </a:lnTo>
                <a:lnTo>
                  <a:pt x="0" y="463189"/>
                </a:ln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554" name="Rectangle 102"/>
          <p:cNvSpPr/>
          <p:nvPr/>
        </p:nvSpPr>
        <p:spPr>
          <a:xfrm rot="2700000">
            <a:off x="203277" y="-93899"/>
            <a:ext cx="13716" cy="608068"/>
          </a:xfrm>
          <a:custGeom>
            <a:avLst/>
            <a:gdLst/>
            <a:ahLst/>
            <a:cxnLst/>
            <a:rect l="l" t="t" r="r" b="b"/>
            <a:pathLst>
              <a:path w="13716" h="608068">
                <a:moveTo>
                  <a:pt x="0" y="13716"/>
                </a:moveTo>
                <a:lnTo>
                  <a:pt x="13716" y="0"/>
                </a:lnTo>
                <a:lnTo>
                  <a:pt x="13716" y="608068"/>
                </a:lnTo>
                <a:lnTo>
                  <a:pt x="0" y="594352"/>
                </a:ln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555" name="Rectangle 103"/>
          <p:cNvSpPr/>
          <p:nvPr/>
        </p:nvSpPr>
        <p:spPr>
          <a:xfrm rot="2700000">
            <a:off x="624870" y="-268529"/>
            <a:ext cx="13716" cy="1800514"/>
          </a:xfrm>
          <a:custGeom>
            <a:avLst/>
            <a:gdLst/>
            <a:ahLst/>
            <a:cxnLst/>
            <a:rect l="l" t="t" r="r" b="b"/>
            <a:pathLst>
              <a:path w="13716" h="1800514">
                <a:moveTo>
                  <a:pt x="0" y="13716"/>
                </a:moveTo>
                <a:lnTo>
                  <a:pt x="13716" y="0"/>
                </a:lnTo>
                <a:lnTo>
                  <a:pt x="13716" y="1800514"/>
                </a:lnTo>
                <a:lnTo>
                  <a:pt x="0" y="1786798"/>
                </a:ln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556" name="Rectangle 104"/>
          <p:cNvSpPr/>
          <p:nvPr/>
        </p:nvSpPr>
        <p:spPr>
          <a:xfrm rot="2700000">
            <a:off x="1046463" y="-443158"/>
            <a:ext cx="13716" cy="2992958"/>
          </a:xfrm>
          <a:custGeom>
            <a:avLst/>
            <a:gdLst/>
            <a:ahLst/>
            <a:cxnLst/>
            <a:rect l="l" t="t" r="r" b="b"/>
            <a:pathLst>
              <a:path w="13716" h="2992958">
                <a:moveTo>
                  <a:pt x="0" y="13716"/>
                </a:moveTo>
                <a:lnTo>
                  <a:pt x="13716" y="0"/>
                </a:lnTo>
                <a:lnTo>
                  <a:pt x="13716" y="2992958"/>
                </a:lnTo>
                <a:lnTo>
                  <a:pt x="0" y="2979242"/>
                </a:ln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557" name="Rectangle 105"/>
          <p:cNvSpPr/>
          <p:nvPr/>
        </p:nvSpPr>
        <p:spPr>
          <a:xfrm rot="2700000">
            <a:off x="1468056" y="-617788"/>
            <a:ext cx="13716" cy="4185404"/>
          </a:xfrm>
          <a:custGeom>
            <a:avLst/>
            <a:gdLst/>
            <a:ahLst/>
            <a:cxnLst/>
            <a:rect l="l" t="t" r="r" b="b"/>
            <a:pathLst>
              <a:path w="13716" h="4185404">
                <a:moveTo>
                  <a:pt x="0" y="13716"/>
                </a:moveTo>
                <a:lnTo>
                  <a:pt x="13716" y="0"/>
                </a:lnTo>
                <a:lnTo>
                  <a:pt x="13716" y="4185404"/>
                </a:lnTo>
                <a:lnTo>
                  <a:pt x="0" y="4171688"/>
                </a:ln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558" name="Rectangle 106"/>
          <p:cNvSpPr/>
          <p:nvPr/>
        </p:nvSpPr>
        <p:spPr>
          <a:xfrm rot="2700000">
            <a:off x="1889649" y="-792416"/>
            <a:ext cx="13716" cy="5377849"/>
          </a:xfrm>
          <a:custGeom>
            <a:avLst/>
            <a:gdLst/>
            <a:ahLst/>
            <a:cxnLst/>
            <a:rect l="l" t="t" r="r" b="b"/>
            <a:pathLst>
              <a:path w="13716" h="5377849">
                <a:moveTo>
                  <a:pt x="0" y="13716"/>
                </a:moveTo>
                <a:lnTo>
                  <a:pt x="13716" y="0"/>
                </a:lnTo>
                <a:lnTo>
                  <a:pt x="13716" y="5377849"/>
                </a:lnTo>
                <a:lnTo>
                  <a:pt x="0" y="5364133"/>
                </a:ln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559" name="Rectangle 148"/>
          <p:cNvSpPr/>
          <p:nvPr/>
        </p:nvSpPr>
        <p:spPr>
          <a:xfrm rot="18900000" flipV="1">
            <a:off x="2070569" y="-450209"/>
            <a:ext cx="13716" cy="5889566"/>
          </a:xfrm>
          <a:custGeom>
            <a:avLst/>
            <a:gdLst/>
            <a:ahLst/>
            <a:cxnLst/>
            <a:rect l="l" t="t" r="r" b="b"/>
            <a:pathLst>
              <a:path w="13716" h="5889566">
                <a:moveTo>
                  <a:pt x="13716" y="5889566"/>
                </a:moveTo>
                <a:lnTo>
                  <a:pt x="13716" y="0"/>
                </a:lnTo>
                <a:lnTo>
                  <a:pt x="0" y="13716"/>
                </a:lnTo>
                <a:lnTo>
                  <a:pt x="0" y="5875850"/>
                </a:ln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560" name="Rectangle 323"/>
          <p:cNvSpPr/>
          <p:nvPr/>
        </p:nvSpPr>
        <p:spPr>
          <a:xfrm rot="18900000" flipV="1">
            <a:off x="1648976" y="567610"/>
            <a:ext cx="13716" cy="4697119"/>
          </a:xfrm>
          <a:custGeom>
            <a:avLst/>
            <a:gdLst/>
            <a:ahLst/>
            <a:cxnLst/>
            <a:rect l="l" t="t" r="r" b="b"/>
            <a:pathLst>
              <a:path w="13716" h="4697119">
                <a:moveTo>
                  <a:pt x="13716" y="4697119"/>
                </a:moveTo>
                <a:lnTo>
                  <a:pt x="13716" y="0"/>
                </a:lnTo>
                <a:lnTo>
                  <a:pt x="0" y="13716"/>
                </a:lnTo>
                <a:lnTo>
                  <a:pt x="0" y="4683403"/>
                </a:ln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561" name="Rectangle 324"/>
          <p:cNvSpPr/>
          <p:nvPr/>
        </p:nvSpPr>
        <p:spPr>
          <a:xfrm rot="18900000" flipV="1">
            <a:off x="1227383" y="1585424"/>
            <a:ext cx="13716" cy="3504674"/>
          </a:xfrm>
          <a:custGeom>
            <a:avLst/>
            <a:gdLst/>
            <a:ahLst/>
            <a:cxnLst/>
            <a:rect l="l" t="t" r="r" b="b"/>
            <a:pathLst>
              <a:path w="13716" h="3504674">
                <a:moveTo>
                  <a:pt x="13716" y="3504674"/>
                </a:moveTo>
                <a:lnTo>
                  <a:pt x="13716" y="0"/>
                </a:lnTo>
                <a:lnTo>
                  <a:pt x="0" y="13716"/>
                </a:lnTo>
                <a:lnTo>
                  <a:pt x="0" y="3490958"/>
                </a:ln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562" name="Rectangle 325"/>
          <p:cNvSpPr/>
          <p:nvPr/>
        </p:nvSpPr>
        <p:spPr>
          <a:xfrm rot="18900000" flipV="1">
            <a:off x="805790" y="2603242"/>
            <a:ext cx="13716" cy="2312226"/>
          </a:xfrm>
          <a:custGeom>
            <a:avLst/>
            <a:gdLst/>
            <a:ahLst/>
            <a:cxnLst/>
            <a:rect l="l" t="t" r="r" b="b"/>
            <a:pathLst>
              <a:path w="13716" h="2312226">
                <a:moveTo>
                  <a:pt x="13716" y="2312226"/>
                </a:moveTo>
                <a:lnTo>
                  <a:pt x="13716" y="0"/>
                </a:lnTo>
                <a:lnTo>
                  <a:pt x="0" y="13716"/>
                </a:lnTo>
                <a:lnTo>
                  <a:pt x="0" y="2298510"/>
                </a:ln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563" name="Rectangle 326"/>
          <p:cNvSpPr/>
          <p:nvPr/>
        </p:nvSpPr>
        <p:spPr>
          <a:xfrm rot="18900000" flipV="1">
            <a:off x="384198" y="3621057"/>
            <a:ext cx="13716" cy="1119782"/>
          </a:xfrm>
          <a:custGeom>
            <a:avLst/>
            <a:gdLst/>
            <a:ahLst/>
            <a:cxnLst/>
            <a:rect l="l" t="t" r="r" b="b"/>
            <a:pathLst>
              <a:path w="13716" h="1119782">
                <a:moveTo>
                  <a:pt x="13716" y="1119782"/>
                </a:moveTo>
                <a:lnTo>
                  <a:pt x="13716" y="0"/>
                </a:lnTo>
                <a:lnTo>
                  <a:pt x="0" y="13716"/>
                </a:lnTo>
                <a:lnTo>
                  <a:pt x="0" y="1106066"/>
                </a:ln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564" name="Rectangle 371"/>
          <p:cNvSpPr/>
          <p:nvPr/>
        </p:nvSpPr>
        <p:spPr>
          <a:xfrm rot="18900000" flipV="1">
            <a:off x="2705180" y="-953749"/>
            <a:ext cx="13716" cy="6479500"/>
          </a:xfrm>
          <a:custGeom>
            <a:avLst/>
            <a:gdLst/>
            <a:ahLst/>
            <a:cxnLst/>
            <a:rect l="l" t="t" r="r" b="b"/>
            <a:pathLst>
              <a:path w="13716" h="6479500">
                <a:moveTo>
                  <a:pt x="0" y="6479500"/>
                </a:moveTo>
                <a:lnTo>
                  <a:pt x="13716" y="6465784"/>
                </a:lnTo>
                <a:lnTo>
                  <a:pt x="13716" y="0"/>
                </a:lnTo>
                <a:lnTo>
                  <a:pt x="0" y="13716"/>
                </a:ln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565" name="Rectangle 373"/>
          <p:cNvSpPr/>
          <p:nvPr/>
        </p:nvSpPr>
        <p:spPr>
          <a:xfrm rot="18900000" flipV="1">
            <a:off x="4391552" y="-953749"/>
            <a:ext cx="13716" cy="6479500"/>
          </a:xfrm>
          <a:custGeom>
            <a:avLst/>
            <a:gdLst/>
            <a:ahLst/>
            <a:cxnLst/>
            <a:rect l="l" t="t" r="r" b="b"/>
            <a:pathLst>
              <a:path w="13716" h="6479500">
                <a:moveTo>
                  <a:pt x="0" y="6479500"/>
                </a:moveTo>
                <a:lnTo>
                  <a:pt x="13716" y="6465784"/>
                </a:lnTo>
                <a:lnTo>
                  <a:pt x="13716" y="0"/>
                </a:lnTo>
                <a:lnTo>
                  <a:pt x="0" y="13715"/>
                </a:ln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566" name="Rectangle 375"/>
          <p:cNvSpPr/>
          <p:nvPr/>
        </p:nvSpPr>
        <p:spPr>
          <a:xfrm rot="18900000" flipV="1">
            <a:off x="6077925" y="-953749"/>
            <a:ext cx="13716" cy="6479501"/>
          </a:xfrm>
          <a:custGeom>
            <a:avLst/>
            <a:gdLst/>
            <a:ahLst/>
            <a:cxnLst/>
            <a:rect l="l" t="t" r="r" b="b"/>
            <a:pathLst>
              <a:path w="13716" h="6479501">
                <a:moveTo>
                  <a:pt x="0" y="6479501"/>
                </a:moveTo>
                <a:lnTo>
                  <a:pt x="13716" y="6465785"/>
                </a:lnTo>
                <a:lnTo>
                  <a:pt x="13716" y="0"/>
                </a:lnTo>
                <a:lnTo>
                  <a:pt x="0" y="13716"/>
                </a:ln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567" name="Rectangle 376"/>
          <p:cNvSpPr/>
          <p:nvPr/>
        </p:nvSpPr>
        <p:spPr>
          <a:xfrm rot="18900000" flipV="1">
            <a:off x="6916261" y="-965458"/>
            <a:ext cx="13716" cy="6493219"/>
          </a:xfrm>
          <a:custGeom>
            <a:avLst/>
            <a:gdLst/>
            <a:ahLst/>
            <a:cxnLst/>
            <a:rect l="l" t="t" r="r" b="b"/>
            <a:pathLst>
              <a:path w="13716" h="6493219">
                <a:moveTo>
                  <a:pt x="13716" y="6479504"/>
                </a:moveTo>
                <a:lnTo>
                  <a:pt x="13716" y="0"/>
                </a:lnTo>
                <a:lnTo>
                  <a:pt x="0" y="13717"/>
                </a:lnTo>
                <a:lnTo>
                  <a:pt x="0" y="6493219"/>
                </a:ln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568" name="Rectangle 377"/>
          <p:cNvSpPr/>
          <p:nvPr/>
        </p:nvSpPr>
        <p:spPr>
          <a:xfrm rot="18900000" flipV="1">
            <a:off x="7759447" y="-965458"/>
            <a:ext cx="13717" cy="6493219"/>
          </a:xfrm>
          <a:custGeom>
            <a:avLst/>
            <a:gdLst/>
            <a:ahLst/>
            <a:cxnLst/>
            <a:rect l="l" t="t" r="r" b="b"/>
            <a:pathLst>
              <a:path w="13717" h="6493219">
                <a:moveTo>
                  <a:pt x="0" y="6493219"/>
                </a:moveTo>
                <a:lnTo>
                  <a:pt x="13716" y="6479502"/>
                </a:lnTo>
                <a:lnTo>
                  <a:pt x="13717" y="0"/>
                </a:lnTo>
                <a:lnTo>
                  <a:pt x="0" y="13716"/>
                </a:ln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569" name="Rectangle 378"/>
          <p:cNvSpPr/>
          <p:nvPr/>
        </p:nvSpPr>
        <p:spPr>
          <a:xfrm rot="18900000" flipV="1">
            <a:off x="8602633" y="-965458"/>
            <a:ext cx="13716" cy="6493219"/>
          </a:xfrm>
          <a:custGeom>
            <a:avLst/>
            <a:gdLst/>
            <a:ahLst/>
            <a:cxnLst/>
            <a:rect l="l" t="t" r="r" b="b"/>
            <a:pathLst>
              <a:path w="13716" h="6493219">
                <a:moveTo>
                  <a:pt x="13716" y="6479504"/>
                </a:moveTo>
                <a:lnTo>
                  <a:pt x="13716" y="0"/>
                </a:lnTo>
                <a:lnTo>
                  <a:pt x="0" y="13716"/>
                </a:lnTo>
                <a:lnTo>
                  <a:pt x="0" y="6493219"/>
                </a:ln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570" name="Rectangle 138"/>
          <p:cNvSpPr/>
          <p:nvPr/>
        </p:nvSpPr>
        <p:spPr>
          <a:xfrm rot="18900000" flipV="1">
            <a:off x="10088968" y="-882602"/>
            <a:ext cx="13716" cy="5927431"/>
          </a:xfrm>
          <a:custGeom>
            <a:avLst/>
            <a:gdLst/>
            <a:ahLst/>
            <a:cxnLst/>
            <a:rect l="l" t="t" r="r" b="b"/>
            <a:pathLst>
              <a:path w="13716" h="5927431">
                <a:moveTo>
                  <a:pt x="0" y="5927431"/>
                </a:moveTo>
                <a:lnTo>
                  <a:pt x="13715" y="5913716"/>
                </a:lnTo>
                <a:lnTo>
                  <a:pt x="13716" y="13716"/>
                </a:lnTo>
                <a:lnTo>
                  <a:pt x="0" y="0"/>
                </a:ln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571" name="Rectangle 139"/>
          <p:cNvSpPr/>
          <p:nvPr/>
        </p:nvSpPr>
        <p:spPr>
          <a:xfrm rot="18900000" flipV="1">
            <a:off x="10510562" y="-707971"/>
            <a:ext cx="13716" cy="4734985"/>
          </a:xfrm>
          <a:custGeom>
            <a:avLst/>
            <a:gdLst/>
            <a:ahLst/>
            <a:cxnLst/>
            <a:rect l="l" t="t" r="r" b="b"/>
            <a:pathLst>
              <a:path w="13716" h="4734985">
                <a:moveTo>
                  <a:pt x="0" y="4734985"/>
                </a:moveTo>
                <a:lnTo>
                  <a:pt x="13715" y="4721270"/>
                </a:lnTo>
                <a:lnTo>
                  <a:pt x="13716" y="13715"/>
                </a:lnTo>
                <a:lnTo>
                  <a:pt x="0" y="0"/>
                </a:ln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572" name="Rectangle 140"/>
          <p:cNvSpPr/>
          <p:nvPr/>
        </p:nvSpPr>
        <p:spPr>
          <a:xfrm rot="18900000" flipV="1">
            <a:off x="10932155" y="-533342"/>
            <a:ext cx="13716" cy="3542540"/>
          </a:xfrm>
          <a:custGeom>
            <a:avLst/>
            <a:gdLst/>
            <a:ahLst/>
            <a:cxnLst/>
            <a:rect l="l" t="t" r="r" b="b"/>
            <a:pathLst>
              <a:path w="13716" h="3542540">
                <a:moveTo>
                  <a:pt x="0" y="3542540"/>
                </a:moveTo>
                <a:lnTo>
                  <a:pt x="13715" y="3528825"/>
                </a:lnTo>
                <a:lnTo>
                  <a:pt x="13716" y="13716"/>
                </a:lnTo>
                <a:lnTo>
                  <a:pt x="0" y="0"/>
                </a:ln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573" name="Rectangle 141"/>
          <p:cNvSpPr/>
          <p:nvPr/>
        </p:nvSpPr>
        <p:spPr>
          <a:xfrm rot="18900000" flipV="1">
            <a:off x="11353748" y="-358712"/>
            <a:ext cx="13716" cy="2350095"/>
          </a:xfrm>
          <a:custGeom>
            <a:avLst/>
            <a:gdLst/>
            <a:ahLst/>
            <a:cxnLst/>
            <a:rect l="l" t="t" r="r" b="b"/>
            <a:pathLst>
              <a:path w="13716" h="2350095">
                <a:moveTo>
                  <a:pt x="0" y="2350095"/>
                </a:moveTo>
                <a:lnTo>
                  <a:pt x="13715" y="2336380"/>
                </a:lnTo>
                <a:lnTo>
                  <a:pt x="13716" y="13714"/>
                </a:lnTo>
                <a:lnTo>
                  <a:pt x="0" y="0"/>
                </a:ln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574" name="Rectangle 142"/>
          <p:cNvSpPr/>
          <p:nvPr/>
        </p:nvSpPr>
        <p:spPr>
          <a:xfrm rot="18900000" flipV="1">
            <a:off x="11775341" y="-184083"/>
            <a:ext cx="13716" cy="1157650"/>
          </a:xfrm>
          <a:custGeom>
            <a:avLst/>
            <a:gdLst/>
            <a:ahLst/>
            <a:cxnLst/>
            <a:rect l="l" t="t" r="r" b="b"/>
            <a:pathLst>
              <a:path w="13716" h="1157650">
                <a:moveTo>
                  <a:pt x="0" y="1157650"/>
                </a:moveTo>
                <a:lnTo>
                  <a:pt x="13716" y="1143934"/>
                </a:lnTo>
                <a:lnTo>
                  <a:pt x="13716" y="13716"/>
                </a:lnTo>
                <a:lnTo>
                  <a:pt x="0" y="0"/>
                </a:ln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575" name="Rectangle 372"/>
          <p:cNvSpPr/>
          <p:nvPr/>
        </p:nvSpPr>
        <p:spPr>
          <a:xfrm rot="18900000" flipV="1">
            <a:off x="3543517" y="-965458"/>
            <a:ext cx="13716" cy="6493219"/>
          </a:xfrm>
          <a:custGeom>
            <a:avLst/>
            <a:gdLst/>
            <a:ahLst/>
            <a:cxnLst/>
            <a:rect l="l" t="t" r="r" b="b"/>
            <a:pathLst>
              <a:path w="13716" h="6493219">
                <a:moveTo>
                  <a:pt x="0" y="6493219"/>
                </a:moveTo>
                <a:lnTo>
                  <a:pt x="13716" y="6479503"/>
                </a:lnTo>
                <a:lnTo>
                  <a:pt x="13716" y="0"/>
                </a:lnTo>
                <a:lnTo>
                  <a:pt x="0" y="13716"/>
                </a:ln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576" name="Rectangle 374"/>
          <p:cNvSpPr/>
          <p:nvPr/>
        </p:nvSpPr>
        <p:spPr>
          <a:xfrm rot="18900000" flipV="1">
            <a:off x="5229889" y="-965458"/>
            <a:ext cx="13716" cy="6493220"/>
          </a:xfrm>
          <a:custGeom>
            <a:avLst/>
            <a:gdLst/>
            <a:ahLst/>
            <a:cxnLst/>
            <a:rect l="l" t="t" r="r" b="b"/>
            <a:pathLst>
              <a:path w="13716" h="6493220">
                <a:moveTo>
                  <a:pt x="0" y="6493220"/>
                </a:moveTo>
                <a:lnTo>
                  <a:pt x="13716" y="6479504"/>
                </a:lnTo>
                <a:lnTo>
                  <a:pt x="13716" y="0"/>
                </a:lnTo>
                <a:lnTo>
                  <a:pt x="0" y="13716"/>
                </a:ln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577" name="Teardrop 3"/>
          <p:cNvSpPr/>
          <p:nvPr/>
        </p:nvSpPr>
        <p:spPr>
          <a:xfrm rot="5400000" flipH="1" flipV="1">
            <a:off x="6442772" y="109541"/>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578" name="Teardrop 3"/>
          <p:cNvSpPr/>
          <p:nvPr/>
        </p:nvSpPr>
        <p:spPr>
          <a:xfrm rot="5400000" flipH="1" flipV="1">
            <a:off x="-148774" y="258315"/>
            <a:ext cx="612648" cy="315100"/>
          </a:xfrm>
          <a:custGeom>
            <a:avLst/>
            <a:gdLst/>
            <a:ahLst/>
            <a:cxnLst/>
            <a:rect l="l" t="t" r="r" b="b"/>
            <a:pathLst>
              <a:path w="612648" h="315100">
                <a:moveTo>
                  <a:pt x="239386" y="75670"/>
                </a:moveTo>
                <a:cubicBezTo>
                  <a:pt x="230866" y="67149"/>
                  <a:pt x="224313" y="57406"/>
                  <a:pt x="219944" y="46909"/>
                </a:cubicBezTo>
                <a:cubicBezTo>
                  <a:pt x="207099" y="60107"/>
                  <a:pt x="182914" y="65356"/>
                  <a:pt x="163810" y="64989"/>
                </a:cubicBezTo>
                <a:cubicBezTo>
                  <a:pt x="113791" y="64989"/>
                  <a:pt x="73243" y="105538"/>
                  <a:pt x="73243" y="155556"/>
                </a:cubicBezTo>
                <a:cubicBezTo>
                  <a:pt x="73243" y="179467"/>
                  <a:pt x="82509" y="201213"/>
                  <a:pt x="97830" y="217225"/>
                </a:cubicBezTo>
                <a:close/>
                <a:moveTo>
                  <a:pt x="268191" y="95157"/>
                </a:moveTo>
                <a:cubicBezTo>
                  <a:pt x="257695" y="90787"/>
                  <a:pt x="247952" y="84234"/>
                  <a:pt x="239431" y="75715"/>
                </a:cubicBezTo>
                <a:lnTo>
                  <a:pt x="97875" y="217270"/>
                </a:lnTo>
                <a:cubicBezTo>
                  <a:pt x="113887" y="232591"/>
                  <a:pt x="135634" y="241857"/>
                  <a:pt x="159544" y="241857"/>
                </a:cubicBezTo>
                <a:cubicBezTo>
                  <a:pt x="184553" y="241857"/>
                  <a:pt x="207195" y="231720"/>
                  <a:pt x="223585" y="215331"/>
                </a:cubicBezTo>
                <a:cubicBezTo>
                  <a:pt x="239974" y="198941"/>
                  <a:pt x="250111" y="176299"/>
                  <a:pt x="250111" y="151290"/>
                </a:cubicBezTo>
                <a:cubicBezTo>
                  <a:pt x="249745" y="132187"/>
                  <a:pt x="254994" y="108002"/>
                  <a:pt x="268191" y="95157"/>
                </a:cubicBezTo>
                <a:close/>
                <a:moveTo>
                  <a:pt x="391275" y="232488"/>
                </a:moveTo>
                <a:cubicBezTo>
                  <a:pt x="366688" y="214199"/>
                  <a:pt x="350981" y="184860"/>
                  <a:pt x="350981" y="151853"/>
                </a:cubicBezTo>
                <a:cubicBezTo>
                  <a:pt x="351479" y="125869"/>
                  <a:pt x="347689" y="109892"/>
                  <a:pt x="331337" y="99934"/>
                </a:cubicBezTo>
                <a:cubicBezTo>
                  <a:pt x="315088" y="104415"/>
                  <a:pt x="297874" y="104335"/>
                  <a:pt x="281637" y="99721"/>
                </a:cubicBezTo>
                <a:cubicBezTo>
                  <a:pt x="265010" y="109675"/>
                  <a:pt x="261165" y="125694"/>
                  <a:pt x="261667" y="151853"/>
                </a:cubicBezTo>
                <a:cubicBezTo>
                  <a:pt x="261667" y="179968"/>
                  <a:pt x="250271" y="205421"/>
                  <a:pt x="231846" y="223846"/>
                </a:cubicBezTo>
                <a:lnTo>
                  <a:pt x="221347" y="232509"/>
                </a:lnTo>
                <a:cubicBezTo>
                  <a:pt x="224389" y="249009"/>
                  <a:pt x="232545" y="264623"/>
                  <a:pt x="245300" y="277378"/>
                </a:cubicBezTo>
                <a:cubicBezTo>
                  <a:pt x="262207" y="294285"/>
                  <a:pt x="284136" y="303111"/>
                  <a:pt x="306292" y="303599"/>
                </a:cubicBezTo>
                <a:lnTo>
                  <a:pt x="306292" y="218433"/>
                </a:lnTo>
                <a:lnTo>
                  <a:pt x="306356" y="218433"/>
                </a:lnTo>
                <a:lnTo>
                  <a:pt x="306356" y="303599"/>
                </a:lnTo>
                <a:cubicBezTo>
                  <a:pt x="328512" y="303110"/>
                  <a:pt x="350441" y="294285"/>
                  <a:pt x="367348" y="277378"/>
                </a:cubicBezTo>
                <a:cubicBezTo>
                  <a:pt x="380109" y="264617"/>
                  <a:pt x="388266" y="248996"/>
                  <a:pt x="391275" y="232488"/>
                </a:cubicBezTo>
                <a:close/>
                <a:moveTo>
                  <a:pt x="514773" y="217271"/>
                </a:moveTo>
                <a:lnTo>
                  <a:pt x="373218" y="75716"/>
                </a:lnTo>
                <a:cubicBezTo>
                  <a:pt x="364700" y="84231"/>
                  <a:pt x="354962" y="90781"/>
                  <a:pt x="344508" y="95209"/>
                </a:cubicBezTo>
                <a:cubicBezTo>
                  <a:pt x="357668" y="108066"/>
                  <a:pt x="362903" y="132212"/>
                  <a:pt x="362537" y="151290"/>
                </a:cubicBezTo>
                <a:cubicBezTo>
                  <a:pt x="362537" y="201309"/>
                  <a:pt x="403085" y="241857"/>
                  <a:pt x="453104" y="241857"/>
                </a:cubicBezTo>
                <a:cubicBezTo>
                  <a:pt x="477015" y="241857"/>
                  <a:pt x="498761" y="232592"/>
                  <a:pt x="514773" y="217271"/>
                </a:cubicBezTo>
                <a:close/>
                <a:moveTo>
                  <a:pt x="539405" y="155556"/>
                </a:moveTo>
                <a:cubicBezTo>
                  <a:pt x="539405" y="105538"/>
                  <a:pt x="498856" y="64989"/>
                  <a:pt x="448838" y="64989"/>
                </a:cubicBezTo>
                <a:cubicBezTo>
                  <a:pt x="429760" y="65355"/>
                  <a:pt x="405614" y="60121"/>
                  <a:pt x="392756" y="46961"/>
                </a:cubicBezTo>
                <a:cubicBezTo>
                  <a:pt x="388329" y="57415"/>
                  <a:pt x="381778" y="67153"/>
                  <a:pt x="373263" y="75671"/>
                </a:cubicBezTo>
                <a:lnTo>
                  <a:pt x="514818" y="217225"/>
                </a:lnTo>
                <a:cubicBezTo>
                  <a:pt x="530139" y="201213"/>
                  <a:pt x="539405" y="179467"/>
                  <a:pt x="539405" y="155556"/>
                </a:cubicBezTo>
                <a:close/>
                <a:moveTo>
                  <a:pt x="612648" y="8776"/>
                </a:moveTo>
                <a:cubicBezTo>
                  <a:pt x="612257" y="34030"/>
                  <a:pt x="602326" y="59101"/>
                  <a:pt x="583058" y="78369"/>
                </a:cubicBezTo>
                <a:cubicBezTo>
                  <a:pt x="569890" y="91537"/>
                  <a:pt x="554014" y="100343"/>
                  <a:pt x="537134" y="104416"/>
                </a:cubicBezTo>
                <a:cubicBezTo>
                  <a:pt x="546224" y="119205"/>
                  <a:pt x="551214" y="136643"/>
                  <a:pt x="551214" y="155247"/>
                </a:cubicBezTo>
                <a:cubicBezTo>
                  <a:pt x="551214" y="182497"/>
                  <a:pt x="540509" y="207247"/>
                  <a:pt x="522928" y="225380"/>
                </a:cubicBezTo>
                <a:lnTo>
                  <a:pt x="522928" y="225380"/>
                </a:lnTo>
                <a:cubicBezTo>
                  <a:pt x="504794" y="242961"/>
                  <a:pt x="480044" y="253667"/>
                  <a:pt x="452794" y="253667"/>
                </a:cubicBezTo>
                <a:cubicBezTo>
                  <a:pt x="434191" y="253667"/>
                  <a:pt x="416753" y="248677"/>
                  <a:pt x="401964" y="239586"/>
                </a:cubicBezTo>
                <a:cubicBezTo>
                  <a:pt x="397891" y="256466"/>
                  <a:pt x="389084" y="272342"/>
                  <a:pt x="375917" y="285509"/>
                </a:cubicBezTo>
                <a:cubicBezTo>
                  <a:pt x="356649" y="304778"/>
                  <a:pt x="331578" y="314709"/>
                  <a:pt x="306324" y="315100"/>
                </a:cubicBezTo>
                <a:lnTo>
                  <a:pt x="306324" y="315100"/>
                </a:lnTo>
                <a:cubicBezTo>
                  <a:pt x="281070" y="314709"/>
                  <a:pt x="255999" y="304778"/>
                  <a:pt x="236731" y="285509"/>
                </a:cubicBezTo>
                <a:cubicBezTo>
                  <a:pt x="223570" y="272349"/>
                  <a:pt x="214766" y="256482"/>
                  <a:pt x="210610" y="239626"/>
                </a:cubicBezTo>
                <a:cubicBezTo>
                  <a:pt x="195839" y="248693"/>
                  <a:pt x="178427" y="253666"/>
                  <a:pt x="159854" y="253666"/>
                </a:cubicBezTo>
                <a:cubicBezTo>
                  <a:pt x="132604" y="253666"/>
                  <a:pt x="107854" y="242961"/>
                  <a:pt x="89720" y="225380"/>
                </a:cubicBezTo>
                <a:lnTo>
                  <a:pt x="89720" y="225380"/>
                </a:lnTo>
                <a:cubicBezTo>
                  <a:pt x="72139" y="207247"/>
                  <a:pt x="61434" y="182497"/>
                  <a:pt x="61434" y="155247"/>
                </a:cubicBezTo>
                <a:cubicBezTo>
                  <a:pt x="61434" y="136673"/>
                  <a:pt x="66407" y="119262"/>
                  <a:pt x="75474" y="104490"/>
                </a:cubicBezTo>
                <a:cubicBezTo>
                  <a:pt x="58618" y="100334"/>
                  <a:pt x="42751" y="91530"/>
                  <a:pt x="29591" y="78369"/>
                </a:cubicBezTo>
                <a:cubicBezTo>
                  <a:pt x="10322" y="59101"/>
                  <a:pt x="391" y="34030"/>
                  <a:pt x="0" y="8776"/>
                </a:cubicBezTo>
                <a:lnTo>
                  <a:pt x="0" y="8776"/>
                </a:lnTo>
                <a:lnTo>
                  <a:pt x="1828" y="0"/>
                </a:lnTo>
                <a:lnTo>
                  <a:pt x="13374" y="0"/>
                </a:lnTo>
                <a:cubicBezTo>
                  <a:pt x="11782" y="2802"/>
                  <a:pt x="11567" y="5771"/>
                  <a:pt x="11501" y="8744"/>
                </a:cubicBezTo>
                <a:lnTo>
                  <a:pt x="96667" y="8744"/>
                </a:lnTo>
                <a:lnTo>
                  <a:pt x="96667" y="8808"/>
                </a:lnTo>
                <a:lnTo>
                  <a:pt x="11501" y="8808"/>
                </a:lnTo>
                <a:cubicBezTo>
                  <a:pt x="11989" y="30964"/>
                  <a:pt x="20815" y="52893"/>
                  <a:pt x="37722" y="69800"/>
                </a:cubicBezTo>
                <a:cubicBezTo>
                  <a:pt x="50477" y="82555"/>
                  <a:pt x="66091" y="90711"/>
                  <a:pt x="82591" y="93753"/>
                </a:cubicBezTo>
                <a:cubicBezTo>
                  <a:pt x="100880" y="69151"/>
                  <a:pt x="130228" y="53433"/>
                  <a:pt x="163247" y="53433"/>
                </a:cubicBezTo>
                <a:cubicBezTo>
                  <a:pt x="186137" y="53872"/>
                  <a:pt x="201262" y="50984"/>
                  <a:pt x="211354" y="39116"/>
                </a:cubicBezTo>
                <a:cubicBezTo>
                  <a:pt x="212796" y="37420"/>
                  <a:pt x="214135" y="35542"/>
                  <a:pt x="215380" y="33463"/>
                </a:cubicBezTo>
                <a:lnTo>
                  <a:pt x="215236" y="0"/>
                </a:lnTo>
                <a:lnTo>
                  <a:pt x="223506" y="0"/>
                </a:lnTo>
                <a:cubicBezTo>
                  <a:pt x="219687" y="24354"/>
                  <a:pt x="227777" y="49750"/>
                  <a:pt x="246535" y="68520"/>
                </a:cubicBezTo>
                <a:lnTo>
                  <a:pt x="254763" y="60293"/>
                </a:lnTo>
                <a:cubicBezTo>
                  <a:pt x="254771" y="60299"/>
                  <a:pt x="254778" y="60307"/>
                  <a:pt x="254786" y="60315"/>
                </a:cubicBezTo>
                <a:lnTo>
                  <a:pt x="254808" y="60338"/>
                </a:lnTo>
                <a:lnTo>
                  <a:pt x="246580" y="68565"/>
                </a:lnTo>
                <a:cubicBezTo>
                  <a:pt x="279582" y="101547"/>
                  <a:pt x="333066" y="101547"/>
                  <a:pt x="366068" y="68565"/>
                </a:cubicBezTo>
                <a:lnTo>
                  <a:pt x="357840" y="60338"/>
                </a:lnTo>
                <a:cubicBezTo>
                  <a:pt x="357847" y="60330"/>
                  <a:pt x="357855" y="60322"/>
                  <a:pt x="357862" y="60315"/>
                </a:cubicBezTo>
                <a:lnTo>
                  <a:pt x="357885" y="60293"/>
                </a:lnTo>
                <a:lnTo>
                  <a:pt x="366113" y="68520"/>
                </a:lnTo>
                <a:cubicBezTo>
                  <a:pt x="384871" y="49750"/>
                  <a:pt x="392961" y="24354"/>
                  <a:pt x="389142" y="0"/>
                </a:cubicBezTo>
                <a:lnTo>
                  <a:pt x="397337" y="0"/>
                </a:lnTo>
                <a:cubicBezTo>
                  <a:pt x="401478" y="11094"/>
                  <a:pt x="400548" y="22668"/>
                  <a:pt x="397481" y="33790"/>
                </a:cubicBezTo>
                <a:cubicBezTo>
                  <a:pt x="407439" y="50142"/>
                  <a:pt x="423417" y="53932"/>
                  <a:pt x="449401" y="53433"/>
                </a:cubicBezTo>
                <a:cubicBezTo>
                  <a:pt x="482407" y="53434"/>
                  <a:pt x="511746" y="69140"/>
                  <a:pt x="530035" y="93727"/>
                </a:cubicBezTo>
                <a:cubicBezTo>
                  <a:pt x="546543" y="90718"/>
                  <a:pt x="562165" y="82561"/>
                  <a:pt x="574926" y="69800"/>
                </a:cubicBezTo>
                <a:cubicBezTo>
                  <a:pt x="591833" y="52893"/>
                  <a:pt x="600658" y="30964"/>
                  <a:pt x="601147" y="8808"/>
                </a:cubicBezTo>
                <a:lnTo>
                  <a:pt x="515981" y="8808"/>
                </a:lnTo>
                <a:lnTo>
                  <a:pt x="515981" y="8744"/>
                </a:lnTo>
                <a:lnTo>
                  <a:pt x="601147" y="8744"/>
                </a:lnTo>
                <a:lnTo>
                  <a:pt x="599274" y="0"/>
                </a:lnTo>
                <a:lnTo>
                  <a:pt x="610820" y="0"/>
                </a:lnTo>
                <a:cubicBezTo>
                  <a:pt x="612423" y="2826"/>
                  <a:pt x="612602" y="5800"/>
                  <a:pt x="612648" y="8776"/>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579" name="Teardrop 3"/>
          <p:cNvSpPr/>
          <p:nvPr/>
        </p:nvSpPr>
        <p:spPr>
          <a:xfrm rot="5400000" flipH="1" flipV="1">
            <a:off x="1387532" y="109541"/>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580" name="Teardrop 3"/>
          <p:cNvSpPr/>
          <p:nvPr/>
        </p:nvSpPr>
        <p:spPr>
          <a:xfrm rot="5400000" flipH="1" flipV="1">
            <a:off x="2230072" y="109541"/>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581" name="Teardrop 3"/>
          <p:cNvSpPr/>
          <p:nvPr/>
        </p:nvSpPr>
        <p:spPr>
          <a:xfrm rot="5400000" flipH="1" flipV="1">
            <a:off x="3072612" y="109541"/>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582" name="Teardrop 3"/>
          <p:cNvSpPr/>
          <p:nvPr/>
        </p:nvSpPr>
        <p:spPr>
          <a:xfrm rot="5400000" flipH="1" flipV="1">
            <a:off x="3915152" y="109541"/>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583" name="Teardrop 3"/>
          <p:cNvSpPr/>
          <p:nvPr/>
        </p:nvSpPr>
        <p:spPr>
          <a:xfrm rot="5400000" flipH="1" flipV="1">
            <a:off x="4757692" y="109541"/>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584" name="Teardrop 3"/>
          <p:cNvSpPr/>
          <p:nvPr/>
        </p:nvSpPr>
        <p:spPr>
          <a:xfrm rot="5400000" flipH="1" flipV="1">
            <a:off x="5600232" y="109541"/>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585" name="Teardrop 3"/>
          <p:cNvSpPr/>
          <p:nvPr/>
        </p:nvSpPr>
        <p:spPr>
          <a:xfrm rot="5400000" flipH="1" flipV="1">
            <a:off x="8127852" y="109541"/>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586" name="Teardrop 3"/>
          <p:cNvSpPr/>
          <p:nvPr/>
        </p:nvSpPr>
        <p:spPr>
          <a:xfrm rot="5400000" flipH="1" flipV="1">
            <a:off x="7285312" y="109541"/>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587" name="Teardrop 3"/>
          <p:cNvSpPr/>
          <p:nvPr/>
        </p:nvSpPr>
        <p:spPr>
          <a:xfrm rot="5400000" flipH="1" flipV="1">
            <a:off x="9812932" y="109541"/>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588" name="Teardrop 3"/>
          <p:cNvSpPr/>
          <p:nvPr/>
        </p:nvSpPr>
        <p:spPr>
          <a:xfrm rot="5400000" flipH="1" flipV="1">
            <a:off x="8970392" y="109541"/>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589" name="Teardrop 3"/>
          <p:cNvSpPr/>
          <p:nvPr/>
        </p:nvSpPr>
        <p:spPr>
          <a:xfrm rot="5400000" flipH="1" flipV="1">
            <a:off x="11498011" y="109541"/>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590" name="Teardrop 3"/>
          <p:cNvSpPr/>
          <p:nvPr/>
        </p:nvSpPr>
        <p:spPr>
          <a:xfrm rot="5400000" flipH="1" flipV="1">
            <a:off x="10655472" y="109541"/>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591" name="Teardrop 3"/>
          <p:cNvSpPr/>
          <p:nvPr/>
        </p:nvSpPr>
        <p:spPr>
          <a:xfrm rot="5400000" flipH="1" flipV="1">
            <a:off x="544992" y="109541"/>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592" name="Oval 591"/>
          <p:cNvSpPr/>
          <p:nvPr/>
        </p:nvSpPr>
        <p:spPr>
          <a:xfrm>
            <a:off x="6664511" y="331699"/>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593" name="Oval 167"/>
          <p:cNvSpPr/>
          <p:nvPr/>
        </p:nvSpPr>
        <p:spPr>
          <a:xfrm>
            <a:off x="0" y="331699"/>
            <a:ext cx="93942" cy="4240302"/>
          </a:xfrm>
          <a:custGeom>
            <a:avLst/>
            <a:gdLst/>
            <a:ahLst/>
            <a:cxnLst/>
            <a:rect l="l" t="t" r="r" b="b"/>
            <a:pathLst>
              <a:path w="93942" h="4240302">
                <a:moveTo>
                  <a:pt x="9066" y="4229620"/>
                </a:moveTo>
                <a:cubicBezTo>
                  <a:pt x="23324" y="4229620"/>
                  <a:pt x="36761" y="4233136"/>
                  <a:pt x="48054" y="4240302"/>
                </a:cubicBezTo>
                <a:lnTo>
                  <a:pt x="0" y="4240302"/>
                </a:lnTo>
                <a:lnTo>
                  <a:pt x="0" y="4231451"/>
                </a:lnTo>
                <a:cubicBezTo>
                  <a:pt x="2881" y="4229788"/>
                  <a:pt x="5954" y="4229620"/>
                  <a:pt x="9066" y="4229620"/>
                </a:cubicBezTo>
                <a:close/>
                <a:moveTo>
                  <a:pt x="9066" y="3380947"/>
                </a:moveTo>
                <a:cubicBezTo>
                  <a:pt x="55942" y="3380947"/>
                  <a:pt x="93942" y="3418947"/>
                  <a:pt x="93942" y="3465822"/>
                </a:cubicBezTo>
                <a:cubicBezTo>
                  <a:pt x="93942" y="3512697"/>
                  <a:pt x="55942" y="3550697"/>
                  <a:pt x="9066" y="3550697"/>
                </a:cubicBezTo>
                <a:lnTo>
                  <a:pt x="0" y="3548867"/>
                </a:lnTo>
                <a:lnTo>
                  <a:pt x="0" y="3382777"/>
                </a:lnTo>
                <a:cubicBezTo>
                  <a:pt x="2881" y="3381115"/>
                  <a:pt x="5954" y="3380947"/>
                  <a:pt x="9066" y="3380947"/>
                </a:cubicBezTo>
                <a:close/>
                <a:moveTo>
                  <a:pt x="9066" y="2536768"/>
                </a:moveTo>
                <a:cubicBezTo>
                  <a:pt x="55942" y="2536768"/>
                  <a:pt x="93942" y="2574768"/>
                  <a:pt x="93942" y="2621643"/>
                </a:cubicBezTo>
                <a:cubicBezTo>
                  <a:pt x="93942" y="2668518"/>
                  <a:pt x="55942" y="2706518"/>
                  <a:pt x="9066" y="2706518"/>
                </a:cubicBezTo>
                <a:lnTo>
                  <a:pt x="0" y="2704688"/>
                </a:lnTo>
                <a:lnTo>
                  <a:pt x="0" y="2538598"/>
                </a:lnTo>
                <a:cubicBezTo>
                  <a:pt x="2881" y="2536936"/>
                  <a:pt x="5954" y="2536768"/>
                  <a:pt x="9066" y="2536768"/>
                </a:cubicBezTo>
                <a:close/>
                <a:moveTo>
                  <a:pt x="9066" y="1688095"/>
                </a:moveTo>
                <a:cubicBezTo>
                  <a:pt x="55942" y="1688095"/>
                  <a:pt x="93942" y="1726095"/>
                  <a:pt x="93942" y="1772970"/>
                </a:cubicBezTo>
                <a:cubicBezTo>
                  <a:pt x="93942" y="1819845"/>
                  <a:pt x="55942" y="1857845"/>
                  <a:pt x="9066" y="1857845"/>
                </a:cubicBezTo>
                <a:lnTo>
                  <a:pt x="0" y="1856015"/>
                </a:lnTo>
                <a:lnTo>
                  <a:pt x="0" y="1689925"/>
                </a:lnTo>
                <a:cubicBezTo>
                  <a:pt x="2881" y="1688263"/>
                  <a:pt x="5954" y="1688095"/>
                  <a:pt x="9066" y="1688095"/>
                </a:cubicBezTo>
                <a:close/>
                <a:moveTo>
                  <a:pt x="9066" y="845498"/>
                </a:moveTo>
                <a:cubicBezTo>
                  <a:pt x="55942" y="845498"/>
                  <a:pt x="93942" y="883498"/>
                  <a:pt x="93942" y="930373"/>
                </a:cubicBezTo>
                <a:cubicBezTo>
                  <a:pt x="93942" y="977248"/>
                  <a:pt x="55942" y="1015248"/>
                  <a:pt x="9066" y="1015248"/>
                </a:cubicBezTo>
                <a:lnTo>
                  <a:pt x="0" y="1013418"/>
                </a:lnTo>
                <a:lnTo>
                  <a:pt x="0" y="847328"/>
                </a:lnTo>
                <a:cubicBezTo>
                  <a:pt x="2881" y="845666"/>
                  <a:pt x="5954" y="845498"/>
                  <a:pt x="9066" y="845498"/>
                </a:cubicBezTo>
                <a:close/>
                <a:moveTo>
                  <a:pt x="9066" y="0"/>
                </a:moveTo>
                <a:cubicBezTo>
                  <a:pt x="55942" y="0"/>
                  <a:pt x="93942" y="38000"/>
                  <a:pt x="93942" y="84875"/>
                </a:cubicBezTo>
                <a:cubicBezTo>
                  <a:pt x="93942" y="131750"/>
                  <a:pt x="55942" y="169750"/>
                  <a:pt x="9066" y="169750"/>
                </a:cubicBezTo>
                <a:lnTo>
                  <a:pt x="0" y="167920"/>
                </a:lnTo>
                <a:lnTo>
                  <a:pt x="0" y="1830"/>
                </a:lnTo>
                <a:cubicBezTo>
                  <a:pt x="2881" y="167"/>
                  <a:pt x="5954" y="0"/>
                  <a:pt x="9066"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594" name="Oval 593"/>
          <p:cNvSpPr/>
          <p:nvPr/>
        </p:nvSpPr>
        <p:spPr>
          <a:xfrm>
            <a:off x="766731" y="331699"/>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595" name="Oval 594"/>
          <p:cNvSpPr/>
          <p:nvPr/>
        </p:nvSpPr>
        <p:spPr>
          <a:xfrm>
            <a:off x="1609271" y="331699"/>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596" name="Oval 595"/>
          <p:cNvSpPr/>
          <p:nvPr/>
        </p:nvSpPr>
        <p:spPr>
          <a:xfrm>
            <a:off x="2451811" y="331699"/>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597" name="Oval 596"/>
          <p:cNvSpPr/>
          <p:nvPr/>
        </p:nvSpPr>
        <p:spPr>
          <a:xfrm>
            <a:off x="3294351" y="331699"/>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598" name="Oval 597"/>
          <p:cNvSpPr/>
          <p:nvPr/>
        </p:nvSpPr>
        <p:spPr>
          <a:xfrm>
            <a:off x="4136891" y="331699"/>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599" name="Oval 598"/>
          <p:cNvSpPr/>
          <p:nvPr/>
        </p:nvSpPr>
        <p:spPr>
          <a:xfrm>
            <a:off x="4979431" y="331699"/>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00" name="Oval 599"/>
          <p:cNvSpPr/>
          <p:nvPr/>
        </p:nvSpPr>
        <p:spPr>
          <a:xfrm>
            <a:off x="5821971" y="331699"/>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01" name="Oval 600"/>
          <p:cNvSpPr/>
          <p:nvPr/>
        </p:nvSpPr>
        <p:spPr>
          <a:xfrm>
            <a:off x="8349591" y="331699"/>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02" name="Oval 601"/>
          <p:cNvSpPr/>
          <p:nvPr/>
        </p:nvSpPr>
        <p:spPr>
          <a:xfrm>
            <a:off x="7507051" y="331699"/>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03" name="Oval 602"/>
          <p:cNvSpPr/>
          <p:nvPr/>
        </p:nvSpPr>
        <p:spPr>
          <a:xfrm>
            <a:off x="10034671" y="331699"/>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04" name="Oval 603"/>
          <p:cNvSpPr/>
          <p:nvPr/>
        </p:nvSpPr>
        <p:spPr>
          <a:xfrm>
            <a:off x="9192131" y="331699"/>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05" name="Oval 604"/>
          <p:cNvSpPr/>
          <p:nvPr/>
        </p:nvSpPr>
        <p:spPr>
          <a:xfrm>
            <a:off x="11719750" y="331699"/>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06" name="Oval 605"/>
          <p:cNvSpPr/>
          <p:nvPr/>
        </p:nvSpPr>
        <p:spPr>
          <a:xfrm>
            <a:off x="10877211" y="331699"/>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07" name="Teardrop 3"/>
          <p:cNvSpPr/>
          <p:nvPr/>
        </p:nvSpPr>
        <p:spPr>
          <a:xfrm rot="5400000" flipH="1" flipV="1">
            <a:off x="6021182" y="530229"/>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08" name="Teardrop 3"/>
          <p:cNvSpPr/>
          <p:nvPr/>
        </p:nvSpPr>
        <p:spPr>
          <a:xfrm rot="5400000" flipH="1" flipV="1">
            <a:off x="965942" y="530229"/>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09" name="Teardrop 3"/>
          <p:cNvSpPr/>
          <p:nvPr/>
        </p:nvSpPr>
        <p:spPr>
          <a:xfrm rot="5400000" flipH="1" flipV="1">
            <a:off x="1808482" y="530229"/>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10" name="Teardrop 3"/>
          <p:cNvSpPr/>
          <p:nvPr/>
        </p:nvSpPr>
        <p:spPr>
          <a:xfrm rot="5400000" flipH="1" flipV="1">
            <a:off x="2651022" y="530229"/>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11" name="Teardrop 3"/>
          <p:cNvSpPr/>
          <p:nvPr/>
        </p:nvSpPr>
        <p:spPr>
          <a:xfrm rot="5400000" flipH="1" flipV="1">
            <a:off x="3493562" y="530229"/>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12" name="Teardrop 3"/>
          <p:cNvSpPr/>
          <p:nvPr/>
        </p:nvSpPr>
        <p:spPr>
          <a:xfrm rot="5400000" flipH="1" flipV="1">
            <a:off x="4336102" y="530229"/>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13" name="Teardrop 3"/>
          <p:cNvSpPr/>
          <p:nvPr/>
        </p:nvSpPr>
        <p:spPr>
          <a:xfrm rot="5400000" flipH="1" flipV="1">
            <a:off x="5178642" y="530229"/>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14" name="Teardrop 3"/>
          <p:cNvSpPr/>
          <p:nvPr/>
        </p:nvSpPr>
        <p:spPr>
          <a:xfrm rot="5400000" flipH="1" flipV="1">
            <a:off x="7706262" y="530229"/>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15" name="Teardrop 3"/>
          <p:cNvSpPr/>
          <p:nvPr/>
        </p:nvSpPr>
        <p:spPr>
          <a:xfrm rot="5400000" flipH="1" flipV="1">
            <a:off x="6863722" y="530229"/>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16" name="Teardrop 3"/>
          <p:cNvSpPr/>
          <p:nvPr/>
        </p:nvSpPr>
        <p:spPr>
          <a:xfrm rot="5400000" flipH="1" flipV="1">
            <a:off x="9391342" y="530229"/>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17" name="Teardrop 3"/>
          <p:cNvSpPr/>
          <p:nvPr/>
        </p:nvSpPr>
        <p:spPr>
          <a:xfrm rot="5400000" flipH="1" flipV="1">
            <a:off x="8548802" y="530229"/>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18" name="Teardrop 3"/>
          <p:cNvSpPr/>
          <p:nvPr/>
        </p:nvSpPr>
        <p:spPr>
          <a:xfrm rot="5400000" flipH="1" flipV="1">
            <a:off x="11076421" y="530229"/>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19" name="Teardrop 3"/>
          <p:cNvSpPr/>
          <p:nvPr/>
        </p:nvSpPr>
        <p:spPr>
          <a:xfrm rot="5400000" flipH="1" flipV="1">
            <a:off x="10233882" y="530229"/>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20" name="Teardrop 3"/>
          <p:cNvSpPr/>
          <p:nvPr/>
        </p:nvSpPr>
        <p:spPr>
          <a:xfrm rot="5400000" flipH="1" flipV="1">
            <a:off x="123402" y="530229"/>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21" name="Teardrop 3"/>
          <p:cNvSpPr/>
          <p:nvPr/>
        </p:nvSpPr>
        <p:spPr>
          <a:xfrm rot="5400000" flipH="1" flipV="1">
            <a:off x="11760003" y="685578"/>
            <a:ext cx="595780" cy="268215"/>
          </a:xfrm>
          <a:custGeom>
            <a:avLst/>
            <a:gdLst/>
            <a:ahLst/>
            <a:cxnLst/>
            <a:rect l="l" t="t" r="r" b="b"/>
            <a:pathLst>
              <a:path w="595780" h="268215">
                <a:moveTo>
                  <a:pt x="230951" y="239431"/>
                </a:moveTo>
                <a:lnTo>
                  <a:pt x="89396" y="97876"/>
                </a:lnTo>
                <a:cubicBezTo>
                  <a:pt x="74075" y="113887"/>
                  <a:pt x="64809" y="135634"/>
                  <a:pt x="64809" y="159544"/>
                </a:cubicBezTo>
                <a:cubicBezTo>
                  <a:pt x="64809" y="209563"/>
                  <a:pt x="105357" y="250112"/>
                  <a:pt x="155376" y="250112"/>
                </a:cubicBezTo>
                <a:cubicBezTo>
                  <a:pt x="174454" y="249746"/>
                  <a:pt x="198601" y="254980"/>
                  <a:pt x="211458" y="268141"/>
                </a:cubicBezTo>
                <a:cubicBezTo>
                  <a:pt x="215885" y="257686"/>
                  <a:pt x="222436" y="247948"/>
                  <a:pt x="230951" y="239431"/>
                </a:cubicBezTo>
                <a:close/>
                <a:moveTo>
                  <a:pt x="259706" y="219892"/>
                </a:moveTo>
                <a:cubicBezTo>
                  <a:pt x="246546" y="207035"/>
                  <a:pt x="241311" y="182889"/>
                  <a:pt x="241677" y="163811"/>
                </a:cubicBezTo>
                <a:cubicBezTo>
                  <a:pt x="241677" y="113792"/>
                  <a:pt x="201129" y="73244"/>
                  <a:pt x="151110" y="73244"/>
                </a:cubicBezTo>
                <a:cubicBezTo>
                  <a:pt x="127200" y="73244"/>
                  <a:pt x="105453" y="82510"/>
                  <a:pt x="89441" y="97831"/>
                </a:cubicBezTo>
                <a:lnTo>
                  <a:pt x="230996" y="239386"/>
                </a:lnTo>
                <a:cubicBezTo>
                  <a:pt x="239514" y="230871"/>
                  <a:pt x="249252" y="224320"/>
                  <a:pt x="259706" y="219892"/>
                </a:cubicBezTo>
                <a:close/>
                <a:moveTo>
                  <a:pt x="382868" y="82592"/>
                </a:moveTo>
                <a:cubicBezTo>
                  <a:pt x="379825" y="66091"/>
                  <a:pt x="371670" y="50477"/>
                  <a:pt x="358914" y="37722"/>
                </a:cubicBezTo>
                <a:cubicBezTo>
                  <a:pt x="342007" y="20815"/>
                  <a:pt x="320078" y="11989"/>
                  <a:pt x="297922" y="11501"/>
                </a:cubicBezTo>
                <a:lnTo>
                  <a:pt x="297922" y="96667"/>
                </a:lnTo>
                <a:lnTo>
                  <a:pt x="297858" y="96667"/>
                </a:lnTo>
                <a:lnTo>
                  <a:pt x="297858" y="11501"/>
                </a:lnTo>
                <a:cubicBezTo>
                  <a:pt x="275703" y="11990"/>
                  <a:pt x="253773" y="20815"/>
                  <a:pt x="236866" y="37722"/>
                </a:cubicBezTo>
                <a:cubicBezTo>
                  <a:pt x="224105" y="50483"/>
                  <a:pt x="215948" y="66105"/>
                  <a:pt x="212939" y="82613"/>
                </a:cubicBezTo>
                <a:cubicBezTo>
                  <a:pt x="237526" y="100902"/>
                  <a:pt x="253233" y="130241"/>
                  <a:pt x="253233" y="163248"/>
                </a:cubicBezTo>
                <a:cubicBezTo>
                  <a:pt x="252735" y="189232"/>
                  <a:pt x="256525" y="205210"/>
                  <a:pt x="272877" y="215167"/>
                </a:cubicBezTo>
                <a:cubicBezTo>
                  <a:pt x="289126" y="210687"/>
                  <a:pt x="306340" y="210767"/>
                  <a:pt x="322577" y="215380"/>
                </a:cubicBezTo>
                <a:cubicBezTo>
                  <a:pt x="324655" y="214136"/>
                  <a:pt x="326534" y="212797"/>
                  <a:pt x="328229" y="211355"/>
                </a:cubicBezTo>
                <a:cubicBezTo>
                  <a:pt x="340097" y="201263"/>
                  <a:pt x="342986" y="186138"/>
                  <a:pt x="342547" y="163248"/>
                </a:cubicBezTo>
                <a:cubicBezTo>
                  <a:pt x="342547" y="130228"/>
                  <a:pt x="358265" y="100880"/>
                  <a:pt x="382868" y="82592"/>
                </a:cubicBezTo>
                <a:close/>
                <a:moveTo>
                  <a:pt x="506339" y="97830"/>
                </a:moveTo>
                <a:cubicBezTo>
                  <a:pt x="490327" y="82509"/>
                  <a:pt x="468581" y="73244"/>
                  <a:pt x="444670" y="73244"/>
                </a:cubicBezTo>
                <a:cubicBezTo>
                  <a:pt x="394651" y="73244"/>
                  <a:pt x="354103" y="113792"/>
                  <a:pt x="354103" y="163811"/>
                </a:cubicBezTo>
                <a:cubicBezTo>
                  <a:pt x="354469" y="182914"/>
                  <a:pt x="349220" y="207099"/>
                  <a:pt x="336023" y="219944"/>
                </a:cubicBezTo>
                <a:cubicBezTo>
                  <a:pt x="346519" y="224314"/>
                  <a:pt x="356263" y="230867"/>
                  <a:pt x="364783" y="239386"/>
                </a:cubicBezTo>
                <a:close/>
                <a:moveTo>
                  <a:pt x="530971" y="159544"/>
                </a:moveTo>
                <a:cubicBezTo>
                  <a:pt x="530971" y="135634"/>
                  <a:pt x="521705" y="113887"/>
                  <a:pt x="506384" y="97876"/>
                </a:cubicBezTo>
                <a:lnTo>
                  <a:pt x="364828" y="239431"/>
                </a:lnTo>
                <a:cubicBezTo>
                  <a:pt x="373348" y="247952"/>
                  <a:pt x="379901" y="257695"/>
                  <a:pt x="384270" y="268192"/>
                </a:cubicBezTo>
                <a:cubicBezTo>
                  <a:pt x="397115" y="254994"/>
                  <a:pt x="421300" y="249745"/>
                  <a:pt x="440404" y="250111"/>
                </a:cubicBezTo>
                <a:cubicBezTo>
                  <a:pt x="465413" y="250112"/>
                  <a:pt x="488055" y="239974"/>
                  <a:pt x="504444" y="223585"/>
                </a:cubicBezTo>
                <a:cubicBezTo>
                  <a:pt x="520834" y="207196"/>
                  <a:pt x="530971" y="184554"/>
                  <a:pt x="530971" y="159544"/>
                </a:cubicBezTo>
                <a:close/>
                <a:moveTo>
                  <a:pt x="595780" y="268215"/>
                </a:moveTo>
                <a:lnTo>
                  <a:pt x="581969" y="268215"/>
                </a:lnTo>
                <a:cubicBezTo>
                  <a:pt x="578743" y="259654"/>
                  <a:pt x="573266" y="252074"/>
                  <a:pt x="566492" y="245300"/>
                </a:cubicBezTo>
                <a:cubicBezTo>
                  <a:pt x="553737" y="232545"/>
                  <a:pt x="538123" y="224389"/>
                  <a:pt x="521623" y="221347"/>
                </a:cubicBezTo>
                <a:cubicBezTo>
                  <a:pt x="519174" y="225205"/>
                  <a:pt x="516174" y="228633"/>
                  <a:pt x="512960" y="231847"/>
                </a:cubicBezTo>
                <a:cubicBezTo>
                  <a:pt x="494535" y="250272"/>
                  <a:pt x="469082" y="261667"/>
                  <a:pt x="440967" y="261667"/>
                </a:cubicBezTo>
                <a:cubicBezTo>
                  <a:pt x="425629" y="261373"/>
                  <a:pt x="413777" y="262574"/>
                  <a:pt x="405186" y="268215"/>
                </a:cubicBezTo>
                <a:lnTo>
                  <a:pt x="372038" y="268215"/>
                </a:lnTo>
                <a:cubicBezTo>
                  <a:pt x="369178" y="260078"/>
                  <a:pt x="364042" y="252948"/>
                  <a:pt x="357679" y="246581"/>
                </a:cubicBezTo>
                <a:lnTo>
                  <a:pt x="349451" y="254808"/>
                </a:lnTo>
                <a:lnTo>
                  <a:pt x="349428" y="254786"/>
                </a:lnTo>
                <a:cubicBezTo>
                  <a:pt x="349421" y="254779"/>
                  <a:pt x="349413" y="254771"/>
                  <a:pt x="349406" y="254763"/>
                </a:cubicBezTo>
                <a:lnTo>
                  <a:pt x="357634" y="246536"/>
                </a:lnTo>
                <a:cubicBezTo>
                  <a:pt x="324632" y="213554"/>
                  <a:pt x="271148" y="213554"/>
                  <a:pt x="238147" y="246536"/>
                </a:cubicBezTo>
                <a:lnTo>
                  <a:pt x="246374" y="254763"/>
                </a:lnTo>
                <a:cubicBezTo>
                  <a:pt x="246367" y="254771"/>
                  <a:pt x="246359" y="254779"/>
                  <a:pt x="246352" y="254786"/>
                </a:cubicBezTo>
                <a:cubicBezTo>
                  <a:pt x="246344" y="254794"/>
                  <a:pt x="246337" y="254801"/>
                  <a:pt x="246329" y="254808"/>
                </a:cubicBezTo>
                <a:lnTo>
                  <a:pt x="238101" y="246581"/>
                </a:lnTo>
                <a:lnTo>
                  <a:pt x="223742" y="268215"/>
                </a:lnTo>
                <a:lnTo>
                  <a:pt x="190546" y="268215"/>
                </a:lnTo>
                <a:cubicBezTo>
                  <a:pt x="181969" y="262570"/>
                  <a:pt x="170130" y="261374"/>
                  <a:pt x="154813" y="261668"/>
                </a:cubicBezTo>
                <a:cubicBezTo>
                  <a:pt x="121806" y="261668"/>
                  <a:pt x="92467" y="245961"/>
                  <a:pt x="74178" y="221373"/>
                </a:cubicBezTo>
                <a:cubicBezTo>
                  <a:pt x="57671" y="224382"/>
                  <a:pt x="42049" y="232539"/>
                  <a:pt x="29288" y="245300"/>
                </a:cubicBezTo>
                <a:lnTo>
                  <a:pt x="13811" y="268215"/>
                </a:lnTo>
                <a:lnTo>
                  <a:pt x="0" y="268215"/>
                </a:lnTo>
                <a:cubicBezTo>
                  <a:pt x="4705" y="256723"/>
                  <a:pt x="11839" y="246048"/>
                  <a:pt x="21157" y="236731"/>
                </a:cubicBezTo>
                <a:cubicBezTo>
                  <a:pt x="34324" y="223564"/>
                  <a:pt x="50200" y="214757"/>
                  <a:pt x="67080" y="210684"/>
                </a:cubicBezTo>
                <a:cubicBezTo>
                  <a:pt x="57989" y="195895"/>
                  <a:pt x="53000" y="178457"/>
                  <a:pt x="53000" y="159854"/>
                </a:cubicBezTo>
                <a:cubicBezTo>
                  <a:pt x="53000" y="132604"/>
                  <a:pt x="63705" y="107854"/>
                  <a:pt x="81286" y="89721"/>
                </a:cubicBezTo>
                <a:lnTo>
                  <a:pt x="81286" y="89721"/>
                </a:lnTo>
                <a:cubicBezTo>
                  <a:pt x="99420" y="72140"/>
                  <a:pt x="124170" y="61435"/>
                  <a:pt x="151420" y="61435"/>
                </a:cubicBezTo>
                <a:cubicBezTo>
                  <a:pt x="170023" y="61435"/>
                  <a:pt x="187461" y="66424"/>
                  <a:pt x="202250" y="75515"/>
                </a:cubicBezTo>
                <a:cubicBezTo>
                  <a:pt x="206323" y="58635"/>
                  <a:pt x="215130" y="42758"/>
                  <a:pt x="228297" y="29591"/>
                </a:cubicBezTo>
                <a:cubicBezTo>
                  <a:pt x="247566" y="10322"/>
                  <a:pt x="272636" y="391"/>
                  <a:pt x="297890" y="0"/>
                </a:cubicBezTo>
                <a:lnTo>
                  <a:pt x="297890" y="0"/>
                </a:lnTo>
                <a:cubicBezTo>
                  <a:pt x="323144" y="391"/>
                  <a:pt x="348215" y="10322"/>
                  <a:pt x="367484" y="29591"/>
                </a:cubicBezTo>
                <a:cubicBezTo>
                  <a:pt x="380644" y="42751"/>
                  <a:pt x="389448" y="58618"/>
                  <a:pt x="393604" y="75474"/>
                </a:cubicBezTo>
                <a:cubicBezTo>
                  <a:pt x="408376" y="66408"/>
                  <a:pt x="425787" y="61434"/>
                  <a:pt x="444360" y="61434"/>
                </a:cubicBezTo>
                <a:cubicBezTo>
                  <a:pt x="471610" y="61434"/>
                  <a:pt x="496360" y="72140"/>
                  <a:pt x="514494" y="89721"/>
                </a:cubicBezTo>
                <a:cubicBezTo>
                  <a:pt x="532075" y="107854"/>
                  <a:pt x="542780" y="132604"/>
                  <a:pt x="542780" y="159854"/>
                </a:cubicBezTo>
                <a:cubicBezTo>
                  <a:pt x="542780" y="178427"/>
                  <a:pt x="537807" y="195839"/>
                  <a:pt x="528740" y="210610"/>
                </a:cubicBezTo>
                <a:cubicBezTo>
                  <a:pt x="545596" y="214766"/>
                  <a:pt x="561463" y="223570"/>
                  <a:pt x="574624" y="236731"/>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22" name="Oval 621"/>
          <p:cNvSpPr/>
          <p:nvPr/>
        </p:nvSpPr>
        <p:spPr>
          <a:xfrm>
            <a:off x="7086653" y="751016"/>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23" name="Oval 622"/>
          <p:cNvSpPr/>
          <p:nvPr/>
        </p:nvSpPr>
        <p:spPr>
          <a:xfrm>
            <a:off x="346333" y="751016"/>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24" name="Oval 623"/>
          <p:cNvSpPr/>
          <p:nvPr/>
        </p:nvSpPr>
        <p:spPr>
          <a:xfrm>
            <a:off x="1188873" y="751016"/>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25" name="Oval 624"/>
          <p:cNvSpPr/>
          <p:nvPr/>
        </p:nvSpPr>
        <p:spPr>
          <a:xfrm>
            <a:off x="2031413" y="751016"/>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26" name="Oval 625"/>
          <p:cNvSpPr/>
          <p:nvPr/>
        </p:nvSpPr>
        <p:spPr>
          <a:xfrm>
            <a:off x="2873953" y="751016"/>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27" name="Oval 626"/>
          <p:cNvSpPr/>
          <p:nvPr/>
        </p:nvSpPr>
        <p:spPr>
          <a:xfrm>
            <a:off x="3716493" y="751016"/>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28" name="Oval 627"/>
          <p:cNvSpPr/>
          <p:nvPr/>
        </p:nvSpPr>
        <p:spPr>
          <a:xfrm>
            <a:off x="4559033" y="751016"/>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29" name="Oval 628"/>
          <p:cNvSpPr/>
          <p:nvPr/>
        </p:nvSpPr>
        <p:spPr>
          <a:xfrm>
            <a:off x="5401573" y="751016"/>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30" name="Oval 629"/>
          <p:cNvSpPr/>
          <p:nvPr/>
        </p:nvSpPr>
        <p:spPr>
          <a:xfrm>
            <a:off x="6244113" y="751016"/>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31" name="Oval 630"/>
          <p:cNvSpPr/>
          <p:nvPr/>
        </p:nvSpPr>
        <p:spPr>
          <a:xfrm>
            <a:off x="8771733" y="751016"/>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32" name="Oval 631"/>
          <p:cNvSpPr/>
          <p:nvPr/>
        </p:nvSpPr>
        <p:spPr>
          <a:xfrm>
            <a:off x="7929193" y="751016"/>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33" name="Oval 632"/>
          <p:cNvSpPr/>
          <p:nvPr/>
        </p:nvSpPr>
        <p:spPr>
          <a:xfrm>
            <a:off x="10456813" y="751016"/>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34" name="Oval 633"/>
          <p:cNvSpPr/>
          <p:nvPr/>
        </p:nvSpPr>
        <p:spPr>
          <a:xfrm>
            <a:off x="9614273" y="751016"/>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35" name="Oval 860"/>
          <p:cNvSpPr/>
          <p:nvPr/>
        </p:nvSpPr>
        <p:spPr>
          <a:xfrm>
            <a:off x="12141892" y="758852"/>
            <a:ext cx="50109" cy="3538433"/>
          </a:xfrm>
          <a:custGeom>
            <a:avLst/>
            <a:gdLst/>
            <a:ahLst/>
            <a:cxnLst/>
            <a:rect l="l" t="t" r="r" b="b"/>
            <a:pathLst>
              <a:path w="50109" h="3538433">
                <a:moveTo>
                  <a:pt x="50109" y="3384355"/>
                </a:moveTo>
                <a:lnTo>
                  <a:pt x="50109" y="3538433"/>
                </a:lnTo>
                <a:cubicBezTo>
                  <a:pt x="20497" y="3525461"/>
                  <a:pt x="0" y="3495821"/>
                  <a:pt x="0" y="3461394"/>
                </a:cubicBezTo>
                <a:cubicBezTo>
                  <a:pt x="0" y="3426967"/>
                  <a:pt x="20497" y="3397327"/>
                  <a:pt x="50109" y="3384355"/>
                </a:cubicBezTo>
                <a:close/>
                <a:moveTo>
                  <a:pt x="50109" y="2538350"/>
                </a:moveTo>
                <a:lnTo>
                  <a:pt x="50109" y="2692428"/>
                </a:lnTo>
                <a:cubicBezTo>
                  <a:pt x="20497" y="2679456"/>
                  <a:pt x="0" y="2649816"/>
                  <a:pt x="0" y="2615389"/>
                </a:cubicBezTo>
                <a:cubicBezTo>
                  <a:pt x="0" y="2580962"/>
                  <a:pt x="20497" y="2551322"/>
                  <a:pt x="50109" y="2538350"/>
                </a:cubicBezTo>
                <a:close/>
                <a:moveTo>
                  <a:pt x="50109" y="1688095"/>
                </a:moveTo>
                <a:lnTo>
                  <a:pt x="50109" y="1842173"/>
                </a:lnTo>
                <a:cubicBezTo>
                  <a:pt x="20497" y="1829201"/>
                  <a:pt x="0" y="1799561"/>
                  <a:pt x="0" y="1765134"/>
                </a:cubicBezTo>
                <a:cubicBezTo>
                  <a:pt x="0" y="1730707"/>
                  <a:pt x="20497" y="1701067"/>
                  <a:pt x="50109" y="1688095"/>
                </a:cubicBezTo>
                <a:close/>
                <a:moveTo>
                  <a:pt x="50109" y="845498"/>
                </a:moveTo>
                <a:lnTo>
                  <a:pt x="50109" y="999576"/>
                </a:lnTo>
                <a:cubicBezTo>
                  <a:pt x="20497" y="986604"/>
                  <a:pt x="0" y="956964"/>
                  <a:pt x="0" y="922537"/>
                </a:cubicBezTo>
                <a:cubicBezTo>
                  <a:pt x="0" y="888110"/>
                  <a:pt x="20497" y="858470"/>
                  <a:pt x="50109" y="845498"/>
                </a:cubicBezTo>
                <a:close/>
                <a:moveTo>
                  <a:pt x="50109" y="0"/>
                </a:moveTo>
                <a:lnTo>
                  <a:pt x="50109" y="154078"/>
                </a:lnTo>
                <a:cubicBezTo>
                  <a:pt x="20497" y="141106"/>
                  <a:pt x="0" y="111466"/>
                  <a:pt x="0" y="77039"/>
                </a:cubicBezTo>
                <a:cubicBezTo>
                  <a:pt x="0" y="42612"/>
                  <a:pt x="20497" y="12972"/>
                  <a:pt x="50109"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36" name="Oval 635"/>
          <p:cNvSpPr/>
          <p:nvPr/>
        </p:nvSpPr>
        <p:spPr>
          <a:xfrm>
            <a:off x="11299353" y="751016"/>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37" name="Teardrop 3"/>
          <p:cNvSpPr/>
          <p:nvPr/>
        </p:nvSpPr>
        <p:spPr>
          <a:xfrm rot="5400000" flipH="1" flipV="1">
            <a:off x="6174013" y="-163077"/>
            <a:ext cx="306986" cy="612648"/>
          </a:xfrm>
          <a:custGeom>
            <a:avLst/>
            <a:gdLst/>
            <a:ahLst/>
            <a:cxnLst/>
            <a:rect l="l" t="t" r="r" b="b"/>
            <a:pathLst>
              <a:path w="306986" h="612648">
                <a:moveTo>
                  <a:pt x="215380" y="331012"/>
                </a:moveTo>
                <a:cubicBezTo>
                  <a:pt x="210766" y="314775"/>
                  <a:pt x="210686" y="297561"/>
                  <a:pt x="215167" y="281312"/>
                </a:cubicBezTo>
                <a:cubicBezTo>
                  <a:pt x="205209" y="264960"/>
                  <a:pt x="189231" y="261169"/>
                  <a:pt x="163247" y="261668"/>
                </a:cubicBezTo>
                <a:cubicBezTo>
                  <a:pt x="130240" y="261668"/>
                  <a:pt x="100901" y="245961"/>
                  <a:pt x="82612" y="221373"/>
                </a:cubicBezTo>
                <a:cubicBezTo>
                  <a:pt x="66104" y="224383"/>
                  <a:pt x="50483" y="232539"/>
                  <a:pt x="37722" y="245300"/>
                </a:cubicBezTo>
                <a:cubicBezTo>
                  <a:pt x="20815" y="262208"/>
                  <a:pt x="11990" y="284137"/>
                  <a:pt x="11501" y="306292"/>
                </a:cubicBezTo>
                <a:lnTo>
                  <a:pt x="96667" y="306292"/>
                </a:lnTo>
                <a:lnTo>
                  <a:pt x="96667" y="306356"/>
                </a:lnTo>
                <a:lnTo>
                  <a:pt x="11501" y="306356"/>
                </a:lnTo>
                <a:cubicBezTo>
                  <a:pt x="11989" y="328512"/>
                  <a:pt x="20815" y="350441"/>
                  <a:pt x="37722" y="367348"/>
                </a:cubicBezTo>
                <a:cubicBezTo>
                  <a:pt x="50477" y="380104"/>
                  <a:pt x="66091" y="388259"/>
                  <a:pt x="82591" y="391302"/>
                </a:cubicBezTo>
                <a:cubicBezTo>
                  <a:pt x="100880" y="366700"/>
                  <a:pt x="130228" y="350982"/>
                  <a:pt x="163247" y="350982"/>
                </a:cubicBezTo>
                <a:cubicBezTo>
                  <a:pt x="186137" y="351421"/>
                  <a:pt x="201262" y="348532"/>
                  <a:pt x="211354" y="336664"/>
                </a:cubicBezTo>
                <a:cubicBezTo>
                  <a:pt x="212796" y="334969"/>
                  <a:pt x="214135" y="333090"/>
                  <a:pt x="215380" y="331012"/>
                </a:cubicBezTo>
                <a:close/>
                <a:moveTo>
                  <a:pt x="239385" y="239431"/>
                </a:moveTo>
                <a:lnTo>
                  <a:pt x="97830" y="97876"/>
                </a:lnTo>
                <a:cubicBezTo>
                  <a:pt x="82509" y="113888"/>
                  <a:pt x="73243" y="135634"/>
                  <a:pt x="73243" y="159545"/>
                </a:cubicBezTo>
                <a:cubicBezTo>
                  <a:pt x="73243" y="209563"/>
                  <a:pt x="113791" y="250112"/>
                  <a:pt x="163810" y="250112"/>
                </a:cubicBezTo>
                <a:cubicBezTo>
                  <a:pt x="182888" y="249746"/>
                  <a:pt x="207035" y="254980"/>
                  <a:pt x="219892" y="268141"/>
                </a:cubicBezTo>
                <a:cubicBezTo>
                  <a:pt x="224319" y="257687"/>
                  <a:pt x="230870" y="247949"/>
                  <a:pt x="239385" y="239431"/>
                </a:cubicBezTo>
                <a:close/>
                <a:moveTo>
                  <a:pt x="239386" y="373218"/>
                </a:moveTo>
                <a:cubicBezTo>
                  <a:pt x="230866" y="364697"/>
                  <a:pt x="224313" y="354954"/>
                  <a:pt x="219944" y="344457"/>
                </a:cubicBezTo>
                <a:cubicBezTo>
                  <a:pt x="207099" y="357655"/>
                  <a:pt x="182914" y="362904"/>
                  <a:pt x="163810" y="362538"/>
                </a:cubicBezTo>
                <a:cubicBezTo>
                  <a:pt x="113791" y="362537"/>
                  <a:pt x="73243" y="403086"/>
                  <a:pt x="73243" y="453105"/>
                </a:cubicBezTo>
                <a:cubicBezTo>
                  <a:pt x="73243" y="477015"/>
                  <a:pt x="82509" y="498762"/>
                  <a:pt x="97830" y="514773"/>
                </a:cubicBezTo>
                <a:close/>
                <a:moveTo>
                  <a:pt x="268140" y="219893"/>
                </a:moveTo>
                <a:cubicBezTo>
                  <a:pt x="254980" y="207035"/>
                  <a:pt x="249745" y="182889"/>
                  <a:pt x="250111" y="163811"/>
                </a:cubicBezTo>
                <a:cubicBezTo>
                  <a:pt x="250111" y="113793"/>
                  <a:pt x="209563" y="73244"/>
                  <a:pt x="159544" y="73244"/>
                </a:cubicBezTo>
                <a:cubicBezTo>
                  <a:pt x="135634" y="73244"/>
                  <a:pt x="113887" y="82510"/>
                  <a:pt x="97875" y="97831"/>
                </a:cubicBezTo>
                <a:lnTo>
                  <a:pt x="239430" y="239386"/>
                </a:lnTo>
                <a:cubicBezTo>
                  <a:pt x="247948" y="230871"/>
                  <a:pt x="257686" y="224320"/>
                  <a:pt x="268140" y="219893"/>
                </a:cubicBezTo>
                <a:close/>
                <a:moveTo>
                  <a:pt x="268191" y="392705"/>
                </a:moveTo>
                <a:cubicBezTo>
                  <a:pt x="257695" y="388335"/>
                  <a:pt x="247952" y="381782"/>
                  <a:pt x="239431" y="373263"/>
                </a:cubicBezTo>
                <a:lnTo>
                  <a:pt x="97875" y="514819"/>
                </a:lnTo>
                <a:cubicBezTo>
                  <a:pt x="113887" y="530139"/>
                  <a:pt x="135634" y="539405"/>
                  <a:pt x="159544" y="539405"/>
                </a:cubicBezTo>
                <a:cubicBezTo>
                  <a:pt x="184553" y="539405"/>
                  <a:pt x="207195" y="529268"/>
                  <a:pt x="223584" y="512879"/>
                </a:cubicBezTo>
                <a:cubicBezTo>
                  <a:pt x="239974" y="496489"/>
                  <a:pt x="250111" y="473848"/>
                  <a:pt x="250111" y="448838"/>
                </a:cubicBezTo>
                <a:cubicBezTo>
                  <a:pt x="249745" y="429735"/>
                  <a:pt x="254994" y="405550"/>
                  <a:pt x="268191" y="392705"/>
                </a:cubicBezTo>
                <a:close/>
                <a:moveTo>
                  <a:pt x="306986" y="138"/>
                </a:moveTo>
                <a:lnTo>
                  <a:pt x="306986" y="11636"/>
                </a:lnTo>
                <a:cubicBezTo>
                  <a:pt x="306778" y="11511"/>
                  <a:pt x="306567" y="11506"/>
                  <a:pt x="306356" y="11501"/>
                </a:cubicBezTo>
                <a:lnTo>
                  <a:pt x="306356" y="96668"/>
                </a:lnTo>
                <a:lnTo>
                  <a:pt x="306292" y="96667"/>
                </a:lnTo>
                <a:lnTo>
                  <a:pt x="306292" y="11501"/>
                </a:lnTo>
                <a:cubicBezTo>
                  <a:pt x="284137" y="11990"/>
                  <a:pt x="262207" y="20815"/>
                  <a:pt x="245300" y="37722"/>
                </a:cubicBezTo>
                <a:cubicBezTo>
                  <a:pt x="232539" y="50484"/>
                  <a:pt x="224382" y="66106"/>
                  <a:pt x="221373" y="82614"/>
                </a:cubicBezTo>
                <a:cubicBezTo>
                  <a:pt x="245960" y="100903"/>
                  <a:pt x="261667" y="130241"/>
                  <a:pt x="261667" y="163248"/>
                </a:cubicBezTo>
                <a:cubicBezTo>
                  <a:pt x="261168" y="189232"/>
                  <a:pt x="264959" y="205210"/>
                  <a:pt x="281311" y="215168"/>
                </a:cubicBezTo>
                <a:lnTo>
                  <a:pt x="306986" y="215277"/>
                </a:lnTo>
                <a:lnTo>
                  <a:pt x="306986" y="221929"/>
                </a:lnTo>
                <a:cubicBezTo>
                  <a:pt x="285145" y="221632"/>
                  <a:pt x="263250" y="229877"/>
                  <a:pt x="246580" y="246536"/>
                </a:cubicBezTo>
                <a:lnTo>
                  <a:pt x="254808" y="254763"/>
                </a:lnTo>
                <a:cubicBezTo>
                  <a:pt x="254801" y="254772"/>
                  <a:pt x="254793" y="254779"/>
                  <a:pt x="254786" y="254787"/>
                </a:cubicBezTo>
                <a:cubicBezTo>
                  <a:pt x="254778" y="254794"/>
                  <a:pt x="254771" y="254802"/>
                  <a:pt x="254763" y="254808"/>
                </a:cubicBezTo>
                <a:lnTo>
                  <a:pt x="246535" y="246581"/>
                </a:lnTo>
                <a:cubicBezTo>
                  <a:pt x="213554" y="279582"/>
                  <a:pt x="213554" y="333067"/>
                  <a:pt x="246535" y="366068"/>
                </a:cubicBezTo>
                <a:lnTo>
                  <a:pt x="254763" y="357841"/>
                </a:lnTo>
                <a:cubicBezTo>
                  <a:pt x="254771" y="357848"/>
                  <a:pt x="254778" y="357855"/>
                  <a:pt x="254786" y="357863"/>
                </a:cubicBezTo>
                <a:lnTo>
                  <a:pt x="254808" y="357886"/>
                </a:lnTo>
                <a:lnTo>
                  <a:pt x="246580" y="366113"/>
                </a:lnTo>
                <a:cubicBezTo>
                  <a:pt x="263250" y="382773"/>
                  <a:pt x="285145" y="391017"/>
                  <a:pt x="306986" y="390721"/>
                </a:cubicBezTo>
                <a:lnTo>
                  <a:pt x="306986" y="397378"/>
                </a:lnTo>
                <a:cubicBezTo>
                  <a:pt x="298457" y="400796"/>
                  <a:pt x="289920" y="399623"/>
                  <a:pt x="281637" y="397269"/>
                </a:cubicBezTo>
                <a:cubicBezTo>
                  <a:pt x="265010" y="407224"/>
                  <a:pt x="261165" y="423242"/>
                  <a:pt x="261667" y="449401"/>
                </a:cubicBezTo>
                <a:cubicBezTo>
                  <a:pt x="261667" y="477516"/>
                  <a:pt x="250271" y="502969"/>
                  <a:pt x="231847" y="521394"/>
                </a:cubicBezTo>
                <a:lnTo>
                  <a:pt x="221347" y="530057"/>
                </a:lnTo>
                <a:cubicBezTo>
                  <a:pt x="224389" y="546557"/>
                  <a:pt x="232545" y="562171"/>
                  <a:pt x="245300" y="574926"/>
                </a:cubicBezTo>
                <a:cubicBezTo>
                  <a:pt x="262207" y="591834"/>
                  <a:pt x="284136" y="600659"/>
                  <a:pt x="306292" y="601147"/>
                </a:cubicBezTo>
                <a:lnTo>
                  <a:pt x="306292" y="515981"/>
                </a:lnTo>
                <a:lnTo>
                  <a:pt x="306356" y="515982"/>
                </a:lnTo>
                <a:lnTo>
                  <a:pt x="306356" y="601147"/>
                </a:lnTo>
                <a:lnTo>
                  <a:pt x="306986" y="601012"/>
                </a:lnTo>
                <a:lnTo>
                  <a:pt x="306986" y="612510"/>
                </a:lnTo>
                <a:cubicBezTo>
                  <a:pt x="306767" y="612641"/>
                  <a:pt x="306546" y="612645"/>
                  <a:pt x="306324" y="612648"/>
                </a:cubicBezTo>
                <a:cubicBezTo>
                  <a:pt x="281070" y="612257"/>
                  <a:pt x="255999" y="602326"/>
                  <a:pt x="236731" y="583058"/>
                </a:cubicBezTo>
                <a:cubicBezTo>
                  <a:pt x="223570" y="569897"/>
                  <a:pt x="214766" y="554031"/>
                  <a:pt x="210610" y="537175"/>
                </a:cubicBezTo>
                <a:cubicBezTo>
                  <a:pt x="195839" y="546241"/>
                  <a:pt x="178427" y="551215"/>
                  <a:pt x="159854" y="551215"/>
                </a:cubicBezTo>
                <a:cubicBezTo>
                  <a:pt x="132604" y="551215"/>
                  <a:pt x="107854" y="540509"/>
                  <a:pt x="89720" y="522928"/>
                </a:cubicBezTo>
                <a:lnTo>
                  <a:pt x="89720" y="522928"/>
                </a:lnTo>
                <a:cubicBezTo>
                  <a:pt x="72139" y="504795"/>
                  <a:pt x="61434" y="480045"/>
                  <a:pt x="61434" y="452795"/>
                </a:cubicBezTo>
                <a:cubicBezTo>
                  <a:pt x="61434" y="434222"/>
                  <a:pt x="66407" y="416810"/>
                  <a:pt x="75474" y="402038"/>
                </a:cubicBezTo>
                <a:cubicBezTo>
                  <a:pt x="58618" y="397882"/>
                  <a:pt x="42751" y="389078"/>
                  <a:pt x="29591" y="375918"/>
                </a:cubicBezTo>
                <a:cubicBezTo>
                  <a:pt x="10322" y="356649"/>
                  <a:pt x="391" y="331578"/>
                  <a:pt x="0" y="306324"/>
                </a:cubicBezTo>
                <a:lnTo>
                  <a:pt x="0" y="306324"/>
                </a:lnTo>
                <a:cubicBezTo>
                  <a:pt x="391" y="281070"/>
                  <a:pt x="10322" y="256000"/>
                  <a:pt x="29591" y="236731"/>
                </a:cubicBezTo>
                <a:cubicBezTo>
                  <a:pt x="42758" y="223564"/>
                  <a:pt x="58634" y="214757"/>
                  <a:pt x="75514" y="210684"/>
                </a:cubicBezTo>
                <a:cubicBezTo>
                  <a:pt x="66423" y="195896"/>
                  <a:pt x="61434" y="178458"/>
                  <a:pt x="61434" y="159855"/>
                </a:cubicBezTo>
                <a:cubicBezTo>
                  <a:pt x="61434" y="132604"/>
                  <a:pt x="72139" y="107855"/>
                  <a:pt x="89720" y="89721"/>
                </a:cubicBezTo>
                <a:lnTo>
                  <a:pt x="89720" y="89721"/>
                </a:lnTo>
                <a:cubicBezTo>
                  <a:pt x="107854" y="72140"/>
                  <a:pt x="132604" y="61435"/>
                  <a:pt x="159854" y="61435"/>
                </a:cubicBezTo>
                <a:cubicBezTo>
                  <a:pt x="178457" y="61435"/>
                  <a:pt x="195895" y="66424"/>
                  <a:pt x="210684" y="75515"/>
                </a:cubicBezTo>
                <a:cubicBezTo>
                  <a:pt x="214757" y="58635"/>
                  <a:pt x="223563" y="42758"/>
                  <a:pt x="236731" y="29591"/>
                </a:cubicBezTo>
                <a:cubicBezTo>
                  <a:pt x="256000" y="10322"/>
                  <a:pt x="281070" y="391"/>
                  <a:pt x="306324" y="0"/>
                </a:cubicBezTo>
                <a:lnTo>
                  <a:pt x="306324" y="0"/>
                </a:ln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38" name="Teardrop 3"/>
          <p:cNvSpPr/>
          <p:nvPr/>
        </p:nvSpPr>
        <p:spPr>
          <a:xfrm rot="5400000" flipH="1" flipV="1">
            <a:off x="1118773" y="-163077"/>
            <a:ext cx="306986" cy="612648"/>
          </a:xfrm>
          <a:custGeom>
            <a:avLst/>
            <a:gdLst/>
            <a:ahLst/>
            <a:cxnLst/>
            <a:rect l="l" t="t" r="r" b="b"/>
            <a:pathLst>
              <a:path w="306986" h="612648">
                <a:moveTo>
                  <a:pt x="215380" y="331011"/>
                </a:moveTo>
                <a:cubicBezTo>
                  <a:pt x="210766" y="314774"/>
                  <a:pt x="210686" y="297561"/>
                  <a:pt x="215167" y="281312"/>
                </a:cubicBezTo>
                <a:cubicBezTo>
                  <a:pt x="205209" y="264959"/>
                  <a:pt x="189231" y="261169"/>
                  <a:pt x="163247" y="261668"/>
                </a:cubicBezTo>
                <a:cubicBezTo>
                  <a:pt x="130240" y="261668"/>
                  <a:pt x="100901" y="245961"/>
                  <a:pt x="82612" y="221373"/>
                </a:cubicBezTo>
                <a:cubicBezTo>
                  <a:pt x="66104" y="224383"/>
                  <a:pt x="50483" y="232539"/>
                  <a:pt x="37722" y="245300"/>
                </a:cubicBezTo>
                <a:cubicBezTo>
                  <a:pt x="20815" y="262208"/>
                  <a:pt x="11990" y="284137"/>
                  <a:pt x="11501" y="306292"/>
                </a:cubicBezTo>
                <a:lnTo>
                  <a:pt x="96667" y="306292"/>
                </a:lnTo>
                <a:lnTo>
                  <a:pt x="96667" y="306356"/>
                </a:lnTo>
                <a:lnTo>
                  <a:pt x="11501" y="306356"/>
                </a:lnTo>
                <a:cubicBezTo>
                  <a:pt x="11989" y="328512"/>
                  <a:pt x="20815" y="350441"/>
                  <a:pt x="37722" y="367348"/>
                </a:cubicBezTo>
                <a:cubicBezTo>
                  <a:pt x="50477" y="380104"/>
                  <a:pt x="66091" y="388259"/>
                  <a:pt x="82591" y="391301"/>
                </a:cubicBezTo>
                <a:cubicBezTo>
                  <a:pt x="100880" y="366699"/>
                  <a:pt x="130228" y="350981"/>
                  <a:pt x="163247" y="350981"/>
                </a:cubicBezTo>
                <a:cubicBezTo>
                  <a:pt x="186137" y="351421"/>
                  <a:pt x="201262" y="348532"/>
                  <a:pt x="211354" y="336664"/>
                </a:cubicBezTo>
                <a:cubicBezTo>
                  <a:pt x="212796" y="334968"/>
                  <a:pt x="214135" y="333090"/>
                  <a:pt x="215380" y="331011"/>
                </a:cubicBezTo>
                <a:close/>
                <a:moveTo>
                  <a:pt x="239385" y="239431"/>
                </a:moveTo>
                <a:lnTo>
                  <a:pt x="97830" y="97876"/>
                </a:lnTo>
                <a:cubicBezTo>
                  <a:pt x="82509" y="113888"/>
                  <a:pt x="73243" y="135634"/>
                  <a:pt x="73243" y="159544"/>
                </a:cubicBezTo>
                <a:cubicBezTo>
                  <a:pt x="73243" y="209563"/>
                  <a:pt x="113791" y="250112"/>
                  <a:pt x="163810" y="250112"/>
                </a:cubicBezTo>
                <a:cubicBezTo>
                  <a:pt x="182888" y="249746"/>
                  <a:pt x="207035" y="254980"/>
                  <a:pt x="219892" y="268141"/>
                </a:cubicBezTo>
                <a:cubicBezTo>
                  <a:pt x="224319" y="257687"/>
                  <a:pt x="230870" y="247948"/>
                  <a:pt x="239385" y="239431"/>
                </a:cubicBezTo>
                <a:close/>
                <a:moveTo>
                  <a:pt x="239386" y="373218"/>
                </a:moveTo>
                <a:cubicBezTo>
                  <a:pt x="230866" y="364697"/>
                  <a:pt x="224313" y="354954"/>
                  <a:pt x="219944" y="344457"/>
                </a:cubicBezTo>
                <a:cubicBezTo>
                  <a:pt x="207099" y="357655"/>
                  <a:pt x="182914" y="362904"/>
                  <a:pt x="163810" y="362537"/>
                </a:cubicBezTo>
                <a:cubicBezTo>
                  <a:pt x="113791" y="362537"/>
                  <a:pt x="73243" y="403086"/>
                  <a:pt x="73243" y="453104"/>
                </a:cubicBezTo>
                <a:cubicBezTo>
                  <a:pt x="73243" y="477015"/>
                  <a:pt x="82509" y="498761"/>
                  <a:pt x="97830" y="514773"/>
                </a:cubicBezTo>
                <a:close/>
                <a:moveTo>
                  <a:pt x="268140" y="219892"/>
                </a:moveTo>
                <a:cubicBezTo>
                  <a:pt x="254980" y="207035"/>
                  <a:pt x="249745" y="182889"/>
                  <a:pt x="250111" y="163811"/>
                </a:cubicBezTo>
                <a:cubicBezTo>
                  <a:pt x="250111" y="113792"/>
                  <a:pt x="209563" y="73244"/>
                  <a:pt x="159544" y="73244"/>
                </a:cubicBezTo>
                <a:cubicBezTo>
                  <a:pt x="135634" y="73244"/>
                  <a:pt x="113887" y="82510"/>
                  <a:pt x="97875" y="97831"/>
                </a:cubicBezTo>
                <a:lnTo>
                  <a:pt x="239430" y="239386"/>
                </a:lnTo>
                <a:cubicBezTo>
                  <a:pt x="247948" y="230871"/>
                  <a:pt x="257686" y="224320"/>
                  <a:pt x="268140" y="219892"/>
                </a:cubicBezTo>
                <a:close/>
                <a:moveTo>
                  <a:pt x="268191" y="392705"/>
                </a:moveTo>
                <a:cubicBezTo>
                  <a:pt x="257695" y="388335"/>
                  <a:pt x="247952" y="381782"/>
                  <a:pt x="239431" y="373263"/>
                </a:cubicBezTo>
                <a:lnTo>
                  <a:pt x="97875" y="514819"/>
                </a:lnTo>
                <a:cubicBezTo>
                  <a:pt x="113887" y="530139"/>
                  <a:pt x="135634" y="539405"/>
                  <a:pt x="159544" y="539405"/>
                </a:cubicBezTo>
                <a:cubicBezTo>
                  <a:pt x="184553" y="539405"/>
                  <a:pt x="207195" y="529268"/>
                  <a:pt x="223584" y="512879"/>
                </a:cubicBezTo>
                <a:cubicBezTo>
                  <a:pt x="239974" y="496489"/>
                  <a:pt x="250111" y="473847"/>
                  <a:pt x="250111" y="448838"/>
                </a:cubicBezTo>
                <a:cubicBezTo>
                  <a:pt x="249745" y="429735"/>
                  <a:pt x="254994" y="405550"/>
                  <a:pt x="268191" y="392705"/>
                </a:cubicBezTo>
                <a:close/>
                <a:moveTo>
                  <a:pt x="306986" y="138"/>
                </a:moveTo>
                <a:lnTo>
                  <a:pt x="306986" y="11636"/>
                </a:lnTo>
                <a:cubicBezTo>
                  <a:pt x="306778" y="11511"/>
                  <a:pt x="306567" y="11506"/>
                  <a:pt x="306356" y="11501"/>
                </a:cubicBezTo>
                <a:lnTo>
                  <a:pt x="306356" y="96667"/>
                </a:lnTo>
                <a:lnTo>
                  <a:pt x="306292" y="96667"/>
                </a:lnTo>
                <a:lnTo>
                  <a:pt x="306292" y="11501"/>
                </a:lnTo>
                <a:cubicBezTo>
                  <a:pt x="284137" y="11990"/>
                  <a:pt x="262207" y="20815"/>
                  <a:pt x="245300" y="37722"/>
                </a:cubicBezTo>
                <a:cubicBezTo>
                  <a:pt x="232539" y="50483"/>
                  <a:pt x="224382" y="66105"/>
                  <a:pt x="221373" y="82614"/>
                </a:cubicBezTo>
                <a:cubicBezTo>
                  <a:pt x="245960" y="100902"/>
                  <a:pt x="261667" y="130241"/>
                  <a:pt x="261667" y="163248"/>
                </a:cubicBezTo>
                <a:cubicBezTo>
                  <a:pt x="261168" y="189232"/>
                  <a:pt x="264959" y="205210"/>
                  <a:pt x="281311" y="215167"/>
                </a:cubicBezTo>
                <a:lnTo>
                  <a:pt x="306986" y="215277"/>
                </a:lnTo>
                <a:lnTo>
                  <a:pt x="306986" y="221929"/>
                </a:lnTo>
                <a:cubicBezTo>
                  <a:pt x="285145" y="221632"/>
                  <a:pt x="263250" y="229877"/>
                  <a:pt x="246580" y="246536"/>
                </a:cubicBezTo>
                <a:lnTo>
                  <a:pt x="254808" y="254763"/>
                </a:lnTo>
                <a:cubicBezTo>
                  <a:pt x="254801" y="254771"/>
                  <a:pt x="254793" y="254779"/>
                  <a:pt x="254786" y="254786"/>
                </a:cubicBezTo>
                <a:cubicBezTo>
                  <a:pt x="254778" y="254794"/>
                  <a:pt x="254771" y="254801"/>
                  <a:pt x="254763" y="254808"/>
                </a:cubicBezTo>
                <a:lnTo>
                  <a:pt x="246535" y="246581"/>
                </a:lnTo>
                <a:cubicBezTo>
                  <a:pt x="213554" y="279582"/>
                  <a:pt x="213554" y="333067"/>
                  <a:pt x="246535" y="366068"/>
                </a:cubicBezTo>
                <a:lnTo>
                  <a:pt x="254763" y="357841"/>
                </a:lnTo>
                <a:cubicBezTo>
                  <a:pt x="254771" y="357848"/>
                  <a:pt x="254778" y="357855"/>
                  <a:pt x="254786" y="357863"/>
                </a:cubicBezTo>
                <a:lnTo>
                  <a:pt x="254808" y="357886"/>
                </a:lnTo>
                <a:lnTo>
                  <a:pt x="246580" y="366113"/>
                </a:lnTo>
                <a:cubicBezTo>
                  <a:pt x="263250" y="382773"/>
                  <a:pt x="285145" y="391017"/>
                  <a:pt x="306986" y="390721"/>
                </a:cubicBezTo>
                <a:lnTo>
                  <a:pt x="306986" y="397378"/>
                </a:lnTo>
                <a:cubicBezTo>
                  <a:pt x="298457" y="400796"/>
                  <a:pt x="289920" y="399623"/>
                  <a:pt x="281637" y="397269"/>
                </a:cubicBezTo>
                <a:cubicBezTo>
                  <a:pt x="265010" y="407223"/>
                  <a:pt x="261165" y="423242"/>
                  <a:pt x="261667" y="449401"/>
                </a:cubicBezTo>
                <a:cubicBezTo>
                  <a:pt x="261667" y="477516"/>
                  <a:pt x="250271" y="502969"/>
                  <a:pt x="231847" y="521394"/>
                </a:cubicBezTo>
                <a:lnTo>
                  <a:pt x="221347" y="530057"/>
                </a:lnTo>
                <a:cubicBezTo>
                  <a:pt x="224389" y="546557"/>
                  <a:pt x="232545" y="562171"/>
                  <a:pt x="245300" y="574926"/>
                </a:cubicBezTo>
                <a:cubicBezTo>
                  <a:pt x="262207" y="591833"/>
                  <a:pt x="284136" y="600659"/>
                  <a:pt x="306292" y="601147"/>
                </a:cubicBezTo>
                <a:lnTo>
                  <a:pt x="306292" y="515981"/>
                </a:lnTo>
                <a:lnTo>
                  <a:pt x="306356" y="515981"/>
                </a:lnTo>
                <a:lnTo>
                  <a:pt x="306356" y="601147"/>
                </a:lnTo>
                <a:lnTo>
                  <a:pt x="306986" y="601012"/>
                </a:lnTo>
                <a:lnTo>
                  <a:pt x="306986" y="612510"/>
                </a:lnTo>
                <a:cubicBezTo>
                  <a:pt x="306767" y="612640"/>
                  <a:pt x="306546" y="612644"/>
                  <a:pt x="306324" y="612648"/>
                </a:cubicBezTo>
                <a:lnTo>
                  <a:pt x="306324" y="612648"/>
                </a:lnTo>
                <a:cubicBezTo>
                  <a:pt x="281070" y="612257"/>
                  <a:pt x="255999" y="602326"/>
                  <a:pt x="236731" y="583058"/>
                </a:cubicBezTo>
                <a:cubicBezTo>
                  <a:pt x="223570" y="569897"/>
                  <a:pt x="214766" y="554030"/>
                  <a:pt x="210610" y="537174"/>
                </a:cubicBezTo>
                <a:cubicBezTo>
                  <a:pt x="195839" y="546241"/>
                  <a:pt x="178427" y="551214"/>
                  <a:pt x="159854" y="551214"/>
                </a:cubicBezTo>
                <a:cubicBezTo>
                  <a:pt x="132604" y="551214"/>
                  <a:pt x="107854" y="540509"/>
                  <a:pt x="89720" y="522928"/>
                </a:cubicBezTo>
                <a:lnTo>
                  <a:pt x="89720" y="522928"/>
                </a:lnTo>
                <a:cubicBezTo>
                  <a:pt x="72139" y="504795"/>
                  <a:pt x="61434" y="480045"/>
                  <a:pt x="61434" y="452795"/>
                </a:cubicBezTo>
                <a:cubicBezTo>
                  <a:pt x="61434" y="434221"/>
                  <a:pt x="66407" y="416810"/>
                  <a:pt x="75474" y="402038"/>
                </a:cubicBezTo>
                <a:cubicBezTo>
                  <a:pt x="58618" y="397882"/>
                  <a:pt x="42751" y="389078"/>
                  <a:pt x="29591" y="375918"/>
                </a:cubicBezTo>
                <a:cubicBezTo>
                  <a:pt x="10322" y="356649"/>
                  <a:pt x="391" y="331578"/>
                  <a:pt x="0" y="306324"/>
                </a:cubicBezTo>
                <a:lnTo>
                  <a:pt x="0" y="306324"/>
                </a:lnTo>
                <a:cubicBezTo>
                  <a:pt x="391" y="281070"/>
                  <a:pt x="10322" y="255999"/>
                  <a:pt x="29591" y="236731"/>
                </a:cubicBezTo>
                <a:cubicBezTo>
                  <a:pt x="42758" y="223564"/>
                  <a:pt x="58634" y="214757"/>
                  <a:pt x="75514" y="210684"/>
                </a:cubicBezTo>
                <a:cubicBezTo>
                  <a:pt x="66423" y="195895"/>
                  <a:pt x="61434" y="178457"/>
                  <a:pt x="61434" y="159854"/>
                </a:cubicBezTo>
                <a:cubicBezTo>
                  <a:pt x="61434" y="132604"/>
                  <a:pt x="72139" y="107854"/>
                  <a:pt x="89720" y="89721"/>
                </a:cubicBezTo>
                <a:lnTo>
                  <a:pt x="89720" y="89721"/>
                </a:lnTo>
                <a:cubicBezTo>
                  <a:pt x="107854" y="72140"/>
                  <a:pt x="132604" y="61435"/>
                  <a:pt x="159854" y="61435"/>
                </a:cubicBezTo>
                <a:cubicBezTo>
                  <a:pt x="178457" y="61435"/>
                  <a:pt x="195895" y="66424"/>
                  <a:pt x="210684" y="75515"/>
                </a:cubicBezTo>
                <a:cubicBezTo>
                  <a:pt x="214757" y="58635"/>
                  <a:pt x="223563" y="42758"/>
                  <a:pt x="236731" y="29591"/>
                </a:cubicBezTo>
                <a:cubicBezTo>
                  <a:pt x="256000" y="10322"/>
                  <a:pt x="281070" y="391"/>
                  <a:pt x="306324" y="0"/>
                </a:cubicBezTo>
                <a:lnTo>
                  <a:pt x="306324" y="0"/>
                </a:ln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39" name="Teardrop 3"/>
          <p:cNvSpPr/>
          <p:nvPr/>
        </p:nvSpPr>
        <p:spPr>
          <a:xfrm rot="5400000" flipH="1" flipV="1">
            <a:off x="1961313" y="-163077"/>
            <a:ext cx="306986" cy="612648"/>
          </a:xfrm>
          <a:custGeom>
            <a:avLst/>
            <a:gdLst/>
            <a:ahLst/>
            <a:cxnLst/>
            <a:rect l="l" t="t" r="r" b="b"/>
            <a:pathLst>
              <a:path w="306986" h="612648">
                <a:moveTo>
                  <a:pt x="215380" y="331011"/>
                </a:moveTo>
                <a:cubicBezTo>
                  <a:pt x="210766" y="314774"/>
                  <a:pt x="210686" y="297561"/>
                  <a:pt x="215167" y="281312"/>
                </a:cubicBezTo>
                <a:cubicBezTo>
                  <a:pt x="205209" y="264959"/>
                  <a:pt x="189231" y="261169"/>
                  <a:pt x="163247" y="261668"/>
                </a:cubicBezTo>
                <a:cubicBezTo>
                  <a:pt x="130240" y="261668"/>
                  <a:pt x="100901" y="245961"/>
                  <a:pt x="82612" y="221373"/>
                </a:cubicBezTo>
                <a:cubicBezTo>
                  <a:pt x="66104" y="224383"/>
                  <a:pt x="50483" y="232539"/>
                  <a:pt x="37722" y="245300"/>
                </a:cubicBezTo>
                <a:cubicBezTo>
                  <a:pt x="20815" y="262208"/>
                  <a:pt x="11990" y="284137"/>
                  <a:pt x="11501" y="306292"/>
                </a:cubicBezTo>
                <a:lnTo>
                  <a:pt x="96667" y="306292"/>
                </a:lnTo>
                <a:lnTo>
                  <a:pt x="96667" y="306356"/>
                </a:lnTo>
                <a:lnTo>
                  <a:pt x="11501" y="306356"/>
                </a:lnTo>
                <a:cubicBezTo>
                  <a:pt x="11989" y="328512"/>
                  <a:pt x="20815" y="350441"/>
                  <a:pt x="37722" y="367348"/>
                </a:cubicBezTo>
                <a:cubicBezTo>
                  <a:pt x="50477" y="380104"/>
                  <a:pt x="66091" y="388259"/>
                  <a:pt x="82591" y="391301"/>
                </a:cubicBezTo>
                <a:cubicBezTo>
                  <a:pt x="100880" y="366700"/>
                  <a:pt x="130228" y="350981"/>
                  <a:pt x="163247" y="350981"/>
                </a:cubicBezTo>
                <a:cubicBezTo>
                  <a:pt x="186137" y="351421"/>
                  <a:pt x="201262" y="348532"/>
                  <a:pt x="211354" y="336664"/>
                </a:cubicBezTo>
                <a:cubicBezTo>
                  <a:pt x="212796" y="334968"/>
                  <a:pt x="214135" y="333090"/>
                  <a:pt x="215380" y="331011"/>
                </a:cubicBezTo>
                <a:close/>
                <a:moveTo>
                  <a:pt x="239385" y="239431"/>
                </a:moveTo>
                <a:lnTo>
                  <a:pt x="97830" y="97876"/>
                </a:lnTo>
                <a:cubicBezTo>
                  <a:pt x="82509" y="113888"/>
                  <a:pt x="73243" y="135634"/>
                  <a:pt x="73243" y="159544"/>
                </a:cubicBezTo>
                <a:cubicBezTo>
                  <a:pt x="73243" y="209563"/>
                  <a:pt x="113791" y="250112"/>
                  <a:pt x="163810" y="250112"/>
                </a:cubicBezTo>
                <a:cubicBezTo>
                  <a:pt x="182888" y="249746"/>
                  <a:pt x="207035" y="254980"/>
                  <a:pt x="219892" y="268141"/>
                </a:cubicBezTo>
                <a:cubicBezTo>
                  <a:pt x="224319" y="257687"/>
                  <a:pt x="230870" y="247948"/>
                  <a:pt x="239385" y="239431"/>
                </a:cubicBezTo>
                <a:close/>
                <a:moveTo>
                  <a:pt x="239386" y="373218"/>
                </a:moveTo>
                <a:cubicBezTo>
                  <a:pt x="230866" y="364697"/>
                  <a:pt x="224313" y="354954"/>
                  <a:pt x="219944" y="344457"/>
                </a:cubicBezTo>
                <a:cubicBezTo>
                  <a:pt x="207099" y="357655"/>
                  <a:pt x="182914" y="362904"/>
                  <a:pt x="163810" y="362538"/>
                </a:cubicBezTo>
                <a:cubicBezTo>
                  <a:pt x="113791" y="362537"/>
                  <a:pt x="73243" y="403086"/>
                  <a:pt x="73243" y="453105"/>
                </a:cubicBezTo>
                <a:cubicBezTo>
                  <a:pt x="73243" y="477015"/>
                  <a:pt x="82509" y="498761"/>
                  <a:pt x="97830" y="514773"/>
                </a:cubicBezTo>
                <a:close/>
                <a:moveTo>
                  <a:pt x="268140" y="219893"/>
                </a:moveTo>
                <a:cubicBezTo>
                  <a:pt x="254980" y="207035"/>
                  <a:pt x="249745" y="182889"/>
                  <a:pt x="250111" y="163811"/>
                </a:cubicBezTo>
                <a:cubicBezTo>
                  <a:pt x="250111" y="113792"/>
                  <a:pt x="209563" y="73244"/>
                  <a:pt x="159544" y="73244"/>
                </a:cubicBezTo>
                <a:cubicBezTo>
                  <a:pt x="135634" y="73244"/>
                  <a:pt x="113887" y="82510"/>
                  <a:pt x="97875" y="97831"/>
                </a:cubicBezTo>
                <a:lnTo>
                  <a:pt x="239430" y="239386"/>
                </a:lnTo>
                <a:cubicBezTo>
                  <a:pt x="247948" y="230871"/>
                  <a:pt x="257686" y="224320"/>
                  <a:pt x="268140" y="219893"/>
                </a:cubicBezTo>
                <a:close/>
                <a:moveTo>
                  <a:pt x="268191" y="392705"/>
                </a:moveTo>
                <a:cubicBezTo>
                  <a:pt x="257695" y="388335"/>
                  <a:pt x="247952" y="381782"/>
                  <a:pt x="239431" y="373263"/>
                </a:cubicBezTo>
                <a:lnTo>
                  <a:pt x="97875" y="514819"/>
                </a:lnTo>
                <a:cubicBezTo>
                  <a:pt x="113887" y="530139"/>
                  <a:pt x="135634" y="539405"/>
                  <a:pt x="159544" y="539405"/>
                </a:cubicBezTo>
                <a:cubicBezTo>
                  <a:pt x="184553" y="539405"/>
                  <a:pt x="207195" y="529268"/>
                  <a:pt x="223584" y="512879"/>
                </a:cubicBezTo>
                <a:cubicBezTo>
                  <a:pt x="239974" y="496489"/>
                  <a:pt x="250111" y="473848"/>
                  <a:pt x="250111" y="448838"/>
                </a:cubicBezTo>
                <a:cubicBezTo>
                  <a:pt x="249745" y="429735"/>
                  <a:pt x="254994" y="405550"/>
                  <a:pt x="268191" y="392705"/>
                </a:cubicBezTo>
                <a:close/>
                <a:moveTo>
                  <a:pt x="306986" y="138"/>
                </a:moveTo>
                <a:lnTo>
                  <a:pt x="306986" y="11636"/>
                </a:lnTo>
                <a:cubicBezTo>
                  <a:pt x="306778" y="11511"/>
                  <a:pt x="306567" y="11506"/>
                  <a:pt x="306356" y="11501"/>
                </a:cubicBezTo>
                <a:lnTo>
                  <a:pt x="306356" y="96667"/>
                </a:lnTo>
                <a:lnTo>
                  <a:pt x="306292" y="96667"/>
                </a:lnTo>
                <a:lnTo>
                  <a:pt x="306292" y="11501"/>
                </a:lnTo>
                <a:cubicBezTo>
                  <a:pt x="284137" y="11990"/>
                  <a:pt x="262207" y="20815"/>
                  <a:pt x="245300" y="37722"/>
                </a:cubicBezTo>
                <a:cubicBezTo>
                  <a:pt x="232539" y="50483"/>
                  <a:pt x="224382" y="66105"/>
                  <a:pt x="221373" y="82614"/>
                </a:cubicBezTo>
                <a:cubicBezTo>
                  <a:pt x="245960" y="100902"/>
                  <a:pt x="261667" y="130241"/>
                  <a:pt x="261667" y="163248"/>
                </a:cubicBezTo>
                <a:cubicBezTo>
                  <a:pt x="261168" y="189232"/>
                  <a:pt x="264959" y="205210"/>
                  <a:pt x="281311" y="215167"/>
                </a:cubicBezTo>
                <a:lnTo>
                  <a:pt x="306986" y="215277"/>
                </a:lnTo>
                <a:lnTo>
                  <a:pt x="306986" y="221929"/>
                </a:lnTo>
                <a:cubicBezTo>
                  <a:pt x="285145" y="221632"/>
                  <a:pt x="263250" y="229877"/>
                  <a:pt x="246580" y="246536"/>
                </a:cubicBezTo>
                <a:lnTo>
                  <a:pt x="254808" y="254763"/>
                </a:lnTo>
                <a:cubicBezTo>
                  <a:pt x="254801" y="254771"/>
                  <a:pt x="254793" y="254779"/>
                  <a:pt x="254786" y="254786"/>
                </a:cubicBezTo>
                <a:cubicBezTo>
                  <a:pt x="254778" y="254794"/>
                  <a:pt x="254771" y="254801"/>
                  <a:pt x="254763" y="254808"/>
                </a:cubicBezTo>
                <a:lnTo>
                  <a:pt x="246535" y="246581"/>
                </a:lnTo>
                <a:cubicBezTo>
                  <a:pt x="213554" y="279582"/>
                  <a:pt x="213554" y="333067"/>
                  <a:pt x="246535" y="366068"/>
                </a:cubicBezTo>
                <a:lnTo>
                  <a:pt x="254763" y="357841"/>
                </a:lnTo>
                <a:cubicBezTo>
                  <a:pt x="254771" y="357848"/>
                  <a:pt x="254778" y="357855"/>
                  <a:pt x="254786" y="357863"/>
                </a:cubicBezTo>
                <a:lnTo>
                  <a:pt x="254808" y="357886"/>
                </a:lnTo>
                <a:lnTo>
                  <a:pt x="246580" y="366113"/>
                </a:lnTo>
                <a:cubicBezTo>
                  <a:pt x="263250" y="382773"/>
                  <a:pt x="285145" y="391017"/>
                  <a:pt x="306986" y="390721"/>
                </a:cubicBezTo>
                <a:lnTo>
                  <a:pt x="306986" y="397378"/>
                </a:lnTo>
                <a:cubicBezTo>
                  <a:pt x="298457" y="400796"/>
                  <a:pt x="289920" y="399623"/>
                  <a:pt x="281637" y="397269"/>
                </a:cubicBezTo>
                <a:cubicBezTo>
                  <a:pt x="265010" y="407224"/>
                  <a:pt x="261165" y="423242"/>
                  <a:pt x="261667" y="449401"/>
                </a:cubicBezTo>
                <a:cubicBezTo>
                  <a:pt x="261667" y="477516"/>
                  <a:pt x="250271" y="502969"/>
                  <a:pt x="231847" y="521394"/>
                </a:cubicBezTo>
                <a:lnTo>
                  <a:pt x="221347" y="530057"/>
                </a:lnTo>
                <a:cubicBezTo>
                  <a:pt x="224390" y="546557"/>
                  <a:pt x="232545" y="562171"/>
                  <a:pt x="245300" y="574926"/>
                </a:cubicBezTo>
                <a:cubicBezTo>
                  <a:pt x="262207" y="591833"/>
                  <a:pt x="284136" y="600659"/>
                  <a:pt x="306292" y="601147"/>
                </a:cubicBezTo>
                <a:lnTo>
                  <a:pt x="306292" y="515981"/>
                </a:lnTo>
                <a:lnTo>
                  <a:pt x="306356" y="515981"/>
                </a:lnTo>
                <a:lnTo>
                  <a:pt x="306356" y="601147"/>
                </a:lnTo>
                <a:lnTo>
                  <a:pt x="306986" y="601012"/>
                </a:lnTo>
                <a:lnTo>
                  <a:pt x="306986" y="612510"/>
                </a:lnTo>
                <a:cubicBezTo>
                  <a:pt x="306767" y="612640"/>
                  <a:pt x="306546" y="612644"/>
                  <a:pt x="306324" y="612648"/>
                </a:cubicBezTo>
                <a:lnTo>
                  <a:pt x="306324" y="612648"/>
                </a:lnTo>
                <a:cubicBezTo>
                  <a:pt x="281070" y="612257"/>
                  <a:pt x="255999" y="602326"/>
                  <a:pt x="236731" y="583057"/>
                </a:cubicBezTo>
                <a:cubicBezTo>
                  <a:pt x="223570" y="569897"/>
                  <a:pt x="214766" y="554030"/>
                  <a:pt x="210610" y="537175"/>
                </a:cubicBezTo>
                <a:cubicBezTo>
                  <a:pt x="195839" y="546241"/>
                  <a:pt x="178427" y="551214"/>
                  <a:pt x="159854" y="551214"/>
                </a:cubicBezTo>
                <a:cubicBezTo>
                  <a:pt x="132604" y="551214"/>
                  <a:pt x="107854" y="540509"/>
                  <a:pt x="89720" y="522928"/>
                </a:cubicBezTo>
                <a:lnTo>
                  <a:pt x="89720" y="522928"/>
                </a:lnTo>
                <a:cubicBezTo>
                  <a:pt x="72139" y="504795"/>
                  <a:pt x="61434" y="480045"/>
                  <a:pt x="61434" y="452795"/>
                </a:cubicBezTo>
                <a:cubicBezTo>
                  <a:pt x="61434" y="434221"/>
                  <a:pt x="66407" y="416810"/>
                  <a:pt x="75474" y="402038"/>
                </a:cubicBezTo>
                <a:cubicBezTo>
                  <a:pt x="58618" y="397882"/>
                  <a:pt x="42751" y="389078"/>
                  <a:pt x="29591" y="375918"/>
                </a:cubicBezTo>
                <a:cubicBezTo>
                  <a:pt x="10322" y="356649"/>
                  <a:pt x="391" y="331578"/>
                  <a:pt x="0" y="306324"/>
                </a:cubicBezTo>
                <a:lnTo>
                  <a:pt x="0" y="306324"/>
                </a:lnTo>
                <a:cubicBezTo>
                  <a:pt x="391" y="281070"/>
                  <a:pt x="10322" y="255999"/>
                  <a:pt x="29591" y="236731"/>
                </a:cubicBezTo>
                <a:cubicBezTo>
                  <a:pt x="42758" y="223564"/>
                  <a:pt x="58634" y="214757"/>
                  <a:pt x="75514" y="210684"/>
                </a:cubicBezTo>
                <a:cubicBezTo>
                  <a:pt x="66423" y="195895"/>
                  <a:pt x="61434" y="178457"/>
                  <a:pt x="61434" y="159855"/>
                </a:cubicBezTo>
                <a:cubicBezTo>
                  <a:pt x="61434" y="132604"/>
                  <a:pt x="72139" y="107854"/>
                  <a:pt x="89720" y="89721"/>
                </a:cubicBezTo>
                <a:lnTo>
                  <a:pt x="89720" y="89721"/>
                </a:lnTo>
                <a:cubicBezTo>
                  <a:pt x="107854" y="72140"/>
                  <a:pt x="132604" y="61435"/>
                  <a:pt x="159854" y="61435"/>
                </a:cubicBezTo>
                <a:cubicBezTo>
                  <a:pt x="178457" y="61435"/>
                  <a:pt x="195895" y="66424"/>
                  <a:pt x="210684" y="75515"/>
                </a:cubicBezTo>
                <a:cubicBezTo>
                  <a:pt x="214757" y="58635"/>
                  <a:pt x="223563" y="42758"/>
                  <a:pt x="236731" y="29591"/>
                </a:cubicBezTo>
                <a:cubicBezTo>
                  <a:pt x="256000" y="10322"/>
                  <a:pt x="281070" y="391"/>
                  <a:pt x="306324" y="0"/>
                </a:cubicBezTo>
                <a:lnTo>
                  <a:pt x="306324" y="0"/>
                </a:ln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40" name="Teardrop 3"/>
          <p:cNvSpPr/>
          <p:nvPr/>
        </p:nvSpPr>
        <p:spPr>
          <a:xfrm rot="5400000" flipH="1" flipV="1">
            <a:off x="2803853" y="-163077"/>
            <a:ext cx="306986" cy="612648"/>
          </a:xfrm>
          <a:custGeom>
            <a:avLst/>
            <a:gdLst/>
            <a:ahLst/>
            <a:cxnLst/>
            <a:rect l="l" t="t" r="r" b="b"/>
            <a:pathLst>
              <a:path w="306986" h="612648">
                <a:moveTo>
                  <a:pt x="215380" y="331011"/>
                </a:moveTo>
                <a:cubicBezTo>
                  <a:pt x="210766" y="314774"/>
                  <a:pt x="210686" y="297561"/>
                  <a:pt x="215167" y="281312"/>
                </a:cubicBezTo>
                <a:cubicBezTo>
                  <a:pt x="205209" y="264959"/>
                  <a:pt x="189231" y="261169"/>
                  <a:pt x="163247" y="261668"/>
                </a:cubicBezTo>
                <a:cubicBezTo>
                  <a:pt x="130240" y="261668"/>
                  <a:pt x="100901" y="245961"/>
                  <a:pt x="82612" y="221373"/>
                </a:cubicBezTo>
                <a:cubicBezTo>
                  <a:pt x="66104" y="224383"/>
                  <a:pt x="50483" y="232539"/>
                  <a:pt x="37722" y="245300"/>
                </a:cubicBezTo>
                <a:cubicBezTo>
                  <a:pt x="20815" y="262208"/>
                  <a:pt x="11990" y="284137"/>
                  <a:pt x="11501" y="306292"/>
                </a:cubicBezTo>
                <a:lnTo>
                  <a:pt x="96667" y="306292"/>
                </a:lnTo>
                <a:lnTo>
                  <a:pt x="96667" y="306356"/>
                </a:lnTo>
                <a:lnTo>
                  <a:pt x="11501" y="306356"/>
                </a:lnTo>
                <a:cubicBezTo>
                  <a:pt x="11989" y="328512"/>
                  <a:pt x="20815" y="350441"/>
                  <a:pt x="37722" y="367348"/>
                </a:cubicBezTo>
                <a:cubicBezTo>
                  <a:pt x="50477" y="380104"/>
                  <a:pt x="66091" y="388259"/>
                  <a:pt x="82591" y="391301"/>
                </a:cubicBezTo>
                <a:cubicBezTo>
                  <a:pt x="100880" y="366700"/>
                  <a:pt x="130228" y="350981"/>
                  <a:pt x="163247" y="350981"/>
                </a:cubicBezTo>
                <a:cubicBezTo>
                  <a:pt x="186137" y="351421"/>
                  <a:pt x="201262" y="348532"/>
                  <a:pt x="211354" y="336664"/>
                </a:cubicBezTo>
                <a:cubicBezTo>
                  <a:pt x="212796" y="334968"/>
                  <a:pt x="214135" y="333090"/>
                  <a:pt x="215380" y="331011"/>
                </a:cubicBezTo>
                <a:close/>
                <a:moveTo>
                  <a:pt x="239385" y="239431"/>
                </a:moveTo>
                <a:lnTo>
                  <a:pt x="97830" y="97876"/>
                </a:lnTo>
                <a:cubicBezTo>
                  <a:pt x="82509" y="113888"/>
                  <a:pt x="73243" y="135634"/>
                  <a:pt x="73243" y="159545"/>
                </a:cubicBezTo>
                <a:cubicBezTo>
                  <a:pt x="73243" y="209563"/>
                  <a:pt x="113791" y="250112"/>
                  <a:pt x="163810" y="250112"/>
                </a:cubicBezTo>
                <a:cubicBezTo>
                  <a:pt x="182888" y="249746"/>
                  <a:pt x="207035" y="254980"/>
                  <a:pt x="219892" y="268141"/>
                </a:cubicBezTo>
                <a:cubicBezTo>
                  <a:pt x="224319" y="257687"/>
                  <a:pt x="230870" y="247948"/>
                  <a:pt x="239385" y="239431"/>
                </a:cubicBezTo>
                <a:close/>
                <a:moveTo>
                  <a:pt x="239386" y="373218"/>
                </a:moveTo>
                <a:cubicBezTo>
                  <a:pt x="230866" y="364697"/>
                  <a:pt x="224313" y="354954"/>
                  <a:pt x="219944" y="344457"/>
                </a:cubicBezTo>
                <a:cubicBezTo>
                  <a:pt x="207099" y="357655"/>
                  <a:pt x="182914" y="362904"/>
                  <a:pt x="163810" y="362538"/>
                </a:cubicBezTo>
                <a:cubicBezTo>
                  <a:pt x="113791" y="362537"/>
                  <a:pt x="73243" y="403086"/>
                  <a:pt x="73243" y="453105"/>
                </a:cubicBezTo>
                <a:cubicBezTo>
                  <a:pt x="73243" y="477015"/>
                  <a:pt x="82509" y="498761"/>
                  <a:pt x="97830" y="514773"/>
                </a:cubicBezTo>
                <a:close/>
                <a:moveTo>
                  <a:pt x="268140" y="219893"/>
                </a:moveTo>
                <a:cubicBezTo>
                  <a:pt x="254980" y="207035"/>
                  <a:pt x="249745" y="182889"/>
                  <a:pt x="250111" y="163811"/>
                </a:cubicBezTo>
                <a:cubicBezTo>
                  <a:pt x="250111" y="113792"/>
                  <a:pt x="209563" y="73244"/>
                  <a:pt x="159544" y="73244"/>
                </a:cubicBezTo>
                <a:cubicBezTo>
                  <a:pt x="135634" y="73244"/>
                  <a:pt x="113887" y="82510"/>
                  <a:pt x="97875" y="97831"/>
                </a:cubicBezTo>
                <a:lnTo>
                  <a:pt x="239430" y="239386"/>
                </a:lnTo>
                <a:cubicBezTo>
                  <a:pt x="247948" y="230871"/>
                  <a:pt x="257686" y="224320"/>
                  <a:pt x="268140" y="219893"/>
                </a:cubicBezTo>
                <a:close/>
                <a:moveTo>
                  <a:pt x="268191" y="392705"/>
                </a:moveTo>
                <a:cubicBezTo>
                  <a:pt x="257695" y="388335"/>
                  <a:pt x="247952" y="381782"/>
                  <a:pt x="239431" y="373263"/>
                </a:cubicBezTo>
                <a:lnTo>
                  <a:pt x="97875" y="514819"/>
                </a:lnTo>
                <a:cubicBezTo>
                  <a:pt x="113887" y="530139"/>
                  <a:pt x="135634" y="539405"/>
                  <a:pt x="159544" y="539405"/>
                </a:cubicBezTo>
                <a:cubicBezTo>
                  <a:pt x="184553" y="539405"/>
                  <a:pt x="207195" y="529268"/>
                  <a:pt x="223584" y="512879"/>
                </a:cubicBezTo>
                <a:cubicBezTo>
                  <a:pt x="239974" y="496489"/>
                  <a:pt x="250111" y="473848"/>
                  <a:pt x="250111" y="448838"/>
                </a:cubicBezTo>
                <a:cubicBezTo>
                  <a:pt x="249745" y="429735"/>
                  <a:pt x="254994" y="405550"/>
                  <a:pt x="268191" y="392705"/>
                </a:cubicBezTo>
                <a:close/>
                <a:moveTo>
                  <a:pt x="306986" y="138"/>
                </a:moveTo>
                <a:lnTo>
                  <a:pt x="306986" y="11636"/>
                </a:lnTo>
                <a:cubicBezTo>
                  <a:pt x="306778" y="11511"/>
                  <a:pt x="306567" y="11506"/>
                  <a:pt x="306356" y="11501"/>
                </a:cubicBezTo>
                <a:lnTo>
                  <a:pt x="306356" y="96667"/>
                </a:lnTo>
                <a:lnTo>
                  <a:pt x="306292" y="96667"/>
                </a:lnTo>
                <a:lnTo>
                  <a:pt x="306292" y="11501"/>
                </a:lnTo>
                <a:cubicBezTo>
                  <a:pt x="284137" y="11990"/>
                  <a:pt x="262207" y="20815"/>
                  <a:pt x="245300" y="37722"/>
                </a:cubicBezTo>
                <a:cubicBezTo>
                  <a:pt x="232539" y="50483"/>
                  <a:pt x="224382" y="66105"/>
                  <a:pt x="221373" y="82614"/>
                </a:cubicBezTo>
                <a:cubicBezTo>
                  <a:pt x="245960" y="100902"/>
                  <a:pt x="261667" y="130241"/>
                  <a:pt x="261667" y="163248"/>
                </a:cubicBezTo>
                <a:cubicBezTo>
                  <a:pt x="261168" y="189232"/>
                  <a:pt x="264959" y="205210"/>
                  <a:pt x="281311" y="215167"/>
                </a:cubicBezTo>
                <a:lnTo>
                  <a:pt x="306986" y="215277"/>
                </a:lnTo>
                <a:lnTo>
                  <a:pt x="306986" y="221929"/>
                </a:lnTo>
                <a:cubicBezTo>
                  <a:pt x="285145" y="221632"/>
                  <a:pt x="263250" y="229877"/>
                  <a:pt x="246580" y="246536"/>
                </a:cubicBezTo>
                <a:lnTo>
                  <a:pt x="254808" y="254763"/>
                </a:lnTo>
                <a:cubicBezTo>
                  <a:pt x="254801" y="254772"/>
                  <a:pt x="254793" y="254779"/>
                  <a:pt x="254786" y="254786"/>
                </a:cubicBezTo>
                <a:cubicBezTo>
                  <a:pt x="254778" y="254794"/>
                  <a:pt x="254771" y="254801"/>
                  <a:pt x="254763" y="254808"/>
                </a:cubicBezTo>
                <a:lnTo>
                  <a:pt x="246535" y="246581"/>
                </a:lnTo>
                <a:cubicBezTo>
                  <a:pt x="213554" y="279582"/>
                  <a:pt x="213554" y="333067"/>
                  <a:pt x="246535" y="366068"/>
                </a:cubicBezTo>
                <a:lnTo>
                  <a:pt x="254763" y="357841"/>
                </a:lnTo>
                <a:cubicBezTo>
                  <a:pt x="254771" y="357848"/>
                  <a:pt x="254778" y="357855"/>
                  <a:pt x="254786" y="357863"/>
                </a:cubicBezTo>
                <a:lnTo>
                  <a:pt x="254808" y="357886"/>
                </a:lnTo>
                <a:lnTo>
                  <a:pt x="246580" y="366113"/>
                </a:lnTo>
                <a:cubicBezTo>
                  <a:pt x="263250" y="382773"/>
                  <a:pt x="285145" y="391017"/>
                  <a:pt x="306986" y="390721"/>
                </a:cubicBezTo>
                <a:lnTo>
                  <a:pt x="306986" y="397378"/>
                </a:lnTo>
                <a:cubicBezTo>
                  <a:pt x="298457" y="400796"/>
                  <a:pt x="289920" y="399623"/>
                  <a:pt x="281637" y="397269"/>
                </a:cubicBezTo>
                <a:cubicBezTo>
                  <a:pt x="265010" y="407224"/>
                  <a:pt x="261165" y="423242"/>
                  <a:pt x="261667" y="449401"/>
                </a:cubicBezTo>
                <a:cubicBezTo>
                  <a:pt x="261667" y="477516"/>
                  <a:pt x="250271" y="502969"/>
                  <a:pt x="231847" y="521394"/>
                </a:cubicBezTo>
                <a:lnTo>
                  <a:pt x="221347" y="530057"/>
                </a:lnTo>
                <a:cubicBezTo>
                  <a:pt x="224389" y="546557"/>
                  <a:pt x="232545" y="562171"/>
                  <a:pt x="245300" y="574926"/>
                </a:cubicBezTo>
                <a:cubicBezTo>
                  <a:pt x="262207" y="591833"/>
                  <a:pt x="284136" y="600659"/>
                  <a:pt x="306292" y="601147"/>
                </a:cubicBezTo>
                <a:lnTo>
                  <a:pt x="306292" y="515981"/>
                </a:lnTo>
                <a:lnTo>
                  <a:pt x="306356" y="515981"/>
                </a:lnTo>
                <a:lnTo>
                  <a:pt x="306356" y="601147"/>
                </a:lnTo>
                <a:lnTo>
                  <a:pt x="306986" y="601012"/>
                </a:lnTo>
                <a:lnTo>
                  <a:pt x="306986" y="612510"/>
                </a:lnTo>
                <a:cubicBezTo>
                  <a:pt x="306767" y="612640"/>
                  <a:pt x="306546" y="612644"/>
                  <a:pt x="306324" y="612648"/>
                </a:cubicBezTo>
                <a:lnTo>
                  <a:pt x="306324" y="612648"/>
                </a:lnTo>
                <a:cubicBezTo>
                  <a:pt x="281070" y="612257"/>
                  <a:pt x="255999" y="602326"/>
                  <a:pt x="236731" y="583057"/>
                </a:cubicBezTo>
                <a:cubicBezTo>
                  <a:pt x="223570" y="569897"/>
                  <a:pt x="214766" y="554030"/>
                  <a:pt x="210610" y="537175"/>
                </a:cubicBezTo>
                <a:cubicBezTo>
                  <a:pt x="195839" y="546241"/>
                  <a:pt x="178427" y="551214"/>
                  <a:pt x="159854" y="551214"/>
                </a:cubicBezTo>
                <a:cubicBezTo>
                  <a:pt x="132604" y="551214"/>
                  <a:pt x="107854" y="540509"/>
                  <a:pt x="89720" y="522928"/>
                </a:cubicBezTo>
                <a:lnTo>
                  <a:pt x="89720" y="522928"/>
                </a:lnTo>
                <a:cubicBezTo>
                  <a:pt x="72139" y="504795"/>
                  <a:pt x="61434" y="480045"/>
                  <a:pt x="61434" y="452795"/>
                </a:cubicBezTo>
                <a:cubicBezTo>
                  <a:pt x="61434" y="434221"/>
                  <a:pt x="66407" y="416810"/>
                  <a:pt x="75474" y="402038"/>
                </a:cubicBezTo>
                <a:cubicBezTo>
                  <a:pt x="58618" y="397882"/>
                  <a:pt x="42751" y="389078"/>
                  <a:pt x="29591" y="375918"/>
                </a:cubicBezTo>
                <a:cubicBezTo>
                  <a:pt x="10322" y="356649"/>
                  <a:pt x="391" y="331578"/>
                  <a:pt x="0" y="306324"/>
                </a:cubicBezTo>
                <a:lnTo>
                  <a:pt x="0" y="306324"/>
                </a:lnTo>
                <a:cubicBezTo>
                  <a:pt x="391" y="281070"/>
                  <a:pt x="10322" y="256000"/>
                  <a:pt x="29591" y="236731"/>
                </a:cubicBezTo>
                <a:cubicBezTo>
                  <a:pt x="42758" y="223564"/>
                  <a:pt x="58634" y="214757"/>
                  <a:pt x="75514" y="210684"/>
                </a:cubicBezTo>
                <a:cubicBezTo>
                  <a:pt x="66423" y="195895"/>
                  <a:pt x="61434" y="178458"/>
                  <a:pt x="61434" y="159855"/>
                </a:cubicBezTo>
                <a:cubicBezTo>
                  <a:pt x="61434" y="132604"/>
                  <a:pt x="72139" y="107854"/>
                  <a:pt x="89720" y="89721"/>
                </a:cubicBezTo>
                <a:lnTo>
                  <a:pt x="89720" y="89721"/>
                </a:lnTo>
                <a:cubicBezTo>
                  <a:pt x="107854" y="72140"/>
                  <a:pt x="132604" y="61435"/>
                  <a:pt x="159854" y="61435"/>
                </a:cubicBezTo>
                <a:cubicBezTo>
                  <a:pt x="178457" y="61435"/>
                  <a:pt x="195895" y="66424"/>
                  <a:pt x="210684" y="75515"/>
                </a:cubicBezTo>
                <a:cubicBezTo>
                  <a:pt x="214757" y="58635"/>
                  <a:pt x="223563" y="42758"/>
                  <a:pt x="236731" y="29591"/>
                </a:cubicBezTo>
                <a:cubicBezTo>
                  <a:pt x="256000" y="10322"/>
                  <a:pt x="281070" y="391"/>
                  <a:pt x="306324" y="0"/>
                </a:cubicBezTo>
                <a:lnTo>
                  <a:pt x="306324" y="0"/>
                </a:ln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41" name="Teardrop 3"/>
          <p:cNvSpPr/>
          <p:nvPr/>
        </p:nvSpPr>
        <p:spPr>
          <a:xfrm rot="5400000" flipH="1" flipV="1">
            <a:off x="3646393" y="-163077"/>
            <a:ext cx="306986" cy="612648"/>
          </a:xfrm>
          <a:custGeom>
            <a:avLst/>
            <a:gdLst/>
            <a:ahLst/>
            <a:cxnLst/>
            <a:rect l="l" t="t" r="r" b="b"/>
            <a:pathLst>
              <a:path w="306986" h="612648">
                <a:moveTo>
                  <a:pt x="215380" y="331011"/>
                </a:moveTo>
                <a:cubicBezTo>
                  <a:pt x="210766" y="314774"/>
                  <a:pt x="210686" y="297561"/>
                  <a:pt x="215167" y="281312"/>
                </a:cubicBezTo>
                <a:cubicBezTo>
                  <a:pt x="205209" y="264959"/>
                  <a:pt x="189231" y="261169"/>
                  <a:pt x="163247" y="261668"/>
                </a:cubicBezTo>
                <a:cubicBezTo>
                  <a:pt x="130240" y="261668"/>
                  <a:pt x="100901" y="245961"/>
                  <a:pt x="82612" y="221373"/>
                </a:cubicBezTo>
                <a:cubicBezTo>
                  <a:pt x="66104" y="224383"/>
                  <a:pt x="50483" y="232539"/>
                  <a:pt x="37722" y="245300"/>
                </a:cubicBezTo>
                <a:cubicBezTo>
                  <a:pt x="20815" y="262208"/>
                  <a:pt x="11990" y="284137"/>
                  <a:pt x="11501" y="306292"/>
                </a:cubicBezTo>
                <a:lnTo>
                  <a:pt x="96667" y="306292"/>
                </a:lnTo>
                <a:lnTo>
                  <a:pt x="96667" y="306356"/>
                </a:lnTo>
                <a:lnTo>
                  <a:pt x="11501" y="306356"/>
                </a:lnTo>
                <a:cubicBezTo>
                  <a:pt x="11989" y="328512"/>
                  <a:pt x="20815" y="350441"/>
                  <a:pt x="37722" y="367348"/>
                </a:cubicBezTo>
                <a:cubicBezTo>
                  <a:pt x="50477" y="380104"/>
                  <a:pt x="66091" y="388259"/>
                  <a:pt x="82591" y="391301"/>
                </a:cubicBezTo>
                <a:cubicBezTo>
                  <a:pt x="100880" y="366700"/>
                  <a:pt x="130228" y="350981"/>
                  <a:pt x="163247" y="350981"/>
                </a:cubicBezTo>
                <a:cubicBezTo>
                  <a:pt x="186137" y="351421"/>
                  <a:pt x="201262" y="348532"/>
                  <a:pt x="211354" y="336664"/>
                </a:cubicBezTo>
                <a:cubicBezTo>
                  <a:pt x="212796" y="334968"/>
                  <a:pt x="214135" y="333090"/>
                  <a:pt x="215380" y="331011"/>
                </a:cubicBezTo>
                <a:close/>
                <a:moveTo>
                  <a:pt x="239385" y="239431"/>
                </a:moveTo>
                <a:lnTo>
                  <a:pt x="97830" y="97876"/>
                </a:lnTo>
                <a:cubicBezTo>
                  <a:pt x="82509" y="113888"/>
                  <a:pt x="73243" y="135634"/>
                  <a:pt x="73243" y="159545"/>
                </a:cubicBezTo>
                <a:cubicBezTo>
                  <a:pt x="73243" y="209563"/>
                  <a:pt x="113791" y="250112"/>
                  <a:pt x="163810" y="250112"/>
                </a:cubicBezTo>
                <a:cubicBezTo>
                  <a:pt x="182888" y="249746"/>
                  <a:pt x="207035" y="254980"/>
                  <a:pt x="219892" y="268141"/>
                </a:cubicBezTo>
                <a:cubicBezTo>
                  <a:pt x="224319" y="257687"/>
                  <a:pt x="230870" y="247948"/>
                  <a:pt x="239385" y="239431"/>
                </a:cubicBezTo>
                <a:close/>
                <a:moveTo>
                  <a:pt x="239386" y="373218"/>
                </a:moveTo>
                <a:cubicBezTo>
                  <a:pt x="230866" y="364697"/>
                  <a:pt x="224313" y="354954"/>
                  <a:pt x="219944" y="344457"/>
                </a:cubicBezTo>
                <a:cubicBezTo>
                  <a:pt x="207099" y="357655"/>
                  <a:pt x="182914" y="362904"/>
                  <a:pt x="163810" y="362538"/>
                </a:cubicBezTo>
                <a:cubicBezTo>
                  <a:pt x="113791" y="362537"/>
                  <a:pt x="73243" y="403086"/>
                  <a:pt x="73243" y="453105"/>
                </a:cubicBezTo>
                <a:cubicBezTo>
                  <a:pt x="73243" y="477015"/>
                  <a:pt x="82509" y="498761"/>
                  <a:pt x="97830" y="514773"/>
                </a:cubicBezTo>
                <a:close/>
                <a:moveTo>
                  <a:pt x="268140" y="219893"/>
                </a:moveTo>
                <a:cubicBezTo>
                  <a:pt x="254980" y="207035"/>
                  <a:pt x="249745" y="182889"/>
                  <a:pt x="250111" y="163811"/>
                </a:cubicBezTo>
                <a:cubicBezTo>
                  <a:pt x="250111" y="113792"/>
                  <a:pt x="209563" y="73244"/>
                  <a:pt x="159544" y="73244"/>
                </a:cubicBezTo>
                <a:cubicBezTo>
                  <a:pt x="135634" y="73244"/>
                  <a:pt x="113887" y="82510"/>
                  <a:pt x="97875" y="97831"/>
                </a:cubicBezTo>
                <a:lnTo>
                  <a:pt x="239430" y="239386"/>
                </a:lnTo>
                <a:cubicBezTo>
                  <a:pt x="247948" y="230871"/>
                  <a:pt x="257686" y="224320"/>
                  <a:pt x="268140" y="219893"/>
                </a:cubicBezTo>
                <a:close/>
                <a:moveTo>
                  <a:pt x="268191" y="392705"/>
                </a:moveTo>
                <a:cubicBezTo>
                  <a:pt x="257695" y="388335"/>
                  <a:pt x="247952" y="381782"/>
                  <a:pt x="239431" y="373263"/>
                </a:cubicBezTo>
                <a:lnTo>
                  <a:pt x="97875" y="514819"/>
                </a:lnTo>
                <a:cubicBezTo>
                  <a:pt x="113887" y="530139"/>
                  <a:pt x="135634" y="539405"/>
                  <a:pt x="159544" y="539405"/>
                </a:cubicBezTo>
                <a:cubicBezTo>
                  <a:pt x="184553" y="539405"/>
                  <a:pt x="207195" y="529268"/>
                  <a:pt x="223584" y="512879"/>
                </a:cubicBezTo>
                <a:cubicBezTo>
                  <a:pt x="239974" y="496489"/>
                  <a:pt x="250111" y="473848"/>
                  <a:pt x="250111" y="448838"/>
                </a:cubicBezTo>
                <a:cubicBezTo>
                  <a:pt x="249745" y="429735"/>
                  <a:pt x="254994" y="405550"/>
                  <a:pt x="268191" y="392705"/>
                </a:cubicBezTo>
                <a:close/>
                <a:moveTo>
                  <a:pt x="306986" y="138"/>
                </a:moveTo>
                <a:lnTo>
                  <a:pt x="306986" y="11636"/>
                </a:lnTo>
                <a:cubicBezTo>
                  <a:pt x="306778" y="11511"/>
                  <a:pt x="306567" y="11506"/>
                  <a:pt x="306356" y="11501"/>
                </a:cubicBezTo>
                <a:lnTo>
                  <a:pt x="306356" y="96667"/>
                </a:lnTo>
                <a:lnTo>
                  <a:pt x="306292" y="96667"/>
                </a:lnTo>
                <a:lnTo>
                  <a:pt x="306292" y="11501"/>
                </a:lnTo>
                <a:cubicBezTo>
                  <a:pt x="284137" y="11990"/>
                  <a:pt x="262207" y="20815"/>
                  <a:pt x="245300" y="37722"/>
                </a:cubicBezTo>
                <a:cubicBezTo>
                  <a:pt x="232539" y="50483"/>
                  <a:pt x="224382" y="66105"/>
                  <a:pt x="221373" y="82614"/>
                </a:cubicBezTo>
                <a:cubicBezTo>
                  <a:pt x="245960" y="100902"/>
                  <a:pt x="261667" y="130241"/>
                  <a:pt x="261667" y="163248"/>
                </a:cubicBezTo>
                <a:cubicBezTo>
                  <a:pt x="261168" y="189232"/>
                  <a:pt x="264959" y="205210"/>
                  <a:pt x="281311" y="215167"/>
                </a:cubicBezTo>
                <a:lnTo>
                  <a:pt x="306986" y="215277"/>
                </a:lnTo>
                <a:lnTo>
                  <a:pt x="306986" y="221929"/>
                </a:lnTo>
                <a:cubicBezTo>
                  <a:pt x="285145" y="221632"/>
                  <a:pt x="263250" y="229877"/>
                  <a:pt x="246580" y="246536"/>
                </a:cubicBezTo>
                <a:lnTo>
                  <a:pt x="254808" y="254763"/>
                </a:lnTo>
                <a:cubicBezTo>
                  <a:pt x="254801" y="254772"/>
                  <a:pt x="254793" y="254779"/>
                  <a:pt x="254786" y="254786"/>
                </a:cubicBezTo>
                <a:cubicBezTo>
                  <a:pt x="254778" y="254794"/>
                  <a:pt x="254771" y="254801"/>
                  <a:pt x="254763" y="254808"/>
                </a:cubicBezTo>
                <a:lnTo>
                  <a:pt x="246535" y="246581"/>
                </a:lnTo>
                <a:cubicBezTo>
                  <a:pt x="213554" y="279582"/>
                  <a:pt x="213554" y="333067"/>
                  <a:pt x="246535" y="366068"/>
                </a:cubicBezTo>
                <a:lnTo>
                  <a:pt x="254763" y="357841"/>
                </a:lnTo>
                <a:cubicBezTo>
                  <a:pt x="254771" y="357848"/>
                  <a:pt x="254778" y="357855"/>
                  <a:pt x="254786" y="357863"/>
                </a:cubicBezTo>
                <a:lnTo>
                  <a:pt x="254808" y="357886"/>
                </a:lnTo>
                <a:lnTo>
                  <a:pt x="246580" y="366113"/>
                </a:lnTo>
                <a:cubicBezTo>
                  <a:pt x="263250" y="382773"/>
                  <a:pt x="285145" y="391017"/>
                  <a:pt x="306986" y="390721"/>
                </a:cubicBezTo>
                <a:lnTo>
                  <a:pt x="306986" y="397378"/>
                </a:lnTo>
                <a:cubicBezTo>
                  <a:pt x="298457" y="400796"/>
                  <a:pt x="289920" y="399623"/>
                  <a:pt x="281637" y="397269"/>
                </a:cubicBezTo>
                <a:cubicBezTo>
                  <a:pt x="265010" y="407224"/>
                  <a:pt x="261165" y="423242"/>
                  <a:pt x="261667" y="449401"/>
                </a:cubicBezTo>
                <a:cubicBezTo>
                  <a:pt x="261667" y="477516"/>
                  <a:pt x="250271" y="502969"/>
                  <a:pt x="231847" y="521394"/>
                </a:cubicBezTo>
                <a:lnTo>
                  <a:pt x="221347" y="530057"/>
                </a:lnTo>
                <a:cubicBezTo>
                  <a:pt x="224389" y="546557"/>
                  <a:pt x="232545" y="562171"/>
                  <a:pt x="245300" y="574926"/>
                </a:cubicBezTo>
                <a:cubicBezTo>
                  <a:pt x="262207" y="591833"/>
                  <a:pt x="284136" y="600659"/>
                  <a:pt x="306292" y="601147"/>
                </a:cubicBezTo>
                <a:lnTo>
                  <a:pt x="306292" y="515981"/>
                </a:lnTo>
                <a:lnTo>
                  <a:pt x="306356" y="515981"/>
                </a:lnTo>
                <a:lnTo>
                  <a:pt x="306356" y="601147"/>
                </a:lnTo>
                <a:lnTo>
                  <a:pt x="306986" y="601012"/>
                </a:lnTo>
                <a:lnTo>
                  <a:pt x="306986" y="612510"/>
                </a:lnTo>
                <a:cubicBezTo>
                  <a:pt x="306767" y="612640"/>
                  <a:pt x="306546" y="612644"/>
                  <a:pt x="306324" y="612648"/>
                </a:cubicBezTo>
                <a:lnTo>
                  <a:pt x="306324" y="612648"/>
                </a:lnTo>
                <a:cubicBezTo>
                  <a:pt x="281070" y="612257"/>
                  <a:pt x="255999" y="602326"/>
                  <a:pt x="236731" y="583057"/>
                </a:cubicBezTo>
                <a:cubicBezTo>
                  <a:pt x="223570" y="569897"/>
                  <a:pt x="214766" y="554030"/>
                  <a:pt x="210610" y="537175"/>
                </a:cubicBezTo>
                <a:cubicBezTo>
                  <a:pt x="195839" y="546241"/>
                  <a:pt x="178427" y="551214"/>
                  <a:pt x="159854" y="551214"/>
                </a:cubicBezTo>
                <a:cubicBezTo>
                  <a:pt x="132604" y="551214"/>
                  <a:pt x="107854" y="540509"/>
                  <a:pt x="89720" y="522928"/>
                </a:cubicBezTo>
                <a:lnTo>
                  <a:pt x="89720" y="522928"/>
                </a:lnTo>
                <a:cubicBezTo>
                  <a:pt x="72139" y="504795"/>
                  <a:pt x="61434" y="480045"/>
                  <a:pt x="61434" y="452795"/>
                </a:cubicBezTo>
                <a:cubicBezTo>
                  <a:pt x="61434" y="434221"/>
                  <a:pt x="66407" y="416810"/>
                  <a:pt x="75474" y="402038"/>
                </a:cubicBezTo>
                <a:cubicBezTo>
                  <a:pt x="58618" y="397882"/>
                  <a:pt x="42751" y="389078"/>
                  <a:pt x="29591" y="375918"/>
                </a:cubicBezTo>
                <a:cubicBezTo>
                  <a:pt x="10322" y="356649"/>
                  <a:pt x="391" y="331578"/>
                  <a:pt x="0" y="306324"/>
                </a:cubicBezTo>
                <a:lnTo>
                  <a:pt x="0" y="306324"/>
                </a:lnTo>
                <a:cubicBezTo>
                  <a:pt x="391" y="281070"/>
                  <a:pt x="10322" y="256000"/>
                  <a:pt x="29591" y="236731"/>
                </a:cubicBezTo>
                <a:cubicBezTo>
                  <a:pt x="42758" y="223564"/>
                  <a:pt x="58634" y="214757"/>
                  <a:pt x="75514" y="210684"/>
                </a:cubicBezTo>
                <a:cubicBezTo>
                  <a:pt x="66423" y="195895"/>
                  <a:pt x="61434" y="178458"/>
                  <a:pt x="61434" y="159855"/>
                </a:cubicBezTo>
                <a:cubicBezTo>
                  <a:pt x="61434" y="132604"/>
                  <a:pt x="72139" y="107854"/>
                  <a:pt x="89720" y="89721"/>
                </a:cubicBezTo>
                <a:lnTo>
                  <a:pt x="89720" y="89721"/>
                </a:lnTo>
                <a:cubicBezTo>
                  <a:pt x="107854" y="72140"/>
                  <a:pt x="132604" y="61435"/>
                  <a:pt x="159854" y="61435"/>
                </a:cubicBezTo>
                <a:cubicBezTo>
                  <a:pt x="178457" y="61435"/>
                  <a:pt x="195895" y="66424"/>
                  <a:pt x="210684" y="75515"/>
                </a:cubicBezTo>
                <a:cubicBezTo>
                  <a:pt x="214757" y="58635"/>
                  <a:pt x="223563" y="42758"/>
                  <a:pt x="236731" y="29591"/>
                </a:cubicBezTo>
                <a:cubicBezTo>
                  <a:pt x="256000" y="10322"/>
                  <a:pt x="281070" y="391"/>
                  <a:pt x="306324" y="0"/>
                </a:cubicBezTo>
                <a:lnTo>
                  <a:pt x="306324" y="0"/>
                </a:ln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42" name="Teardrop 3"/>
          <p:cNvSpPr/>
          <p:nvPr/>
        </p:nvSpPr>
        <p:spPr>
          <a:xfrm rot="5400000" flipH="1" flipV="1">
            <a:off x="4488933" y="-163077"/>
            <a:ext cx="306986" cy="612648"/>
          </a:xfrm>
          <a:custGeom>
            <a:avLst/>
            <a:gdLst/>
            <a:ahLst/>
            <a:cxnLst/>
            <a:rect l="l" t="t" r="r" b="b"/>
            <a:pathLst>
              <a:path w="306986" h="612648">
                <a:moveTo>
                  <a:pt x="215380" y="331012"/>
                </a:moveTo>
                <a:cubicBezTo>
                  <a:pt x="210766" y="314775"/>
                  <a:pt x="210686" y="297561"/>
                  <a:pt x="215167" y="281312"/>
                </a:cubicBezTo>
                <a:cubicBezTo>
                  <a:pt x="205209" y="264960"/>
                  <a:pt x="189231" y="261169"/>
                  <a:pt x="163247" y="261668"/>
                </a:cubicBezTo>
                <a:cubicBezTo>
                  <a:pt x="130240" y="261668"/>
                  <a:pt x="100901" y="245961"/>
                  <a:pt x="82612" y="221373"/>
                </a:cubicBezTo>
                <a:cubicBezTo>
                  <a:pt x="66104" y="224383"/>
                  <a:pt x="50483" y="232539"/>
                  <a:pt x="37722" y="245300"/>
                </a:cubicBezTo>
                <a:cubicBezTo>
                  <a:pt x="20815" y="262208"/>
                  <a:pt x="11990" y="284137"/>
                  <a:pt x="11501" y="306292"/>
                </a:cubicBezTo>
                <a:lnTo>
                  <a:pt x="96667" y="306292"/>
                </a:lnTo>
                <a:lnTo>
                  <a:pt x="96667" y="306356"/>
                </a:lnTo>
                <a:lnTo>
                  <a:pt x="11501" y="306356"/>
                </a:lnTo>
                <a:cubicBezTo>
                  <a:pt x="11989" y="328512"/>
                  <a:pt x="20815" y="350441"/>
                  <a:pt x="37722" y="367348"/>
                </a:cubicBezTo>
                <a:cubicBezTo>
                  <a:pt x="50477" y="380104"/>
                  <a:pt x="66091" y="388259"/>
                  <a:pt x="82591" y="391302"/>
                </a:cubicBezTo>
                <a:cubicBezTo>
                  <a:pt x="100880" y="366700"/>
                  <a:pt x="130228" y="350982"/>
                  <a:pt x="163247" y="350982"/>
                </a:cubicBezTo>
                <a:cubicBezTo>
                  <a:pt x="186137" y="351421"/>
                  <a:pt x="201262" y="348532"/>
                  <a:pt x="211354" y="336664"/>
                </a:cubicBezTo>
                <a:cubicBezTo>
                  <a:pt x="212796" y="334969"/>
                  <a:pt x="214135" y="333090"/>
                  <a:pt x="215380" y="331012"/>
                </a:cubicBezTo>
                <a:close/>
                <a:moveTo>
                  <a:pt x="239385" y="239431"/>
                </a:moveTo>
                <a:lnTo>
                  <a:pt x="97830" y="97876"/>
                </a:lnTo>
                <a:cubicBezTo>
                  <a:pt x="82509" y="113888"/>
                  <a:pt x="73243" y="135634"/>
                  <a:pt x="73243" y="159545"/>
                </a:cubicBezTo>
                <a:cubicBezTo>
                  <a:pt x="73243" y="209563"/>
                  <a:pt x="113791" y="250112"/>
                  <a:pt x="163810" y="250112"/>
                </a:cubicBezTo>
                <a:cubicBezTo>
                  <a:pt x="182888" y="249746"/>
                  <a:pt x="207035" y="254980"/>
                  <a:pt x="219892" y="268141"/>
                </a:cubicBezTo>
                <a:cubicBezTo>
                  <a:pt x="224319" y="257687"/>
                  <a:pt x="230870" y="247949"/>
                  <a:pt x="239385" y="239431"/>
                </a:cubicBezTo>
                <a:close/>
                <a:moveTo>
                  <a:pt x="239386" y="373218"/>
                </a:moveTo>
                <a:cubicBezTo>
                  <a:pt x="230866" y="364697"/>
                  <a:pt x="224313" y="354954"/>
                  <a:pt x="219944" y="344457"/>
                </a:cubicBezTo>
                <a:cubicBezTo>
                  <a:pt x="207099" y="357655"/>
                  <a:pt x="182914" y="362904"/>
                  <a:pt x="163810" y="362538"/>
                </a:cubicBezTo>
                <a:cubicBezTo>
                  <a:pt x="113791" y="362537"/>
                  <a:pt x="73243" y="403086"/>
                  <a:pt x="73243" y="453105"/>
                </a:cubicBezTo>
                <a:cubicBezTo>
                  <a:pt x="73243" y="477015"/>
                  <a:pt x="82509" y="498762"/>
                  <a:pt x="97830" y="514773"/>
                </a:cubicBezTo>
                <a:close/>
                <a:moveTo>
                  <a:pt x="268140" y="219893"/>
                </a:moveTo>
                <a:cubicBezTo>
                  <a:pt x="254980" y="207035"/>
                  <a:pt x="249745" y="182889"/>
                  <a:pt x="250111" y="163811"/>
                </a:cubicBezTo>
                <a:cubicBezTo>
                  <a:pt x="250111" y="113793"/>
                  <a:pt x="209563" y="73244"/>
                  <a:pt x="159544" y="73244"/>
                </a:cubicBezTo>
                <a:cubicBezTo>
                  <a:pt x="135634" y="73244"/>
                  <a:pt x="113887" y="82510"/>
                  <a:pt x="97875" y="97831"/>
                </a:cubicBezTo>
                <a:lnTo>
                  <a:pt x="239430" y="239386"/>
                </a:lnTo>
                <a:cubicBezTo>
                  <a:pt x="247948" y="230871"/>
                  <a:pt x="257686" y="224320"/>
                  <a:pt x="268140" y="219893"/>
                </a:cubicBezTo>
                <a:close/>
                <a:moveTo>
                  <a:pt x="268191" y="392705"/>
                </a:moveTo>
                <a:cubicBezTo>
                  <a:pt x="257695" y="388335"/>
                  <a:pt x="247952" y="381782"/>
                  <a:pt x="239431" y="373263"/>
                </a:cubicBezTo>
                <a:lnTo>
                  <a:pt x="97875" y="514819"/>
                </a:lnTo>
                <a:cubicBezTo>
                  <a:pt x="113887" y="530139"/>
                  <a:pt x="135634" y="539405"/>
                  <a:pt x="159544" y="539405"/>
                </a:cubicBezTo>
                <a:cubicBezTo>
                  <a:pt x="184553" y="539405"/>
                  <a:pt x="207195" y="529268"/>
                  <a:pt x="223584" y="512879"/>
                </a:cubicBezTo>
                <a:cubicBezTo>
                  <a:pt x="239974" y="496489"/>
                  <a:pt x="250111" y="473848"/>
                  <a:pt x="250111" y="448838"/>
                </a:cubicBezTo>
                <a:cubicBezTo>
                  <a:pt x="249745" y="429735"/>
                  <a:pt x="254994" y="405550"/>
                  <a:pt x="268191" y="392705"/>
                </a:cubicBezTo>
                <a:close/>
                <a:moveTo>
                  <a:pt x="306986" y="138"/>
                </a:moveTo>
                <a:lnTo>
                  <a:pt x="306986" y="11636"/>
                </a:lnTo>
                <a:cubicBezTo>
                  <a:pt x="306778" y="11511"/>
                  <a:pt x="306567" y="11506"/>
                  <a:pt x="306356" y="11501"/>
                </a:cubicBezTo>
                <a:lnTo>
                  <a:pt x="306356" y="96668"/>
                </a:lnTo>
                <a:lnTo>
                  <a:pt x="306292" y="96667"/>
                </a:lnTo>
                <a:lnTo>
                  <a:pt x="306292" y="11501"/>
                </a:lnTo>
                <a:cubicBezTo>
                  <a:pt x="284137" y="11990"/>
                  <a:pt x="262207" y="20815"/>
                  <a:pt x="245300" y="37722"/>
                </a:cubicBezTo>
                <a:cubicBezTo>
                  <a:pt x="232539" y="50484"/>
                  <a:pt x="224382" y="66106"/>
                  <a:pt x="221373" y="82614"/>
                </a:cubicBezTo>
                <a:cubicBezTo>
                  <a:pt x="245960" y="100903"/>
                  <a:pt x="261667" y="130241"/>
                  <a:pt x="261667" y="163248"/>
                </a:cubicBezTo>
                <a:cubicBezTo>
                  <a:pt x="261168" y="189232"/>
                  <a:pt x="264959" y="205210"/>
                  <a:pt x="281311" y="215168"/>
                </a:cubicBezTo>
                <a:lnTo>
                  <a:pt x="306986" y="215278"/>
                </a:lnTo>
                <a:lnTo>
                  <a:pt x="306986" y="221929"/>
                </a:lnTo>
                <a:cubicBezTo>
                  <a:pt x="285145" y="221632"/>
                  <a:pt x="263250" y="229877"/>
                  <a:pt x="246580" y="246536"/>
                </a:cubicBezTo>
                <a:lnTo>
                  <a:pt x="254808" y="254763"/>
                </a:lnTo>
                <a:cubicBezTo>
                  <a:pt x="254801" y="254772"/>
                  <a:pt x="254793" y="254779"/>
                  <a:pt x="254786" y="254787"/>
                </a:cubicBezTo>
                <a:cubicBezTo>
                  <a:pt x="254778" y="254794"/>
                  <a:pt x="254771" y="254802"/>
                  <a:pt x="254763" y="254808"/>
                </a:cubicBezTo>
                <a:lnTo>
                  <a:pt x="246535" y="246581"/>
                </a:lnTo>
                <a:cubicBezTo>
                  <a:pt x="213554" y="279582"/>
                  <a:pt x="213554" y="333067"/>
                  <a:pt x="246535" y="366068"/>
                </a:cubicBezTo>
                <a:lnTo>
                  <a:pt x="254763" y="357841"/>
                </a:lnTo>
                <a:cubicBezTo>
                  <a:pt x="254771" y="357848"/>
                  <a:pt x="254778" y="357855"/>
                  <a:pt x="254786" y="357863"/>
                </a:cubicBezTo>
                <a:lnTo>
                  <a:pt x="254808" y="357886"/>
                </a:lnTo>
                <a:lnTo>
                  <a:pt x="246580" y="366113"/>
                </a:lnTo>
                <a:cubicBezTo>
                  <a:pt x="263250" y="382773"/>
                  <a:pt x="285145" y="391017"/>
                  <a:pt x="306986" y="390721"/>
                </a:cubicBezTo>
                <a:lnTo>
                  <a:pt x="306986" y="397378"/>
                </a:lnTo>
                <a:cubicBezTo>
                  <a:pt x="298457" y="400796"/>
                  <a:pt x="289920" y="399623"/>
                  <a:pt x="281637" y="397269"/>
                </a:cubicBezTo>
                <a:cubicBezTo>
                  <a:pt x="265010" y="407224"/>
                  <a:pt x="261165" y="423242"/>
                  <a:pt x="261667" y="449401"/>
                </a:cubicBezTo>
                <a:cubicBezTo>
                  <a:pt x="261667" y="477516"/>
                  <a:pt x="250271" y="502969"/>
                  <a:pt x="231847" y="521394"/>
                </a:cubicBezTo>
                <a:lnTo>
                  <a:pt x="221347" y="530057"/>
                </a:lnTo>
                <a:cubicBezTo>
                  <a:pt x="224389" y="546557"/>
                  <a:pt x="232545" y="562171"/>
                  <a:pt x="245300" y="574926"/>
                </a:cubicBezTo>
                <a:cubicBezTo>
                  <a:pt x="262207" y="591834"/>
                  <a:pt x="284136" y="600659"/>
                  <a:pt x="306292" y="601147"/>
                </a:cubicBezTo>
                <a:lnTo>
                  <a:pt x="306292" y="515981"/>
                </a:lnTo>
                <a:lnTo>
                  <a:pt x="306356" y="515982"/>
                </a:lnTo>
                <a:lnTo>
                  <a:pt x="306356" y="601147"/>
                </a:lnTo>
                <a:lnTo>
                  <a:pt x="306986" y="601012"/>
                </a:lnTo>
                <a:lnTo>
                  <a:pt x="306986" y="612510"/>
                </a:lnTo>
                <a:cubicBezTo>
                  <a:pt x="306767" y="612641"/>
                  <a:pt x="306546" y="612645"/>
                  <a:pt x="306324" y="612648"/>
                </a:cubicBezTo>
                <a:cubicBezTo>
                  <a:pt x="281070" y="612257"/>
                  <a:pt x="255999" y="602326"/>
                  <a:pt x="236731" y="583058"/>
                </a:cubicBezTo>
                <a:cubicBezTo>
                  <a:pt x="223570" y="569897"/>
                  <a:pt x="214766" y="554031"/>
                  <a:pt x="210610" y="537175"/>
                </a:cubicBezTo>
                <a:cubicBezTo>
                  <a:pt x="195839" y="546241"/>
                  <a:pt x="178427" y="551215"/>
                  <a:pt x="159854" y="551215"/>
                </a:cubicBezTo>
                <a:cubicBezTo>
                  <a:pt x="132604" y="551215"/>
                  <a:pt x="107854" y="540509"/>
                  <a:pt x="89720" y="522928"/>
                </a:cubicBezTo>
                <a:lnTo>
                  <a:pt x="89720" y="522928"/>
                </a:lnTo>
                <a:cubicBezTo>
                  <a:pt x="72139" y="504795"/>
                  <a:pt x="61434" y="480045"/>
                  <a:pt x="61434" y="452795"/>
                </a:cubicBezTo>
                <a:cubicBezTo>
                  <a:pt x="61434" y="434222"/>
                  <a:pt x="66407" y="416810"/>
                  <a:pt x="75474" y="402038"/>
                </a:cubicBezTo>
                <a:cubicBezTo>
                  <a:pt x="58618" y="397882"/>
                  <a:pt x="42751" y="389078"/>
                  <a:pt x="29591" y="375918"/>
                </a:cubicBezTo>
                <a:cubicBezTo>
                  <a:pt x="10322" y="356649"/>
                  <a:pt x="391" y="331578"/>
                  <a:pt x="0" y="306324"/>
                </a:cubicBezTo>
                <a:lnTo>
                  <a:pt x="0" y="306324"/>
                </a:lnTo>
                <a:cubicBezTo>
                  <a:pt x="391" y="281070"/>
                  <a:pt x="10322" y="256000"/>
                  <a:pt x="29591" y="236731"/>
                </a:cubicBezTo>
                <a:cubicBezTo>
                  <a:pt x="42758" y="223564"/>
                  <a:pt x="58634" y="214757"/>
                  <a:pt x="75514" y="210684"/>
                </a:cubicBezTo>
                <a:cubicBezTo>
                  <a:pt x="66423" y="195896"/>
                  <a:pt x="61434" y="178458"/>
                  <a:pt x="61434" y="159855"/>
                </a:cubicBezTo>
                <a:cubicBezTo>
                  <a:pt x="61434" y="132604"/>
                  <a:pt x="72139" y="107855"/>
                  <a:pt x="89720" y="89721"/>
                </a:cubicBezTo>
                <a:lnTo>
                  <a:pt x="89720" y="89721"/>
                </a:lnTo>
                <a:cubicBezTo>
                  <a:pt x="107854" y="72140"/>
                  <a:pt x="132604" y="61435"/>
                  <a:pt x="159854" y="61435"/>
                </a:cubicBezTo>
                <a:cubicBezTo>
                  <a:pt x="178457" y="61435"/>
                  <a:pt x="195895" y="66424"/>
                  <a:pt x="210684" y="75515"/>
                </a:cubicBezTo>
                <a:cubicBezTo>
                  <a:pt x="214757" y="58635"/>
                  <a:pt x="223563" y="42758"/>
                  <a:pt x="236731" y="29591"/>
                </a:cubicBezTo>
                <a:cubicBezTo>
                  <a:pt x="256000" y="10322"/>
                  <a:pt x="281070" y="391"/>
                  <a:pt x="306324" y="0"/>
                </a:cubicBezTo>
                <a:lnTo>
                  <a:pt x="306324" y="0"/>
                </a:ln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43" name="Teardrop 3"/>
          <p:cNvSpPr/>
          <p:nvPr/>
        </p:nvSpPr>
        <p:spPr>
          <a:xfrm rot="5400000" flipH="1" flipV="1">
            <a:off x="5331473" y="-163077"/>
            <a:ext cx="306986" cy="612648"/>
          </a:xfrm>
          <a:custGeom>
            <a:avLst/>
            <a:gdLst/>
            <a:ahLst/>
            <a:cxnLst/>
            <a:rect l="l" t="t" r="r" b="b"/>
            <a:pathLst>
              <a:path w="306986" h="612648">
                <a:moveTo>
                  <a:pt x="215380" y="331012"/>
                </a:moveTo>
                <a:cubicBezTo>
                  <a:pt x="210766" y="314775"/>
                  <a:pt x="210686" y="297561"/>
                  <a:pt x="215167" y="281312"/>
                </a:cubicBezTo>
                <a:cubicBezTo>
                  <a:pt x="205209" y="264960"/>
                  <a:pt x="189231" y="261169"/>
                  <a:pt x="163247" y="261668"/>
                </a:cubicBezTo>
                <a:cubicBezTo>
                  <a:pt x="130240" y="261668"/>
                  <a:pt x="100901" y="245961"/>
                  <a:pt x="82612" y="221373"/>
                </a:cubicBezTo>
                <a:cubicBezTo>
                  <a:pt x="66104" y="224383"/>
                  <a:pt x="50483" y="232539"/>
                  <a:pt x="37722" y="245300"/>
                </a:cubicBezTo>
                <a:cubicBezTo>
                  <a:pt x="20815" y="262208"/>
                  <a:pt x="11990" y="284137"/>
                  <a:pt x="11501" y="306292"/>
                </a:cubicBezTo>
                <a:lnTo>
                  <a:pt x="96667" y="306292"/>
                </a:lnTo>
                <a:lnTo>
                  <a:pt x="96667" y="306356"/>
                </a:lnTo>
                <a:lnTo>
                  <a:pt x="11501" y="306356"/>
                </a:lnTo>
                <a:cubicBezTo>
                  <a:pt x="11989" y="328512"/>
                  <a:pt x="20815" y="350441"/>
                  <a:pt x="37722" y="367348"/>
                </a:cubicBezTo>
                <a:cubicBezTo>
                  <a:pt x="50477" y="380104"/>
                  <a:pt x="66091" y="388259"/>
                  <a:pt x="82591" y="391302"/>
                </a:cubicBezTo>
                <a:cubicBezTo>
                  <a:pt x="100880" y="366700"/>
                  <a:pt x="130228" y="350982"/>
                  <a:pt x="163247" y="350982"/>
                </a:cubicBezTo>
                <a:cubicBezTo>
                  <a:pt x="186137" y="351421"/>
                  <a:pt x="201262" y="348532"/>
                  <a:pt x="211354" y="336664"/>
                </a:cubicBezTo>
                <a:cubicBezTo>
                  <a:pt x="212796" y="334969"/>
                  <a:pt x="214135" y="333090"/>
                  <a:pt x="215380" y="331012"/>
                </a:cubicBezTo>
                <a:close/>
                <a:moveTo>
                  <a:pt x="239385" y="239431"/>
                </a:moveTo>
                <a:lnTo>
                  <a:pt x="97830" y="97876"/>
                </a:lnTo>
                <a:cubicBezTo>
                  <a:pt x="82509" y="113888"/>
                  <a:pt x="73243" y="135634"/>
                  <a:pt x="73243" y="159545"/>
                </a:cubicBezTo>
                <a:cubicBezTo>
                  <a:pt x="73243" y="209563"/>
                  <a:pt x="113791" y="250112"/>
                  <a:pt x="163810" y="250112"/>
                </a:cubicBezTo>
                <a:cubicBezTo>
                  <a:pt x="182888" y="249746"/>
                  <a:pt x="207035" y="254980"/>
                  <a:pt x="219892" y="268141"/>
                </a:cubicBezTo>
                <a:cubicBezTo>
                  <a:pt x="224319" y="257687"/>
                  <a:pt x="230870" y="247949"/>
                  <a:pt x="239385" y="239431"/>
                </a:cubicBezTo>
                <a:close/>
                <a:moveTo>
                  <a:pt x="239386" y="373218"/>
                </a:moveTo>
                <a:cubicBezTo>
                  <a:pt x="230866" y="364697"/>
                  <a:pt x="224313" y="354954"/>
                  <a:pt x="219944" y="344457"/>
                </a:cubicBezTo>
                <a:cubicBezTo>
                  <a:pt x="207099" y="357655"/>
                  <a:pt x="182914" y="362904"/>
                  <a:pt x="163810" y="362538"/>
                </a:cubicBezTo>
                <a:cubicBezTo>
                  <a:pt x="113791" y="362537"/>
                  <a:pt x="73243" y="403086"/>
                  <a:pt x="73243" y="453105"/>
                </a:cubicBezTo>
                <a:cubicBezTo>
                  <a:pt x="73243" y="477015"/>
                  <a:pt x="82509" y="498762"/>
                  <a:pt x="97830" y="514773"/>
                </a:cubicBezTo>
                <a:close/>
                <a:moveTo>
                  <a:pt x="268140" y="219893"/>
                </a:moveTo>
                <a:cubicBezTo>
                  <a:pt x="254980" y="207035"/>
                  <a:pt x="249745" y="182889"/>
                  <a:pt x="250111" y="163811"/>
                </a:cubicBezTo>
                <a:cubicBezTo>
                  <a:pt x="250111" y="113793"/>
                  <a:pt x="209563" y="73244"/>
                  <a:pt x="159544" y="73244"/>
                </a:cubicBezTo>
                <a:cubicBezTo>
                  <a:pt x="135634" y="73244"/>
                  <a:pt x="113887" y="82510"/>
                  <a:pt x="97875" y="97831"/>
                </a:cubicBezTo>
                <a:lnTo>
                  <a:pt x="239430" y="239386"/>
                </a:lnTo>
                <a:cubicBezTo>
                  <a:pt x="247948" y="230871"/>
                  <a:pt x="257686" y="224320"/>
                  <a:pt x="268140" y="219893"/>
                </a:cubicBezTo>
                <a:close/>
                <a:moveTo>
                  <a:pt x="268191" y="392705"/>
                </a:moveTo>
                <a:cubicBezTo>
                  <a:pt x="257695" y="388335"/>
                  <a:pt x="247952" y="381782"/>
                  <a:pt x="239431" y="373263"/>
                </a:cubicBezTo>
                <a:lnTo>
                  <a:pt x="97875" y="514819"/>
                </a:lnTo>
                <a:cubicBezTo>
                  <a:pt x="113887" y="530139"/>
                  <a:pt x="135634" y="539405"/>
                  <a:pt x="159544" y="539405"/>
                </a:cubicBezTo>
                <a:cubicBezTo>
                  <a:pt x="184553" y="539405"/>
                  <a:pt x="207195" y="529268"/>
                  <a:pt x="223584" y="512879"/>
                </a:cubicBezTo>
                <a:cubicBezTo>
                  <a:pt x="239974" y="496489"/>
                  <a:pt x="250111" y="473848"/>
                  <a:pt x="250111" y="448838"/>
                </a:cubicBezTo>
                <a:cubicBezTo>
                  <a:pt x="249745" y="429735"/>
                  <a:pt x="254994" y="405550"/>
                  <a:pt x="268191" y="392705"/>
                </a:cubicBezTo>
                <a:close/>
                <a:moveTo>
                  <a:pt x="306986" y="138"/>
                </a:moveTo>
                <a:lnTo>
                  <a:pt x="306986" y="11636"/>
                </a:lnTo>
                <a:cubicBezTo>
                  <a:pt x="306778" y="11511"/>
                  <a:pt x="306567" y="11506"/>
                  <a:pt x="306356" y="11501"/>
                </a:cubicBezTo>
                <a:lnTo>
                  <a:pt x="306356" y="96668"/>
                </a:lnTo>
                <a:lnTo>
                  <a:pt x="306292" y="96667"/>
                </a:lnTo>
                <a:lnTo>
                  <a:pt x="306292" y="11501"/>
                </a:lnTo>
                <a:cubicBezTo>
                  <a:pt x="284137" y="11990"/>
                  <a:pt x="262207" y="20815"/>
                  <a:pt x="245300" y="37722"/>
                </a:cubicBezTo>
                <a:cubicBezTo>
                  <a:pt x="232539" y="50484"/>
                  <a:pt x="224382" y="66106"/>
                  <a:pt x="221373" y="82614"/>
                </a:cubicBezTo>
                <a:cubicBezTo>
                  <a:pt x="245960" y="100903"/>
                  <a:pt x="261667" y="130241"/>
                  <a:pt x="261667" y="163248"/>
                </a:cubicBezTo>
                <a:cubicBezTo>
                  <a:pt x="261168" y="189232"/>
                  <a:pt x="264959" y="205210"/>
                  <a:pt x="281311" y="215168"/>
                </a:cubicBezTo>
                <a:lnTo>
                  <a:pt x="306986" y="215277"/>
                </a:lnTo>
                <a:lnTo>
                  <a:pt x="306986" y="221929"/>
                </a:lnTo>
                <a:cubicBezTo>
                  <a:pt x="285145" y="221632"/>
                  <a:pt x="263250" y="229877"/>
                  <a:pt x="246580" y="246536"/>
                </a:cubicBezTo>
                <a:lnTo>
                  <a:pt x="254808" y="254763"/>
                </a:lnTo>
                <a:cubicBezTo>
                  <a:pt x="254801" y="254772"/>
                  <a:pt x="254793" y="254779"/>
                  <a:pt x="254786" y="254787"/>
                </a:cubicBezTo>
                <a:cubicBezTo>
                  <a:pt x="254778" y="254794"/>
                  <a:pt x="254771" y="254802"/>
                  <a:pt x="254763" y="254808"/>
                </a:cubicBezTo>
                <a:lnTo>
                  <a:pt x="246535" y="246581"/>
                </a:lnTo>
                <a:cubicBezTo>
                  <a:pt x="213554" y="279582"/>
                  <a:pt x="213554" y="333067"/>
                  <a:pt x="246535" y="366068"/>
                </a:cubicBezTo>
                <a:lnTo>
                  <a:pt x="254763" y="357841"/>
                </a:lnTo>
                <a:cubicBezTo>
                  <a:pt x="254771" y="357848"/>
                  <a:pt x="254778" y="357855"/>
                  <a:pt x="254786" y="357863"/>
                </a:cubicBezTo>
                <a:lnTo>
                  <a:pt x="254808" y="357886"/>
                </a:lnTo>
                <a:lnTo>
                  <a:pt x="246580" y="366113"/>
                </a:lnTo>
                <a:cubicBezTo>
                  <a:pt x="263250" y="382773"/>
                  <a:pt x="285145" y="391017"/>
                  <a:pt x="306986" y="390721"/>
                </a:cubicBezTo>
                <a:lnTo>
                  <a:pt x="306986" y="397378"/>
                </a:lnTo>
                <a:cubicBezTo>
                  <a:pt x="298457" y="400796"/>
                  <a:pt x="289920" y="399623"/>
                  <a:pt x="281637" y="397269"/>
                </a:cubicBezTo>
                <a:cubicBezTo>
                  <a:pt x="265010" y="407224"/>
                  <a:pt x="261165" y="423242"/>
                  <a:pt x="261667" y="449401"/>
                </a:cubicBezTo>
                <a:cubicBezTo>
                  <a:pt x="261667" y="477516"/>
                  <a:pt x="250271" y="502969"/>
                  <a:pt x="231847" y="521394"/>
                </a:cubicBezTo>
                <a:lnTo>
                  <a:pt x="221347" y="530057"/>
                </a:lnTo>
                <a:cubicBezTo>
                  <a:pt x="224389" y="546557"/>
                  <a:pt x="232545" y="562171"/>
                  <a:pt x="245300" y="574926"/>
                </a:cubicBezTo>
                <a:cubicBezTo>
                  <a:pt x="262207" y="591834"/>
                  <a:pt x="284136" y="600659"/>
                  <a:pt x="306292" y="601147"/>
                </a:cubicBezTo>
                <a:lnTo>
                  <a:pt x="306292" y="515981"/>
                </a:lnTo>
                <a:lnTo>
                  <a:pt x="306356" y="515982"/>
                </a:lnTo>
                <a:lnTo>
                  <a:pt x="306356" y="601147"/>
                </a:lnTo>
                <a:lnTo>
                  <a:pt x="306986" y="601012"/>
                </a:lnTo>
                <a:lnTo>
                  <a:pt x="306986" y="612510"/>
                </a:lnTo>
                <a:cubicBezTo>
                  <a:pt x="306767" y="612641"/>
                  <a:pt x="306546" y="612645"/>
                  <a:pt x="306324" y="612648"/>
                </a:cubicBezTo>
                <a:cubicBezTo>
                  <a:pt x="281070" y="612257"/>
                  <a:pt x="255999" y="602326"/>
                  <a:pt x="236731" y="583058"/>
                </a:cubicBezTo>
                <a:cubicBezTo>
                  <a:pt x="223570" y="569897"/>
                  <a:pt x="214766" y="554031"/>
                  <a:pt x="210610" y="537175"/>
                </a:cubicBezTo>
                <a:cubicBezTo>
                  <a:pt x="195839" y="546241"/>
                  <a:pt x="178427" y="551215"/>
                  <a:pt x="159854" y="551215"/>
                </a:cubicBezTo>
                <a:cubicBezTo>
                  <a:pt x="132604" y="551215"/>
                  <a:pt x="107854" y="540509"/>
                  <a:pt x="89720" y="522928"/>
                </a:cubicBezTo>
                <a:lnTo>
                  <a:pt x="89720" y="522928"/>
                </a:lnTo>
                <a:cubicBezTo>
                  <a:pt x="72139" y="504795"/>
                  <a:pt x="61434" y="480045"/>
                  <a:pt x="61434" y="452795"/>
                </a:cubicBezTo>
                <a:cubicBezTo>
                  <a:pt x="61434" y="434222"/>
                  <a:pt x="66407" y="416810"/>
                  <a:pt x="75474" y="402038"/>
                </a:cubicBezTo>
                <a:cubicBezTo>
                  <a:pt x="58618" y="397882"/>
                  <a:pt x="42751" y="389078"/>
                  <a:pt x="29591" y="375918"/>
                </a:cubicBezTo>
                <a:cubicBezTo>
                  <a:pt x="10322" y="356649"/>
                  <a:pt x="391" y="331578"/>
                  <a:pt x="0" y="306324"/>
                </a:cubicBezTo>
                <a:lnTo>
                  <a:pt x="0" y="306324"/>
                </a:lnTo>
                <a:cubicBezTo>
                  <a:pt x="391" y="281070"/>
                  <a:pt x="10322" y="256000"/>
                  <a:pt x="29591" y="236731"/>
                </a:cubicBezTo>
                <a:cubicBezTo>
                  <a:pt x="42758" y="223564"/>
                  <a:pt x="58634" y="214757"/>
                  <a:pt x="75514" y="210684"/>
                </a:cubicBezTo>
                <a:cubicBezTo>
                  <a:pt x="66423" y="195896"/>
                  <a:pt x="61434" y="178458"/>
                  <a:pt x="61434" y="159855"/>
                </a:cubicBezTo>
                <a:cubicBezTo>
                  <a:pt x="61434" y="132604"/>
                  <a:pt x="72139" y="107855"/>
                  <a:pt x="89720" y="89721"/>
                </a:cubicBezTo>
                <a:lnTo>
                  <a:pt x="89720" y="89721"/>
                </a:lnTo>
                <a:cubicBezTo>
                  <a:pt x="107854" y="72140"/>
                  <a:pt x="132604" y="61435"/>
                  <a:pt x="159854" y="61435"/>
                </a:cubicBezTo>
                <a:cubicBezTo>
                  <a:pt x="178457" y="61435"/>
                  <a:pt x="195895" y="66424"/>
                  <a:pt x="210684" y="75515"/>
                </a:cubicBezTo>
                <a:cubicBezTo>
                  <a:pt x="214757" y="58635"/>
                  <a:pt x="223563" y="42758"/>
                  <a:pt x="236731" y="29591"/>
                </a:cubicBezTo>
                <a:cubicBezTo>
                  <a:pt x="256000" y="10322"/>
                  <a:pt x="281070" y="391"/>
                  <a:pt x="306324" y="0"/>
                </a:cubicBezTo>
                <a:lnTo>
                  <a:pt x="306324" y="0"/>
                </a:ln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44" name="Teardrop 3"/>
          <p:cNvSpPr/>
          <p:nvPr/>
        </p:nvSpPr>
        <p:spPr>
          <a:xfrm rot="5400000" flipH="1" flipV="1">
            <a:off x="7859093" y="-163077"/>
            <a:ext cx="306986" cy="612648"/>
          </a:xfrm>
          <a:custGeom>
            <a:avLst/>
            <a:gdLst/>
            <a:ahLst/>
            <a:cxnLst/>
            <a:rect l="l" t="t" r="r" b="b"/>
            <a:pathLst>
              <a:path w="306986" h="612648">
                <a:moveTo>
                  <a:pt x="215380" y="331012"/>
                </a:moveTo>
                <a:cubicBezTo>
                  <a:pt x="210766" y="314775"/>
                  <a:pt x="210686" y="297561"/>
                  <a:pt x="215167" y="281312"/>
                </a:cubicBezTo>
                <a:cubicBezTo>
                  <a:pt x="205209" y="264960"/>
                  <a:pt x="189231" y="261169"/>
                  <a:pt x="163247" y="261668"/>
                </a:cubicBezTo>
                <a:cubicBezTo>
                  <a:pt x="130240" y="261668"/>
                  <a:pt x="100901" y="245961"/>
                  <a:pt x="82612" y="221373"/>
                </a:cubicBezTo>
                <a:cubicBezTo>
                  <a:pt x="66104" y="224383"/>
                  <a:pt x="50483" y="232539"/>
                  <a:pt x="37722" y="245300"/>
                </a:cubicBezTo>
                <a:cubicBezTo>
                  <a:pt x="20815" y="262208"/>
                  <a:pt x="11990" y="284137"/>
                  <a:pt x="11501" y="306292"/>
                </a:cubicBezTo>
                <a:lnTo>
                  <a:pt x="96667" y="306292"/>
                </a:lnTo>
                <a:lnTo>
                  <a:pt x="96667" y="306356"/>
                </a:lnTo>
                <a:lnTo>
                  <a:pt x="11501" y="306356"/>
                </a:lnTo>
                <a:cubicBezTo>
                  <a:pt x="11989" y="328512"/>
                  <a:pt x="20815" y="350441"/>
                  <a:pt x="37722" y="367348"/>
                </a:cubicBezTo>
                <a:cubicBezTo>
                  <a:pt x="50477" y="380104"/>
                  <a:pt x="66091" y="388259"/>
                  <a:pt x="82591" y="391302"/>
                </a:cubicBezTo>
                <a:cubicBezTo>
                  <a:pt x="100880" y="366700"/>
                  <a:pt x="130228" y="350982"/>
                  <a:pt x="163247" y="350982"/>
                </a:cubicBezTo>
                <a:cubicBezTo>
                  <a:pt x="186137" y="351421"/>
                  <a:pt x="201262" y="348532"/>
                  <a:pt x="211354" y="336664"/>
                </a:cubicBezTo>
                <a:cubicBezTo>
                  <a:pt x="212796" y="334969"/>
                  <a:pt x="214135" y="333090"/>
                  <a:pt x="215380" y="331012"/>
                </a:cubicBezTo>
                <a:close/>
                <a:moveTo>
                  <a:pt x="239385" y="239431"/>
                </a:moveTo>
                <a:lnTo>
                  <a:pt x="97830" y="97876"/>
                </a:lnTo>
                <a:cubicBezTo>
                  <a:pt x="82509" y="113888"/>
                  <a:pt x="73243" y="135634"/>
                  <a:pt x="73243" y="159545"/>
                </a:cubicBezTo>
                <a:cubicBezTo>
                  <a:pt x="73243" y="209563"/>
                  <a:pt x="113791" y="250112"/>
                  <a:pt x="163810" y="250112"/>
                </a:cubicBezTo>
                <a:cubicBezTo>
                  <a:pt x="182888" y="249746"/>
                  <a:pt x="207035" y="254980"/>
                  <a:pt x="219892" y="268141"/>
                </a:cubicBezTo>
                <a:cubicBezTo>
                  <a:pt x="224319" y="257687"/>
                  <a:pt x="230870" y="247949"/>
                  <a:pt x="239385" y="239431"/>
                </a:cubicBezTo>
                <a:close/>
                <a:moveTo>
                  <a:pt x="239386" y="373218"/>
                </a:moveTo>
                <a:cubicBezTo>
                  <a:pt x="230866" y="364697"/>
                  <a:pt x="224313" y="354954"/>
                  <a:pt x="219944" y="344457"/>
                </a:cubicBezTo>
                <a:cubicBezTo>
                  <a:pt x="207099" y="357655"/>
                  <a:pt x="182914" y="362904"/>
                  <a:pt x="163810" y="362538"/>
                </a:cubicBezTo>
                <a:cubicBezTo>
                  <a:pt x="113791" y="362537"/>
                  <a:pt x="73243" y="403086"/>
                  <a:pt x="73243" y="453105"/>
                </a:cubicBezTo>
                <a:cubicBezTo>
                  <a:pt x="73243" y="477015"/>
                  <a:pt x="82509" y="498762"/>
                  <a:pt x="97830" y="514773"/>
                </a:cubicBezTo>
                <a:close/>
                <a:moveTo>
                  <a:pt x="268140" y="219893"/>
                </a:moveTo>
                <a:cubicBezTo>
                  <a:pt x="254980" y="207035"/>
                  <a:pt x="249745" y="182889"/>
                  <a:pt x="250111" y="163811"/>
                </a:cubicBezTo>
                <a:cubicBezTo>
                  <a:pt x="250111" y="113793"/>
                  <a:pt x="209563" y="73244"/>
                  <a:pt x="159544" y="73244"/>
                </a:cubicBezTo>
                <a:cubicBezTo>
                  <a:pt x="135634" y="73244"/>
                  <a:pt x="113887" y="82510"/>
                  <a:pt x="97875" y="97831"/>
                </a:cubicBezTo>
                <a:lnTo>
                  <a:pt x="239430" y="239386"/>
                </a:lnTo>
                <a:cubicBezTo>
                  <a:pt x="247948" y="230871"/>
                  <a:pt x="257686" y="224320"/>
                  <a:pt x="268140" y="219893"/>
                </a:cubicBezTo>
                <a:close/>
                <a:moveTo>
                  <a:pt x="268191" y="392705"/>
                </a:moveTo>
                <a:cubicBezTo>
                  <a:pt x="257695" y="388335"/>
                  <a:pt x="247952" y="381782"/>
                  <a:pt x="239431" y="373263"/>
                </a:cubicBezTo>
                <a:lnTo>
                  <a:pt x="97875" y="514819"/>
                </a:lnTo>
                <a:cubicBezTo>
                  <a:pt x="113887" y="530139"/>
                  <a:pt x="135634" y="539405"/>
                  <a:pt x="159544" y="539405"/>
                </a:cubicBezTo>
                <a:cubicBezTo>
                  <a:pt x="184553" y="539405"/>
                  <a:pt x="207195" y="529268"/>
                  <a:pt x="223584" y="512879"/>
                </a:cubicBezTo>
                <a:cubicBezTo>
                  <a:pt x="239974" y="496489"/>
                  <a:pt x="250111" y="473848"/>
                  <a:pt x="250111" y="448838"/>
                </a:cubicBezTo>
                <a:cubicBezTo>
                  <a:pt x="249745" y="429735"/>
                  <a:pt x="254994" y="405550"/>
                  <a:pt x="268191" y="392705"/>
                </a:cubicBezTo>
                <a:close/>
                <a:moveTo>
                  <a:pt x="306986" y="138"/>
                </a:moveTo>
                <a:lnTo>
                  <a:pt x="306986" y="11636"/>
                </a:lnTo>
                <a:cubicBezTo>
                  <a:pt x="306778" y="11511"/>
                  <a:pt x="306567" y="11506"/>
                  <a:pt x="306356" y="11501"/>
                </a:cubicBezTo>
                <a:lnTo>
                  <a:pt x="306356" y="96668"/>
                </a:lnTo>
                <a:lnTo>
                  <a:pt x="306292" y="96667"/>
                </a:lnTo>
                <a:lnTo>
                  <a:pt x="306292" y="11501"/>
                </a:lnTo>
                <a:cubicBezTo>
                  <a:pt x="284137" y="11990"/>
                  <a:pt x="262207" y="20815"/>
                  <a:pt x="245300" y="37722"/>
                </a:cubicBezTo>
                <a:cubicBezTo>
                  <a:pt x="232539" y="50484"/>
                  <a:pt x="224382" y="66106"/>
                  <a:pt x="221373" y="82614"/>
                </a:cubicBezTo>
                <a:cubicBezTo>
                  <a:pt x="245960" y="100903"/>
                  <a:pt x="261667" y="130241"/>
                  <a:pt x="261667" y="163248"/>
                </a:cubicBezTo>
                <a:cubicBezTo>
                  <a:pt x="261168" y="189232"/>
                  <a:pt x="264959" y="205210"/>
                  <a:pt x="281311" y="215168"/>
                </a:cubicBezTo>
                <a:lnTo>
                  <a:pt x="306986" y="215278"/>
                </a:lnTo>
                <a:lnTo>
                  <a:pt x="306986" y="221929"/>
                </a:lnTo>
                <a:cubicBezTo>
                  <a:pt x="285145" y="221632"/>
                  <a:pt x="263250" y="229877"/>
                  <a:pt x="246580" y="246536"/>
                </a:cubicBezTo>
                <a:lnTo>
                  <a:pt x="254808" y="254763"/>
                </a:lnTo>
                <a:cubicBezTo>
                  <a:pt x="254801" y="254772"/>
                  <a:pt x="254793" y="254779"/>
                  <a:pt x="254786" y="254787"/>
                </a:cubicBezTo>
                <a:cubicBezTo>
                  <a:pt x="254778" y="254794"/>
                  <a:pt x="254771" y="254802"/>
                  <a:pt x="254763" y="254808"/>
                </a:cubicBezTo>
                <a:lnTo>
                  <a:pt x="246535" y="246581"/>
                </a:lnTo>
                <a:cubicBezTo>
                  <a:pt x="213554" y="279582"/>
                  <a:pt x="213554" y="333067"/>
                  <a:pt x="246535" y="366068"/>
                </a:cubicBezTo>
                <a:lnTo>
                  <a:pt x="254763" y="357841"/>
                </a:lnTo>
                <a:cubicBezTo>
                  <a:pt x="254771" y="357848"/>
                  <a:pt x="254778" y="357855"/>
                  <a:pt x="254786" y="357863"/>
                </a:cubicBezTo>
                <a:lnTo>
                  <a:pt x="254808" y="357886"/>
                </a:lnTo>
                <a:lnTo>
                  <a:pt x="246580" y="366113"/>
                </a:lnTo>
                <a:cubicBezTo>
                  <a:pt x="263250" y="382773"/>
                  <a:pt x="285145" y="391017"/>
                  <a:pt x="306986" y="390721"/>
                </a:cubicBezTo>
                <a:lnTo>
                  <a:pt x="306986" y="397378"/>
                </a:lnTo>
                <a:cubicBezTo>
                  <a:pt x="298457" y="400796"/>
                  <a:pt x="289920" y="399623"/>
                  <a:pt x="281637" y="397269"/>
                </a:cubicBezTo>
                <a:cubicBezTo>
                  <a:pt x="265010" y="407224"/>
                  <a:pt x="261165" y="423242"/>
                  <a:pt x="261667" y="449401"/>
                </a:cubicBezTo>
                <a:cubicBezTo>
                  <a:pt x="261667" y="477516"/>
                  <a:pt x="250271" y="502969"/>
                  <a:pt x="231847" y="521394"/>
                </a:cubicBezTo>
                <a:lnTo>
                  <a:pt x="221347" y="530057"/>
                </a:lnTo>
                <a:cubicBezTo>
                  <a:pt x="224389" y="546557"/>
                  <a:pt x="232545" y="562171"/>
                  <a:pt x="245300" y="574926"/>
                </a:cubicBezTo>
                <a:cubicBezTo>
                  <a:pt x="262207" y="591834"/>
                  <a:pt x="284136" y="600659"/>
                  <a:pt x="306292" y="601147"/>
                </a:cubicBezTo>
                <a:lnTo>
                  <a:pt x="306292" y="515981"/>
                </a:lnTo>
                <a:lnTo>
                  <a:pt x="306356" y="515982"/>
                </a:lnTo>
                <a:lnTo>
                  <a:pt x="306356" y="601147"/>
                </a:lnTo>
                <a:lnTo>
                  <a:pt x="306986" y="601012"/>
                </a:lnTo>
                <a:lnTo>
                  <a:pt x="306986" y="612510"/>
                </a:lnTo>
                <a:cubicBezTo>
                  <a:pt x="306767" y="612641"/>
                  <a:pt x="306546" y="612645"/>
                  <a:pt x="306324" y="612648"/>
                </a:cubicBezTo>
                <a:cubicBezTo>
                  <a:pt x="281070" y="612257"/>
                  <a:pt x="255999" y="602326"/>
                  <a:pt x="236731" y="583058"/>
                </a:cubicBezTo>
                <a:cubicBezTo>
                  <a:pt x="223570" y="569897"/>
                  <a:pt x="214766" y="554031"/>
                  <a:pt x="210610" y="537175"/>
                </a:cubicBezTo>
                <a:cubicBezTo>
                  <a:pt x="195839" y="546241"/>
                  <a:pt x="178427" y="551215"/>
                  <a:pt x="159854" y="551215"/>
                </a:cubicBezTo>
                <a:cubicBezTo>
                  <a:pt x="132604" y="551215"/>
                  <a:pt x="107854" y="540509"/>
                  <a:pt x="89720" y="522928"/>
                </a:cubicBezTo>
                <a:lnTo>
                  <a:pt x="89720" y="522928"/>
                </a:lnTo>
                <a:cubicBezTo>
                  <a:pt x="72139" y="504795"/>
                  <a:pt x="61434" y="480045"/>
                  <a:pt x="61434" y="452795"/>
                </a:cubicBezTo>
                <a:cubicBezTo>
                  <a:pt x="61434" y="434222"/>
                  <a:pt x="66407" y="416810"/>
                  <a:pt x="75474" y="402038"/>
                </a:cubicBezTo>
                <a:cubicBezTo>
                  <a:pt x="58618" y="397882"/>
                  <a:pt x="42751" y="389078"/>
                  <a:pt x="29591" y="375918"/>
                </a:cubicBezTo>
                <a:cubicBezTo>
                  <a:pt x="10322" y="356649"/>
                  <a:pt x="391" y="331578"/>
                  <a:pt x="0" y="306324"/>
                </a:cubicBezTo>
                <a:lnTo>
                  <a:pt x="0" y="306324"/>
                </a:lnTo>
                <a:cubicBezTo>
                  <a:pt x="391" y="281070"/>
                  <a:pt x="10322" y="256000"/>
                  <a:pt x="29591" y="236731"/>
                </a:cubicBezTo>
                <a:cubicBezTo>
                  <a:pt x="42758" y="223564"/>
                  <a:pt x="58634" y="214757"/>
                  <a:pt x="75514" y="210684"/>
                </a:cubicBezTo>
                <a:cubicBezTo>
                  <a:pt x="66423" y="195896"/>
                  <a:pt x="61434" y="178458"/>
                  <a:pt x="61434" y="159855"/>
                </a:cubicBezTo>
                <a:cubicBezTo>
                  <a:pt x="61434" y="132604"/>
                  <a:pt x="72139" y="107855"/>
                  <a:pt x="89720" y="89721"/>
                </a:cubicBezTo>
                <a:lnTo>
                  <a:pt x="89720" y="89721"/>
                </a:lnTo>
                <a:cubicBezTo>
                  <a:pt x="107854" y="72140"/>
                  <a:pt x="132604" y="61435"/>
                  <a:pt x="159854" y="61435"/>
                </a:cubicBezTo>
                <a:cubicBezTo>
                  <a:pt x="178457" y="61435"/>
                  <a:pt x="195895" y="66424"/>
                  <a:pt x="210684" y="75515"/>
                </a:cubicBezTo>
                <a:cubicBezTo>
                  <a:pt x="214757" y="58635"/>
                  <a:pt x="223563" y="42758"/>
                  <a:pt x="236731" y="29591"/>
                </a:cubicBezTo>
                <a:cubicBezTo>
                  <a:pt x="256000" y="10322"/>
                  <a:pt x="281070" y="391"/>
                  <a:pt x="306324" y="0"/>
                </a:cubicBezTo>
                <a:lnTo>
                  <a:pt x="306324" y="0"/>
                </a:ln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45" name="Teardrop 3"/>
          <p:cNvSpPr/>
          <p:nvPr/>
        </p:nvSpPr>
        <p:spPr>
          <a:xfrm rot="5400000" flipH="1" flipV="1">
            <a:off x="7016553" y="-163077"/>
            <a:ext cx="306986" cy="612648"/>
          </a:xfrm>
          <a:custGeom>
            <a:avLst/>
            <a:gdLst/>
            <a:ahLst/>
            <a:cxnLst/>
            <a:rect l="l" t="t" r="r" b="b"/>
            <a:pathLst>
              <a:path w="306986" h="612648">
                <a:moveTo>
                  <a:pt x="215380" y="331012"/>
                </a:moveTo>
                <a:cubicBezTo>
                  <a:pt x="210766" y="314775"/>
                  <a:pt x="210686" y="297561"/>
                  <a:pt x="215167" y="281312"/>
                </a:cubicBezTo>
                <a:cubicBezTo>
                  <a:pt x="205209" y="264960"/>
                  <a:pt x="189231" y="261169"/>
                  <a:pt x="163247" y="261668"/>
                </a:cubicBezTo>
                <a:cubicBezTo>
                  <a:pt x="130240" y="261668"/>
                  <a:pt x="100901" y="245961"/>
                  <a:pt x="82612" y="221373"/>
                </a:cubicBezTo>
                <a:cubicBezTo>
                  <a:pt x="66104" y="224383"/>
                  <a:pt x="50483" y="232539"/>
                  <a:pt x="37722" y="245300"/>
                </a:cubicBezTo>
                <a:cubicBezTo>
                  <a:pt x="20815" y="262208"/>
                  <a:pt x="11990" y="284137"/>
                  <a:pt x="11501" y="306292"/>
                </a:cubicBezTo>
                <a:lnTo>
                  <a:pt x="96667" y="306292"/>
                </a:lnTo>
                <a:lnTo>
                  <a:pt x="96667" y="306356"/>
                </a:lnTo>
                <a:lnTo>
                  <a:pt x="11501" y="306356"/>
                </a:lnTo>
                <a:cubicBezTo>
                  <a:pt x="11989" y="328512"/>
                  <a:pt x="20815" y="350441"/>
                  <a:pt x="37722" y="367348"/>
                </a:cubicBezTo>
                <a:cubicBezTo>
                  <a:pt x="50477" y="380104"/>
                  <a:pt x="66091" y="388259"/>
                  <a:pt x="82591" y="391302"/>
                </a:cubicBezTo>
                <a:cubicBezTo>
                  <a:pt x="100880" y="366700"/>
                  <a:pt x="130228" y="350982"/>
                  <a:pt x="163247" y="350982"/>
                </a:cubicBezTo>
                <a:cubicBezTo>
                  <a:pt x="186137" y="351421"/>
                  <a:pt x="201262" y="348532"/>
                  <a:pt x="211354" y="336664"/>
                </a:cubicBezTo>
                <a:cubicBezTo>
                  <a:pt x="212796" y="334969"/>
                  <a:pt x="214135" y="333090"/>
                  <a:pt x="215380" y="331012"/>
                </a:cubicBezTo>
                <a:close/>
                <a:moveTo>
                  <a:pt x="239385" y="239431"/>
                </a:moveTo>
                <a:lnTo>
                  <a:pt x="97830" y="97876"/>
                </a:lnTo>
                <a:cubicBezTo>
                  <a:pt x="82509" y="113888"/>
                  <a:pt x="73243" y="135634"/>
                  <a:pt x="73243" y="159545"/>
                </a:cubicBezTo>
                <a:cubicBezTo>
                  <a:pt x="73243" y="209563"/>
                  <a:pt x="113791" y="250112"/>
                  <a:pt x="163810" y="250112"/>
                </a:cubicBezTo>
                <a:cubicBezTo>
                  <a:pt x="182888" y="249746"/>
                  <a:pt x="207035" y="254980"/>
                  <a:pt x="219892" y="268141"/>
                </a:cubicBezTo>
                <a:cubicBezTo>
                  <a:pt x="224319" y="257687"/>
                  <a:pt x="230870" y="247949"/>
                  <a:pt x="239385" y="239431"/>
                </a:cubicBezTo>
                <a:close/>
                <a:moveTo>
                  <a:pt x="239386" y="373218"/>
                </a:moveTo>
                <a:cubicBezTo>
                  <a:pt x="230866" y="364697"/>
                  <a:pt x="224313" y="354954"/>
                  <a:pt x="219944" y="344457"/>
                </a:cubicBezTo>
                <a:cubicBezTo>
                  <a:pt x="207099" y="357655"/>
                  <a:pt x="182914" y="362904"/>
                  <a:pt x="163810" y="362538"/>
                </a:cubicBezTo>
                <a:cubicBezTo>
                  <a:pt x="113791" y="362537"/>
                  <a:pt x="73243" y="403086"/>
                  <a:pt x="73243" y="453105"/>
                </a:cubicBezTo>
                <a:cubicBezTo>
                  <a:pt x="73243" y="477015"/>
                  <a:pt x="82509" y="498762"/>
                  <a:pt x="97830" y="514773"/>
                </a:cubicBezTo>
                <a:close/>
                <a:moveTo>
                  <a:pt x="268140" y="219893"/>
                </a:moveTo>
                <a:cubicBezTo>
                  <a:pt x="254980" y="207035"/>
                  <a:pt x="249745" y="182889"/>
                  <a:pt x="250111" y="163811"/>
                </a:cubicBezTo>
                <a:cubicBezTo>
                  <a:pt x="250111" y="113793"/>
                  <a:pt x="209563" y="73244"/>
                  <a:pt x="159544" y="73244"/>
                </a:cubicBezTo>
                <a:cubicBezTo>
                  <a:pt x="135634" y="73244"/>
                  <a:pt x="113887" y="82510"/>
                  <a:pt x="97875" y="97831"/>
                </a:cubicBezTo>
                <a:lnTo>
                  <a:pt x="239430" y="239386"/>
                </a:lnTo>
                <a:cubicBezTo>
                  <a:pt x="247948" y="230871"/>
                  <a:pt x="257686" y="224320"/>
                  <a:pt x="268140" y="219893"/>
                </a:cubicBezTo>
                <a:close/>
                <a:moveTo>
                  <a:pt x="268191" y="392705"/>
                </a:moveTo>
                <a:cubicBezTo>
                  <a:pt x="257695" y="388335"/>
                  <a:pt x="247952" y="381782"/>
                  <a:pt x="239431" y="373263"/>
                </a:cubicBezTo>
                <a:lnTo>
                  <a:pt x="97875" y="514819"/>
                </a:lnTo>
                <a:cubicBezTo>
                  <a:pt x="113887" y="530139"/>
                  <a:pt x="135634" y="539405"/>
                  <a:pt x="159544" y="539405"/>
                </a:cubicBezTo>
                <a:cubicBezTo>
                  <a:pt x="184553" y="539405"/>
                  <a:pt x="207195" y="529268"/>
                  <a:pt x="223584" y="512879"/>
                </a:cubicBezTo>
                <a:cubicBezTo>
                  <a:pt x="239974" y="496489"/>
                  <a:pt x="250111" y="473848"/>
                  <a:pt x="250111" y="448838"/>
                </a:cubicBezTo>
                <a:cubicBezTo>
                  <a:pt x="249745" y="429735"/>
                  <a:pt x="254994" y="405550"/>
                  <a:pt x="268191" y="392705"/>
                </a:cubicBezTo>
                <a:close/>
                <a:moveTo>
                  <a:pt x="306986" y="138"/>
                </a:moveTo>
                <a:lnTo>
                  <a:pt x="306986" y="11636"/>
                </a:lnTo>
                <a:cubicBezTo>
                  <a:pt x="306778" y="11511"/>
                  <a:pt x="306567" y="11506"/>
                  <a:pt x="306356" y="11501"/>
                </a:cubicBezTo>
                <a:lnTo>
                  <a:pt x="306356" y="96668"/>
                </a:lnTo>
                <a:lnTo>
                  <a:pt x="306292" y="96667"/>
                </a:lnTo>
                <a:lnTo>
                  <a:pt x="306292" y="11501"/>
                </a:lnTo>
                <a:cubicBezTo>
                  <a:pt x="284137" y="11990"/>
                  <a:pt x="262207" y="20815"/>
                  <a:pt x="245300" y="37722"/>
                </a:cubicBezTo>
                <a:cubicBezTo>
                  <a:pt x="232539" y="50484"/>
                  <a:pt x="224382" y="66106"/>
                  <a:pt x="221373" y="82614"/>
                </a:cubicBezTo>
                <a:cubicBezTo>
                  <a:pt x="245960" y="100903"/>
                  <a:pt x="261667" y="130241"/>
                  <a:pt x="261667" y="163248"/>
                </a:cubicBezTo>
                <a:cubicBezTo>
                  <a:pt x="261168" y="189232"/>
                  <a:pt x="264959" y="205210"/>
                  <a:pt x="281311" y="215168"/>
                </a:cubicBezTo>
                <a:lnTo>
                  <a:pt x="306986" y="215277"/>
                </a:lnTo>
                <a:lnTo>
                  <a:pt x="306986" y="221929"/>
                </a:lnTo>
                <a:cubicBezTo>
                  <a:pt x="285145" y="221632"/>
                  <a:pt x="263250" y="229877"/>
                  <a:pt x="246580" y="246536"/>
                </a:cubicBezTo>
                <a:lnTo>
                  <a:pt x="254808" y="254763"/>
                </a:lnTo>
                <a:cubicBezTo>
                  <a:pt x="254801" y="254772"/>
                  <a:pt x="254793" y="254779"/>
                  <a:pt x="254786" y="254787"/>
                </a:cubicBezTo>
                <a:cubicBezTo>
                  <a:pt x="254778" y="254794"/>
                  <a:pt x="254771" y="254802"/>
                  <a:pt x="254763" y="254808"/>
                </a:cubicBezTo>
                <a:lnTo>
                  <a:pt x="246535" y="246581"/>
                </a:lnTo>
                <a:cubicBezTo>
                  <a:pt x="213554" y="279582"/>
                  <a:pt x="213554" y="333067"/>
                  <a:pt x="246535" y="366068"/>
                </a:cubicBezTo>
                <a:lnTo>
                  <a:pt x="254763" y="357841"/>
                </a:lnTo>
                <a:cubicBezTo>
                  <a:pt x="254771" y="357848"/>
                  <a:pt x="254778" y="357855"/>
                  <a:pt x="254786" y="357863"/>
                </a:cubicBezTo>
                <a:lnTo>
                  <a:pt x="254808" y="357886"/>
                </a:lnTo>
                <a:lnTo>
                  <a:pt x="246580" y="366113"/>
                </a:lnTo>
                <a:cubicBezTo>
                  <a:pt x="263250" y="382773"/>
                  <a:pt x="285145" y="391017"/>
                  <a:pt x="306986" y="390721"/>
                </a:cubicBezTo>
                <a:lnTo>
                  <a:pt x="306986" y="397378"/>
                </a:lnTo>
                <a:cubicBezTo>
                  <a:pt x="298457" y="400796"/>
                  <a:pt x="289920" y="399623"/>
                  <a:pt x="281637" y="397269"/>
                </a:cubicBezTo>
                <a:cubicBezTo>
                  <a:pt x="265010" y="407224"/>
                  <a:pt x="261165" y="423242"/>
                  <a:pt x="261667" y="449401"/>
                </a:cubicBezTo>
                <a:cubicBezTo>
                  <a:pt x="261667" y="477516"/>
                  <a:pt x="250271" y="502969"/>
                  <a:pt x="231847" y="521394"/>
                </a:cubicBezTo>
                <a:lnTo>
                  <a:pt x="221347" y="530057"/>
                </a:lnTo>
                <a:cubicBezTo>
                  <a:pt x="224389" y="546557"/>
                  <a:pt x="232545" y="562171"/>
                  <a:pt x="245300" y="574926"/>
                </a:cubicBezTo>
                <a:cubicBezTo>
                  <a:pt x="262207" y="591834"/>
                  <a:pt x="284136" y="600659"/>
                  <a:pt x="306292" y="601147"/>
                </a:cubicBezTo>
                <a:lnTo>
                  <a:pt x="306292" y="515981"/>
                </a:lnTo>
                <a:lnTo>
                  <a:pt x="306356" y="515982"/>
                </a:lnTo>
                <a:lnTo>
                  <a:pt x="306356" y="601147"/>
                </a:lnTo>
                <a:lnTo>
                  <a:pt x="306986" y="601012"/>
                </a:lnTo>
                <a:lnTo>
                  <a:pt x="306986" y="612510"/>
                </a:lnTo>
                <a:cubicBezTo>
                  <a:pt x="306767" y="612641"/>
                  <a:pt x="306546" y="612645"/>
                  <a:pt x="306324" y="612648"/>
                </a:cubicBezTo>
                <a:cubicBezTo>
                  <a:pt x="281070" y="612257"/>
                  <a:pt x="255999" y="602326"/>
                  <a:pt x="236731" y="583058"/>
                </a:cubicBezTo>
                <a:cubicBezTo>
                  <a:pt x="223570" y="569897"/>
                  <a:pt x="214766" y="554031"/>
                  <a:pt x="210610" y="537175"/>
                </a:cubicBezTo>
                <a:cubicBezTo>
                  <a:pt x="195839" y="546241"/>
                  <a:pt x="178427" y="551215"/>
                  <a:pt x="159854" y="551215"/>
                </a:cubicBezTo>
                <a:cubicBezTo>
                  <a:pt x="132604" y="551215"/>
                  <a:pt x="107854" y="540509"/>
                  <a:pt x="89720" y="522928"/>
                </a:cubicBezTo>
                <a:lnTo>
                  <a:pt x="89720" y="522928"/>
                </a:lnTo>
                <a:cubicBezTo>
                  <a:pt x="72139" y="504795"/>
                  <a:pt x="61434" y="480045"/>
                  <a:pt x="61434" y="452795"/>
                </a:cubicBezTo>
                <a:cubicBezTo>
                  <a:pt x="61434" y="434222"/>
                  <a:pt x="66407" y="416810"/>
                  <a:pt x="75474" y="402038"/>
                </a:cubicBezTo>
                <a:cubicBezTo>
                  <a:pt x="58618" y="397882"/>
                  <a:pt x="42751" y="389078"/>
                  <a:pt x="29591" y="375918"/>
                </a:cubicBezTo>
                <a:cubicBezTo>
                  <a:pt x="10322" y="356649"/>
                  <a:pt x="391" y="331578"/>
                  <a:pt x="0" y="306324"/>
                </a:cubicBezTo>
                <a:lnTo>
                  <a:pt x="0" y="306324"/>
                </a:lnTo>
                <a:cubicBezTo>
                  <a:pt x="391" y="281070"/>
                  <a:pt x="10322" y="256000"/>
                  <a:pt x="29591" y="236731"/>
                </a:cubicBezTo>
                <a:cubicBezTo>
                  <a:pt x="42758" y="223564"/>
                  <a:pt x="58634" y="214757"/>
                  <a:pt x="75514" y="210684"/>
                </a:cubicBezTo>
                <a:cubicBezTo>
                  <a:pt x="66423" y="195896"/>
                  <a:pt x="61434" y="178458"/>
                  <a:pt x="61434" y="159855"/>
                </a:cubicBezTo>
                <a:cubicBezTo>
                  <a:pt x="61434" y="132604"/>
                  <a:pt x="72139" y="107855"/>
                  <a:pt x="89720" y="89721"/>
                </a:cubicBezTo>
                <a:lnTo>
                  <a:pt x="89720" y="89721"/>
                </a:lnTo>
                <a:cubicBezTo>
                  <a:pt x="107854" y="72140"/>
                  <a:pt x="132604" y="61435"/>
                  <a:pt x="159854" y="61435"/>
                </a:cubicBezTo>
                <a:cubicBezTo>
                  <a:pt x="178457" y="61435"/>
                  <a:pt x="195895" y="66424"/>
                  <a:pt x="210684" y="75515"/>
                </a:cubicBezTo>
                <a:cubicBezTo>
                  <a:pt x="214757" y="58635"/>
                  <a:pt x="223563" y="42758"/>
                  <a:pt x="236731" y="29591"/>
                </a:cubicBezTo>
                <a:cubicBezTo>
                  <a:pt x="256000" y="10322"/>
                  <a:pt x="281070" y="391"/>
                  <a:pt x="306324" y="0"/>
                </a:cubicBezTo>
                <a:lnTo>
                  <a:pt x="306324" y="0"/>
                </a:ln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46" name="Teardrop 3"/>
          <p:cNvSpPr/>
          <p:nvPr/>
        </p:nvSpPr>
        <p:spPr>
          <a:xfrm rot="5400000" flipH="1" flipV="1">
            <a:off x="9544173" y="-163077"/>
            <a:ext cx="306986" cy="612648"/>
          </a:xfrm>
          <a:custGeom>
            <a:avLst/>
            <a:gdLst/>
            <a:ahLst/>
            <a:cxnLst/>
            <a:rect l="l" t="t" r="r" b="b"/>
            <a:pathLst>
              <a:path w="306986" h="612648">
                <a:moveTo>
                  <a:pt x="215380" y="331011"/>
                </a:moveTo>
                <a:cubicBezTo>
                  <a:pt x="210766" y="314774"/>
                  <a:pt x="210686" y="297561"/>
                  <a:pt x="215167" y="281312"/>
                </a:cubicBezTo>
                <a:cubicBezTo>
                  <a:pt x="205209" y="264959"/>
                  <a:pt x="189231" y="261169"/>
                  <a:pt x="163247" y="261668"/>
                </a:cubicBezTo>
                <a:cubicBezTo>
                  <a:pt x="130240" y="261668"/>
                  <a:pt x="100901" y="245961"/>
                  <a:pt x="82612" y="221373"/>
                </a:cubicBezTo>
                <a:cubicBezTo>
                  <a:pt x="66104" y="224382"/>
                  <a:pt x="50483" y="232539"/>
                  <a:pt x="37722" y="245300"/>
                </a:cubicBezTo>
                <a:cubicBezTo>
                  <a:pt x="20815" y="262207"/>
                  <a:pt x="11990" y="284136"/>
                  <a:pt x="11501" y="306292"/>
                </a:cubicBezTo>
                <a:lnTo>
                  <a:pt x="96667" y="306292"/>
                </a:lnTo>
                <a:lnTo>
                  <a:pt x="96667" y="306356"/>
                </a:lnTo>
                <a:lnTo>
                  <a:pt x="11501" y="306356"/>
                </a:lnTo>
                <a:cubicBezTo>
                  <a:pt x="11989" y="328512"/>
                  <a:pt x="20815" y="350441"/>
                  <a:pt x="37722" y="367348"/>
                </a:cubicBezTo>
                <a:cubicBezTo>
                  <a:pt x="50477" y="380103"/>
                  <a:pt x="66091" y="388259"/>
                  <a:pt x="82591" y="391301"/>
                </a:cubicBezTo>
                <a:cubicBezTo>
                  <a:pt x="100880" y="366699"/>
                  <a:pt x="130228" y="350981"/>
                  <a:pt x="163247" y="350981"/>
                </a:cubicBezTo>
                <a:cubicBezTo>
                  <a:pt x="186137" y="351420"/>
                  <a:pt x="201262" y="348532"/>
                  <a:pt x="211354" y="336664"/>
                </a:cubicBezTo>
                <a:cubicBezTo>
                  <a:pt x="212796" y="334968"/>
                  <a:pt x="214135" y="333090"/>
                  <a:pt x="215380" y="331011"/>
                </a:cubicBezTo>
                <a:close/>
                <a:moveTo>
                  <a:pt x="239385" y="239431"/>
                </a:moveTo>
                <a:lnTo>
                  <a:pt x="97830" y="97876"/>
                </a:lnTo>
                <a:cubicBezTo>
                  <a:pt x="82509" y="113887"/>
                  <a:pt x="73243" y="135634"/>
                  <a:pt x="73243" y="159544"/>
                </a:cubicBezTo>
                <a:cubicBezTo>
                  <a:pt x="73243" y="209563"/>
                  <a:pt x="113791" y="250112"/>
                  <a:pt x="163810" y="250112"/>
                </a:cubicBezTo>
                <a:cubicBezTo>
                  <a:pt x="182888" y="249746"/>
                  <a:pt x="207035" y="254980"/>
                  <a:pt x="219892" y="268141"/>
                </a:cubicBezTo>
                <a:cubicBezTo>
                  <a:pt x="224319" y="257686"/>
                  <a:pt x="230870" y="247948"/>
                  <a:pt x="239385" y="239431"/>
                </a:cubicBezTo>
                <a:close/>
                <a:moveTo>
                  <a:pt x="239386" y="373218"/>
                </a:moveTo>
                <a:cubicBezTo>
                  <a:pt x="230866" y="364697"/>
                  <a:pt x="224313" y="354954"/>
                  <a:pt x="219944" y="344457"/>
                </a:cubicBezTo>
                <a:cubicBezTo>
                  <a:pt x="207099" y="357655"/>
                  <a:pt x="182914" y="362904"/>
                  <a:pt x="163810" y="362537"/>
                </a:cubicBezTo>
                <a:cubicBezTo>
                  <a:pt x="113791" y="362537"/>
                  <a:pt x="73243" y="403086"/>
                  <a:pt x="73243" y="453104"/>
                </a:cubicBezTo>
                <a:cubicBezTo>
                  <a:pt x="73243" y="477015"/>
                  <a:pt x="82509" y="498761"/>
                  <a:pt x="97830" y="514773"/>
                </a:cubicBezTo>
                <a:close/>
                <a:moveTo>
                  <a:pt x="268140" y="219892"/>
                </a:moveTo>
                <a:cubicBezTo>
                  <a:pt x="254980" y="207035"/>
                  <a:pt x="249745" y="182889"/>
                  <a:pt x="250111" y="163811"/>
                </a:cubicBezTo>
                <a:cubicBezTo>
                  <a:pt x="250111" y="113792"/>
                  <a:pt x="209563" y="73244"/>
                  <a:pt x="159544" y="73244"/>
                </a:cubicBezTo>
                <a:cubicBezTo>
                  <a:pt x="135634" y="73244"/>
                  <a:pt x="113887" y="82510"/>
                  <a:pt x="97875" y="97831"/>
                </a:cubicBezTo>
                <a:lnTo>
                  <a:pt x="239430" y="239386"/>
                </a:lnTo>
                <a:cubicBezTo>
                  <a:pt x="247948" y="230871"/>
                  <a:pt x="257686" y="224320"/>
                  <a:pt x="268140" y="219892"/>
                </a:cubicBezTo>
                <a:close/>
                <a:moveTo>
                  <a:pt x="268191" y="392705"/>
                </a:moveTo>
                <a:cubicBezTo>
                  <a:pt x="257695" y="388335"/>
                  <a:pt x="247952" y="381782"/>
                  <a:pt x="239431" y="373263"/>
                </a:cubicBezTo>
                <a:lnTo>
                  <a:pt x="97875" y="514818"/>
                </a:lnTo>
                <a:cubicBezTo>
                  <a:pt x="113887" y="530139"/>
                  <a:pt x="135634" y="539405"/>
                  <a:pt x="159544" y="539405"/>
                </a:cubicBezTo>
                <a:cubicBezTo>
                  <a:pt x="184553" y="539405"/>
                  <a:pt x="207195" y="529268"/>
                  <a:pt x="223584" y="512879"/>
                </a:cubicBezTo>
                <a:cubicBezTo>
                  <a:pt x="239974" y="496489"/>
                  <a:pt x="250111" y="473847"/>
                  <a:pt x="250111" y="448838"/>
                </a:cubicBezTo>
                <a:cubicBezTo>
                  <a:pt x="249745" y="429735"/>
                  <a:pt x="254994" y="405550"/>
                  <a:pt x="268191" y="392705"/>
                </a:cubicBezTo>
                <a:close/>
                <a:moveTo>
                  <a:pt x="306986" y="138"/>
                </a:moveTo>
                <a:lnTo>
                  <a:pt x="306986" y="11636"/>
                </a:lnTo>
                <a:cubicBezTo>
                  <a:pt x="306778" y="11511"/>
                  <a:pt x="306567" y="11506"/>
                  <a:pt x="306356" y="11501"/>
                </a:cubicBezTo>
                <a:lnTo>
                  <a:pt x="306356" y="96667"/>
                </a:lnTo>
                <a:lnTo>
                  <a:pt x="306292" y="96667"/>
                </a:lnTo>
                <a:lnTo>
                  <a:pt x="306292" y="11501"/>
                </a:lnTo>
                <a:cubicBezTo>
                  <a:pt x="284137" y="11990"/>
                  <a:pt x="262207" y="20815"/>
                  <a:pt x="245300" y="37722"/>
                </a:cubicBezTo>
                <a:cubicBezTo>
                  <a:pt x="232539" y="50483"/>
                  <a:pt x="224382" y="66105"/>
                  <a:pt x="221373" y="82613"/>
                </a:cubicBezTo>
                <a:cubicBezTo>
                  <a:pt x="245960" y="100902"/>
                  <a:pt x="261667" y="130241"/>
                  <a:pt x="261667" y="163248"/>
                </a:cubicBezTo>
                <a:cubicBezTo>
                  <a:pt x="261168" y="189232"/>
                  <a:pt x="264959" y="205210"/>
                  <a:pt x="281311" y="215167"/>
                </a:cubicBezTo>
                <a:lnTo>
                  <a:pt x="306986" y="215277"/>
                </a:lnTo>
                <a:lnTo>
                  <a:pt x="306986" y="221928"/>
                </a:lnTo>
                <a:cubicBezTo>
                  <a:pt x="285145" y="221632"/>
                  <a:pt x="263250" y="229876"/>
                  <a:pt x="246580" y="246536"/>
                </a:cubicBezTo>
                <a:lnTo>
                  <a:pt x="254808" y="254763"/>
                </a:lnTo>
                <a:cubicBezTo>
                  <a:pt x="254801" y="254771"/>
                  <a:pt x="254793" y="254779"/>
                  <a:pt x="254786" y="254786"/>
                </a:cubicBezTo>
                <a:cubicBezTo>
                  <a:pt x="254778" y="254794"/>
                  <a:pt x="254771" y="254801"/>
                  <a:pt x="254763" y="254808"/>
                </a:cubicBezTo>
                <a:lnTo>
                  <a:pt x="246535" y="246581"/>
                </a:lnTo>
                <a:cubicBezTo>
                  <a:pt x="213554" y="279582"/>
                  <a:pt x="213554" y="333067"/>
                  <a:pt x="246535" y="366068"/>
                </a:cubicBezTo>
                <a:lnTo>
                  <a:pt x="254763" y="357841"/>
                </a:lnTo>
                <a:cubicBezTo>
                  <a:pt x="254771" y="357847"/>
                  <a:pt x="254778" y="357855"/>
                  <a:pt x="254786" y="357863"/>
                </a:cubicBezTo>
                <a:lnTo>
                  <a:pt x="254808" y="357886"/>
                </a:lnTo>
                <a:lnTo>
                  <a:pt x="246580" y="366113"/>
                </a:lnTo>
                <a:cubicBezTo>
                  <a:pt x="263250" y="382773"/>
                  <a:pt x="285145" y="391017"/>
                  <a:pt x="306986" y="390721"/>
                </a:cubicBezTo>
                <a:lnTo>
                  <a:pt x="306986" y="397378"/>
                </a:lnTo>
                <a:cubicBezTo>
                  <a:pt x="298457" y="400796"/>
                  <a:pt x="289920" y="399623"/>
                  <a:pt x="281637" y="397269"/>
                </a:cubicBezTo>
                <a:cubicBezTo>
                  <a:pt x="265010" y="407223"/>
                  <a:pt x="261165" y="423242"/>
                  <a:pt x="261667" y="449401"/>
                </a:cubicBezTo>
                <a:cubicBezTo>
                  <a:pt x="261667" y="477516"/>
                  <a:pt x="250271" y="502969"/>
                  <a:pt x="231847" y="521394"/>
                </a:cubicBezTo>
                <a:lnTo>
                  <a:pt x="221347" y="530057"/>
                </a:lnTo>
                <a:cubicBezTo>
                  <a:pt x="224390" y="546557"/>
                  <a:pt x="232545" y="562171"/>
                  <a:pt x="245300" y="574926"/>
                </a:cubicBezTo>
                <a:cubicBezTo>
                  <a:pt x="262207" y="591833"/>
                  <a:pt x="284136" y="600659"/>
                  <a:pt x="306292" y="601147"/>
                </a:cubicBezTo>
                <a:lnTo>
                  <a:pt x="306292" y="515981"/>
                </a:lnTo>
                <a:lnTo>
                  <a:pt x="306356" y="515981"/>
                </a:lnTo>
                <a:lnTo>
                  <a:pt x="306356" y="601147"/>
                </a:lnTo>
                <a:lnTo>
                  <a:pt x="306986" y="601012"/>
                </a:lnTo>
                <a:lnTo>
                  <a:pt x="306986" y="612510"/>
                </a:lnTo>
                <a:cubicBezTo>
                  <a:pt x="306767" y="612640"/>
                  <a:pt x="306546" y="612645"/>
                  <a:pt x="306324" y="612648"/>
                </a:cubicBezTo>
                <a:cubicBezTo>
                  <a:pt x="281070" y="612257"/>
                  <a:pt x="255999" y="602326"/>
                  <a:pt x="236731" y="583057"/>
                </a:cubicBezTo>
                <a:cubicBezTo>
                  <a:pt x="223570" y="569897"/>
                  <a:pt x="214766" y="554030"/>
                  <a:pt x="210610" y="537174"/>
                </a:cubicBezTo>
                <a:cubicBezTo>
                  <a:pt x="195839" y="546241"/>
                  <a:pt x="178427" y="551214"/>
                  <a:pt x="159854" y="551214"/>
                </a:cubicBezTo>
                <a:cubicBezTo>
                  <a:pt x="132604" y="551214"/>
                  <a:pt x="107854" y="540509"/>
                  <a:pt x="89720" y="522928"/>
                </a:cubicBezTo>
                <a:lnTo>
                  <a:pt x="89720" y="522928"/>
                </a:lnTo>
                <a:cubicBezTo>
                  <a:pt x="72139" y="504795"/>
                  <a:pt x="61434" y="480045"/>
                  <a:pt x="61434" y="452795"/>
                </a:cubicBezTo>
                <a:cubicBezTo>
                  <a:pt x="61434" y="434221"/>
                  <a:pt x="66407" y="416810"/>
                  <a:pt x="75474" y="402038"/>
                </a:cubicBezTo>
                <a:cubicBezTo>
                  <a:pt x="58618" y="397882"/>
                  <a:pt x="42751" y="389078"/>
                  <a:pt x="29591" y="375917"/>
                </a:cubicBezTo>
                <a:cubicBezTo>
                  <a:pt x="10322" y="356649"/>
                  <a:pt x="391" y="331578"/>
                  <a:pt x="0" y="306324"/>
                </a:cubicBezTo>
                <a:lnTo>
                  <a:pt x="0" y="306324"/>
                </a:lnTo>
                <a:cubicBezTo>
                  <a:pt x="391" y="281070"/>
                  <a:pt x="10322" y="255999"/>
                  <a:pt x="29591" y="236731"/>
                </a:cubicBezTo>
                <a:cubicBezTo>
                  <a:pt x="42758" y="223564"/>
                  <a:pt x="58634" y="214757"/>
                  <a:pt x="75514" y="210684"/>
                </a:cubicBezTo>
                <a:cubicBezTo>
                  <a:pt x="66423" y="195895"/>
                  <a:pt x="61434" y="178457"/>
                  <a:pt x="61434" y="159854"/>
                </a:cubicBezTo>
                <a:cubicBezTo>
                  <a:pt x="61434" y="132604"/>
                  <a:pt x="72139" y="107854"/>
                  <a:pt x="89720" y="89721"/>
                </a:cubicBezTo>
                <a:lnTo>
                  <a:pt x="89720" y="89721"/>
                </a:lnTo>
                <a:cubicBezTo>
                  <a:pt x="107854" y="72140"/>
                  <a:pt x="132604" y="61435"/>
                  <a:pt x="159854" y="61435"/>
                </a:cubicBezTo>
                <a:cubicBezTo>
                  <a:pt x="178457" y="61435"/>
                  <a:pt x="195895" y="66424"/>
                  <a:pt x="210684" y="75515"/>
                </a:cubicBezTo>
                <a:cubicBezTo>
                  <a:pt x="214757" y="58635"/>
                  <a:pt x="223563" y="42758"/>
                  <a:pt x="236731" y="29591"/>
                </a:cubicBezTo>
                <a:cubicBezTo>
                  <a:pt x="256000" y="10322"/>
                  <a:pt x="281070" y="391"/>
                  <a:pt x="306324" y="0"/>
                </a:cubicBezTo>
                <a:lnTo>
                  <a:pt x="306324" y="0"/>
                </a:ln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47" name="Teardrop 3"/>
          <p:cNvSpPr/>
          <p:nvPr/>
        </p:nvSpPr>
        <p:spPr>
          <a:xfrm rot="5400000" flipH="1" flipV="1">
            <a:off x="8701633" y="-163077"/>
            <a:ext cx="306986" cy="612648"/>
          </a:xfrm>
          <a:custGeom>
            <a:avLst/>
            <a:gdLst/>
            <a:ahLst/>
            <a:cxnLst/>
            <a:rect l="l" t="t" r="r" b="b"/>
            <a:pathLst>
              <a:path w="306986" h="612648">
                <a:moveTo>
                  <a:pt x="215380" y="331011"/>
                </a:moveTo>
                <a:cubicBezTo>
                  <a:pt x="210766" y="314774"/>
                  <a:pt x="210686" y="297561"/>
                  <a:pt x="215167" y="281312"/>
                </a:cubicBezTo>
                <a:cubicBezTo>
                  <a:pt x="205209" y="264959"/>
                  <a:pt x="189231" y="261169"/>
                  <a:pt x="163247" y="261668"/>
                </a:cubicBezTo>
                <a:cubicBezTo>
                  <a:pt x="130240" y="261668"/>
                  <a:pt x="100901" y="245961"/>
                  <a:pt x="82612" y="221373"/>
                </a:cubicBezTo>
                <a:cubicBezTo>
                  <a:pt x="66104" y="224382"/>
                  <a:pt x="50483" y="232539"/>
                  <a:pt x="37722" y="245300"/>
                </a:cubicBezTo>
                <a:cubicBezTo>
                  <a:pt x="20815" y="262207"/>
                  <a:pt x="11990" y="284136"/>
                  <a:pt x="11501" y="306292"/>
                </a:cubicBezTo>
                <a:lnTo>
                  <a:pt x="96667" y="306292"/>
                </a:lnTo>
                <a:lnTo>
                  <a:pt x="96667" y="306356"/>
                </a:lnTo>
                <a:lnTo>
                  <a:pt x="11501" y="306356"/>
                </a:lnTo>
                <a:cubicBezTo>
                  <a:pt x="11989" y="328512"/>
                  <a:pt x="20815" y="350441"/>
                  <a:pt x="37722" y="367348"/>
                </a:cubicBezTo>
                <a:cubicBezTo>
                  <a:pt x="50477" y="380103"/>
                  <a:pt x="66091" y="388259"/>
                  <a:pt x="82591" y="391301"/>
                </a:cubicBezTo>
                <a:cubicBezTo>
                  <a:pt x="100880" y="366699"/>
                  <a:pt x="130228" y="350981"/>
                  <a:pt x="163247" y="350981"/>
                </a:cubicBezTo>
                <a:cubicBezTo>
                  <a:pt x="186137" y="351420"/>
                  <a:pt x="201262" y="348532"/>
                  <a:pt x="211354" y="336664"/>
                </a:cubicBezTo>
                <a:cubicBezTo>
                  <a:pt x="212796" y="334968"/>
                  <a:pt x="214135" y="333090"/>
                  <a:pt x="215380" y="331011"/>
                </a:cubicBezTo>
                <a:close/>
                <a:moveTo>
                  <a:pt x="239385" y="239431"/>
                </a:moveTo>
                <a:lnTo>
                  <a:pt x="97830" y="97876"/>
                </a:lnTo>
                <a:cubicBezTo>
                  <a:pt x="82509" y="113887"/>
                  <a:pt x="73243" y="135634"/>
                  <a:pt x="73243" y="159544"/>
                </a:cubicBezTo>
                <a:cubicBezTo>
                  <a:pt x="73243" y="209563"/>
                  <a:pt x="113791" y="250112"/>
                  <a:pt x="163810" y="250112"/>
                </a:cubicBezTo>
                <a:cubicBezTo>
                  <a:pt x="182888" y="249746"/>
                  <a:pt x="207035" y="254980"/>
                  <a:pt x="219892" y="268141"/>
                </a:cubicBezTo>
                <a:cubicBezTo>
                  <a:pt x="224319" y="257686"/>
                  <a:pt x="230870" y="247948"/>
                  <a:pt x="239385" y="239431"/>
                </a:cubicBezTo>
                <a:close/>
                <a:moveTo>
                  <a:pt x="239386" y="373218"/>
                </a:moveTo>
                <a:cubicBezTo>
                  <a:pt x="230866" y="364697"/>
                  <a:pt x="224313" y="354954"/>
                  <a:pt x="219944" y="344457"/>
                </a:cubicBezTo>
                <a:cubicBezTo>
                  <a:pt x="207099" y="357655"/>
                  <a:pt x="182914" y="362904"/>
                  <a:pt x="163810" y="362537"/>
                </a:cubicBezTo>
                <a:cubicBezTo>
                  <a:pt x="113791" y="362537"/>
                  <a:pt x="73243" y="403086"/>
                  <a:pt x="73243" y="453104"/>
                </a:cubicBezTo>
                <a:cubicBezTo>
                  <a:pt x="73243" y="477015"/>
                  <a:pt x="82509" y="498761"/>
                  <a:pt x="97830" y="514773"/>
                </a:cubicBezTo>
                <a:close/>
                <a:moveTo>
                  <a:pt x="268140" y="219892"/>
                </a:moveTo>
                <a:cubicBezTo>
                  <a:pt x="254980" y="207035"/>
                  <a:pt x="249745" y="182889"/>
                  <a:pt x="250111" y="163811"/>
                </a:cubicBezTo>
                <a:cubicBezTo>
                  <a:pt x="250111" y="113792"/>
                  <a:pt x="209563" y="73244"/>
                  <a:pt x="159544" y="73244"/>
                </a:cubicBezTo>
                <a:cubicBezTo>
                  <a:pt x="135634" y="73244"/>
                  <a:pt x="113887" y="82510"/>
                  <a:pt x="97875" y="97831"/>
                </a:cubicBezTo>
                <a:lnTo>
                  <a:pt x="239430" y="239386"/>
                </a:lnTo>
                <a:cubicBezTo>
                  <a:pt x="247948" y="230871"/>
                  <a:pt x="257686" y="224320"/>
                  <a:pt x="268140" y="219892"/>
                </a:cubicBezTo>
                <a:close/>
                <a:moveTo>
                  <a:pt x="268191" y="392705"/>
                </a:moveTo>
                <a:cubicBezTo>
                  <a:pt x="257695" y="388335"/>
                  <a:pt x="247952" y="381782"/>
                  <a:pt x="239431" y="373263"/>
                </a:cubicBezTo>
                <a:lnTo>
                  <a:pt x="97875" y="514818"/>
                </a:lnTo>
                <a:cubicBezTo>
                  <a:pt x="113887" y="530139"/>
                  <a:pt x="135634" y="539405"/>
                  <a:pt x="159544" y="539405"/>
                </a:cubicBezTo>
                <a:cubicBezTo>
                  <a:pt x="184553" y="539405"/>
                  <a:pt x="207195" y="529268"/>
                  <a:pt x="223584" y="512879"/>
                </a:cubicBezTo>
                <a:cubicBezTo>
                  <a:pt x="239974" y="496489"/>
                  <a:pt x="250111" y="473847"/>
                  <a:pt x="250111" y="448838"/>
                </a:cubicBezTo>
                <a:cubicBezTo>
                  <a:pt x="249745" y="429735"/>
                  <a:pt x="254994" y="405550"/>
                  <a:pt x="268191" y="392705"/>
                </a:cubicBezTo>
                <a:close/>
                <a:moveTo>
                  <a:pt x="306986" y="138"/>
                </a:moveTo>
                <a:lnTo>
                  <a:pt x="306986" y="11636"/>
                </a:lnTo>
                <a:cubicBezTo>
                  <a:pt x="306778" y="11511"/>
                  <a:pt x="306567" y="11506"/>
                  <a:pt x="306356" y="11501"/>
                </a:cubicBezTo>
                <a:lnTo>
                  <a:pt x="306356" y="96667"/>
                </a:lnTo>
                <a:lnTo>
                  <a:pt x="306292" y="96667"/>
                </a:lnTo>
                <a:lnTo>
                  <a:pt x="306292" y="11501"/>
                </a:lnTo>
                <a:cubicBezTo>
                  <a:pt x="284137" y="11990"/>
                  <a:pt x="262207" y="20815"/>
                  <a:pt x="245300" y="37722"/>
                </a:cubicBezTo>
                <a:cubicBezTo>
                  <a:pt x="232539" y="50483"/>
                  <a:pt x="224382" y="66105"/>
                  <a:pt x="221373" y="82613"/>
                </a:cubicBezTo>
                <a:cubicBezTo>
                  <a:pt x="245960" y="100902"/>
                  <a:pt x="261667" y="130241"/>
                  <a:pt x="261667" y="163248"/>
                </a:cubicBezTo>
                <a:cubicBezTo>
                  <a:pt x="261168" y="189232"/>
                  <a:pt x="264959" y="205210"/>
                  <a:pt x="281311" y="215167"/>
                </a:cubicBezTo>
                <a:lnTo>
                  <a:pt x="306986" y="215277"/>
                </a:lnTo>
                <a:lnTo>
                  <a:pt x="306986" y="221928"/>
                </a:lnTo>
                <a:cubicBezTo>
                  <a:pt x="285145" y="221632"/>
                  <a:pt x="263250" y="229876"/>
                  <a:pt x="246580" y="246536"/>
                </a:cubicBezTo>
                <a:lnTo>
                  <a:pt x="254808" y="254763"/>
                </a:lnTo>
                <a:cubicBezTo>
                  <a:pt x="254801" y="254771"/>
                  <a:pt x="254793" y="254779"/>
                  <a:pt x="254786" y="254786"/>
                </a:cubicBezTo>
                <a:cubicBezTo>
                  <a:pt x="254778" y="254794"/>
                  <a:pt x="254771" y="254801"/>
                  <a:pt x="254763" y="254808"/>
                </a:cubicBezTo>
                <a:lnTo>
                  <a:pt x="246535" y="246581"/>
                </a:lnTo>
                <a:cubicBezTo>
                  <a:pt x="213554" y="279582"/>
                  <a:pt x="213554" y="333067"/>
                  <a:pt x="246535" y="366068"/>
                </a:cubicBezTo>
                <a:lnTo>
                  <a:pt x="254763" y="357841"/>
                </a:lnTo>
                <a:cubicBezTo>
                  <a:pt x="254771" y="357847"/>
                  <a:pt x="254778" y="357855"/>
                  <a:pt x="254786" y="357863"/>
                </a:cubicBezTo>
                <a:lnTo>
                  <a:pt x="254808" y="357886"/>
                </a:lnTo>
                <a:lnTo>
                  <a:pt x="246580" y="366113"/>
                </a:lnTo>
                <a:cubicBezTo>
                  <a:pt x="263250" y="382773"/>
                  <a:pt x="285145" y="391017"/>
                  <a:pt x="306986" y="390721"/>
                </a:cubicBezTo>
                <a:lnTo>
                  <a:pt x="306986" y="397378"/>
                </a:lnTo>
                <a:cubicBezTo>
                  <a:pt x="298457" y="400796"/>
                  <a:pt x="289920" y="399623"/>
                  <a:pt x="281637" y="397269"/>
                </a:cubicBezTo>
                <a:cubicBezTo>
                  <a:pt x="265010" y="407223"/>
                  <a:pt x="261165" y="423242"/>
                  <a:pt x="261667" y="449401"/>
                </a:cubicBezTo>
                <a:cubicBezTo>
                  <a:pt x="261667" y="477516"/>
                  <a:pt x="250271" y="502969"/>
                  <a:pt x="231847" y="521394"/>
                </a:cubicBezTo>
                <a:lnTo>
                  <a:pt x="221347" y="530057"/>
                </a:lnTo>
                <a:cubicBezTo>
                  <a:pt x="224389" y="546557"/>
                  <a:pt x="232545" y="562171"/>
                  <a:pt x="245300" y="574926"/>
                </a:cubicBezTo>
                <a:cubicBezTo>
                  <a:pt x="262207" y="591833"/>
                  <a:pt x="284136" y="600659"/>
                  <a:pt x="306292" y="601147"/>
                </a:cubicBezTo>
                <a:lnTo>
                  <a:pt x="306292" y="515981"/>
                </a:lnTo>
                <a:lnTo>
                  <a:pt x="306356" y="515981"/>
                </a:lnTo>
                <a:lnTo>
                  <a:pt x="306356" y="601147"/>
                </a:lnTo>
                <a:lnTo>
                  <a:pt x="306986" y="601012"/>
                </a:lnTo>
                <a:lnTo>
                  <a:pt x="306986" y="612510"/>
                </a:lnTo>
                <a:cubicBezTo>
                  <a:pt x="306767" y="612640"/>
                  <a:pt x="306546" y="612645"/>
                  <a:pt x="306324" y="612648"/>
                </a:cubicBezTo>
                <a:cubicBezTo>
                  <a:pt x="281070" y="612257"/>
                  <a:pt x="255999" y="602326"/>
                  <a:pt x="236731" y="583057"/>
                </a:cubicBezTo>
                <a:cubicBezTo>
                  <a:pt x="223570" y="569897"/>
                  <a:pt x="214766" y="554030"/>
                  <a:pt x="210610" y="537174"/>
                </a:cubicBezTo>
                <a:cubicBezTo>
                  <a:pt x="195839" y="546241"/>
                  <a:pt x="178427" y="551214"/>
                  <a:pt x="159854" y="551214"/>
                </a:cubicBezTo>
                <a:cubicBezTo>
                  <a:pt x="132604" y="551214"/>
                  <a:pt x="107854" y="540509"/>
                  <a:pt x="89720" y="522928"/>
                </a:cubicBezTo>
                <a:lnTo>
                  <a:pt x="89720" y="522928"/>
                </a:lnTo>
                <a:cubicBezTo>
                  <a:pt x="72139" y="504795"/>
                  <a:pt x="61434" y="480045"/>
                  <a:pt x="61434" y="452795"/>
                </a:cubicBezTo>
                <a:cubicBezTo>
                  <a:pt x="61434" y="434221"/>
                  <a:pt x="66407" y="416810"/>
                  <a:pt x="75474" y="402038"/>
                </a:cubicBezTo>
                <a:cubicBezTo>
                  <a:pt x="58618" y="397882"/>
                  <a:pt x="42751" y="389078"/>
                  <a:pt x="29591" y="375917"/>
                </a:cubicBezTo>
                <a:cubicBezTo>
                  <a:pt x="10322" y="356649"/>
                  <a:pt x="391" y="331578"/>
                  <a:pt x="0" y="306324"/>
                </a:cubicBezTo>
                <a:lnTo>
                  <a:pt x="0" y="306324"/>
                </a:lnTo>
                <a:cubicBezTo>
                  <a:pt x="391" y="281070"/>
                  <a:pt x="10322" y="255999"/>
                  <a:pt x="29591" y="236731"/>
                </a:cubicBezTo>
                <a:cubicBezTo>
                  <a:pt x="42758" y="223564"/>
                  <a:pt x="58634" y="214757"/>
                  <a:pt x="75514" y="210684"/>
                </a:cubicBezTo>
                <a:cubicBezTo>
                  <a:pt x="66423" y="195895"/>
                  <a:pt x="61434" y="178457"/>
                  <a:pt x="61434" y="159854"/>
                </a:cubicBezTo>
                <a:cubicBezTo>
                  <a:pt x="61434" y="132604"/>
                  <a:pt x="72139" y="107854"/>
                  <a:pt x="89720" y="89721"/>
                </a:cubicBezTo>
                <a:lnTo>
                  <a:pt x="89720" y="89721"/>
                </a:lnTo>
                <a:cubicBezTo>
                  <a:pt x="107854" y="72140"/>
                  <a:pt x="132604" y="61435"/>
                  <a:pt x="159854" y="61435"/>
                </a:cubicBezTo>
                <a:cubicBezTo>
                  <a:pt x="178457" y="61435"/>
                  <a:pt x="195895" y="66424"/>
                  <a:pt x="210684" y="75515"/>
                </a:cubicBezTo>
                <a:cubicBezTo>
                  <a:pt x="214757" y="58635"/>
                  <a:pt x="223563" y="42758"/>
                  <a:pt x="236731" y="29591"/>
                </a:cubicBezTo>
                <a:cubicBezTo>
                  <a:pt x="256000" y="10322"/>
                  <a:pt x="281070" y="391"/>
                  <a:pt x="306324" y="0"/>
                </a:cubicBezTo>
                <a:lnTo>
                  <a:pt x="306324" y="0"/>
                </a:ln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48" name="Teardrop 3"/>
          <p:cNvSpPr/>
          <p:nvPr/>
        </p:nvSpPr>
        <p:spPr>
          <a:xfrm rot="5400000" flipH="1" flipV="1">
            <a:off x="11229252" y="-163077"/>
            <a:ext cx="306986" cy="612648"/>
          </a:xfrm>
          <a:custGeom>
            <a:avLst/>
            <a:gdLst/>
            <a:ahLst/>
            <a:cxnLst/>
            <a:rect l="l" t="t" r="r" b="b"/>
            <a:pathLst>
              <a:path w="306986" h="612648">
                <a:moveTo>
                  <a:pt x="215380" y="331011"/>
                </a:moveTo>
                <a:cubicBezTo>
                  <a:pt x="210766" y="314774"/>
                  <a:pt x="210686" y="297561"/>
                  <a:pt x="215167" y="281312"/>
                </a:cubicBezTo>
                <a:cubicBezTo>
                  <a:pt x="205209" y="264959"/>
                  <a:pt x="189231" y="261169"/>
                  <a:pt x="163247" y="261668"/>
                </a:cubicBezTo>
                <a:cubicBezTo>
                  <a:pt x="130240" y="261668"/>
                  <a:pt x="100901" y="245961"/>
                  <a:pt x="82612" y="221373"/>
                </a:cubicBezTo>
                <a:cubicBezTo>
                  <a:pt x="66104" y="224382"/>
                  <a:pt x="50483" y="232539"/>
                  <a:pt x="37722" y="245300"/>
                </a:cubicBezTo>
                <a:cubicBezTo>
                  <a:pt x="20815" y="262207"/>
                  <a:pt x="11990" y="284136"/>
                  <a:pt x="11501" y="306292"/>
                </a:cubicBezTo>
                <a:lnTo>
                  <a:pt x="96667" y="306292"/>
                </a:lnTo>
                <a:lnTo>
                  <a:pt x="96667" y="306356"/>
                </a:lnTo>
                <a:lnTo>
                  <a:pt x="11501" y="306356"/>
                </a:lnTo>
                <a:cubicBezTo>
                  <a:pt x="11989" y="328512"/>
                  <a:pt x="20815" y="350441"/>
                  <a:pt x="37722" y="367348"/>
                </a:cubicBezTo>
                <a:cubicBezTo>
                  <a:pt x="50477" y="380103"/>
                  <a:pt x="66091" y="388259"/>
                  <a:pt x="82591" y="391301"/>
                </a:cubicBezTo>
                <a:cubicBezTo>
                  <a:pt x="100880" y="366699"/>
                  <a:pt x="130228" y="350981"/>
                  <a:pt x="163247" y="350981"/>
                </a:cubicBezTo>
                <a:cubicBezTo>
                  <a:pt x="186137" y="351420"/>
                  <a:pt x="201262" y="348532"/>
                  <a:pt x="211354" y="336664"/>
                </a:cubicBezTo>
                <a:cubicBezTo>
                  <a:pt x="212796" y="334968"/>
                  <a:pt x="214135" y="333090"/>
                  <a:pt x="215380" y="331011"/>
                </a:cubicBezTo>
                <a:close/>
                <a:moveTo>
                  <a:pt x="239385" y="239431"/>
                </a:moveTo>
                <a:lnTo>
                  <a:pt x="97830" y="97876"/>
                </a:lnTo>
                <a:cubicBezTo>
                  <a:pt x="82509" y="113887"/>
                  <a:pt x="73243" y="135634"/>
                  <a:pt x="73243" y="159544"/>
                </a:cubicBezTo>
                <a:cubicBezTo>
                  <a:pt x="73243" y="209563"/>
                  <a:pt x="113791" y="250112"/>
                  <a:pt x="163810" y="250112"/>
                </a:cubicBezTo>
                <a:cubicBezTo>
                  <a:pt x="182888" y="249746"/>
                  <a:pt x="207035" y="254980"/>
                  <a:pt x="219892" y="268141"/>
                </a:cubicBezTo>
                <a:cubicBezTo>
                  <a:pt x="224319" y="257686"/>
                  <a:pt x="230870" y="247948"/>
                  <a:pt x="239385" y="239431"/>
                </a:cubicBezTo>
                <a:close/>
                <a:moveTo>
                  <a:pt x="239386" y="373218"/>
                </a:moveTo>
                <a:cubicBezTo>
                  <a:pt x="230866" y="364697"/>
                  <a:pt x="224313" y="354954"/>
                  <a:pt x="219944" y="344457"/>
                </a:cubicBezTo>
                <a:cubicBezTo>
                  <a:pt x="207099" y="357655"/>
                  <a:pt x="182914" y="362904"/>
                  <a:pt x="163810" y="362537"/>
                </a:cubicBezTo>
                <a:cubicBezTo>
                  <a:pt x="113791" y="362537"/>
                  <a:pt x="73243" y="403086"/>
                  <a:pt x="73243" y="453104"/>
                </a:cubicBezTo>
                <a:cubicBezTo>
                  <a:pt x="73243" y="477015"/>
                  <a:pt x="82509" y="498761"/>
                  <a:pt x="97830" y="514773"/>
                </a:cubicBezTo>
                <a:close/>
                <a:moveTo>
                  <a:pt x="268140" y="219892"/>
                </a:moveTo>
                <a:cubicBezTo>
                  <a:pt x="254980" y="207035"/>
                  <a:pt x="249745" y="182889"/>
                  <a:pt x="250111" y="163811"/>
                </a:cubicBezTo>
                <a:cubicBezTo>
                  <a:pt x="250111" y="113792"/>
                  <a:pt x="209563" y="73244"/>
                  <a:pt x="159544" y="73244"/>
                </a:cubicBezTo>
                <a:cubicBezTo>
                  <a:pt x="135634" y="73244"/>
                  <a:pt x="113887" y="82510"/>
                  <a:pt x="97875" y="97831"/>
                </a:cubicBezTo>
                <a:lnTo>
                  <a:pt x="239430" y="239386"/>
                </a:lnTo>
                <a:cubicBezTo>
                  <a:pt x="247948" y="230871"/>
                  <a:pt x="257686" y="224320"/>
                  <a:pt x="268140" y="219892"/>
                </a:cubicBezTo>
                <a:close/>
                <a:moveTo>
                  <a:pt x="268191" y="392705"/>
                </a:moveTo>
                <a:cubicBezTo>
                  <a:pt x="257695" y="388335"/>
                  <a:pt x="247952" y="381782"/>
                  <a:pt x="239431" y="373263"/>
                </a:cubicBezTo>
                <a:lnTo>
                  <a:pt x="97875" y="514818"/>
                </a:lnTo>
                <a:cubicBezTo>
                  <a:pt x="113887" y="530139"/>
                  <a:pt x="135634" y="539405"/>
                  <a:pt x="159544" y="539405"/>
                </a:cubicBezTo>
                <a:cubicBezTo>
                  <a:pt x="184553" y="539405"/>
                  <a:pt x="207195" y="529268"/>
                  <a:pt x="223584" y="512879"/>
                </a:cubicBezTo>
                <a:cubicBezTo>
                  <a:pt x="239974" y="496489"/>
                  <a:pt x="250111" y="473847"/>
                  <a:pt x="250111" y="448838"/>
                </a:cubicBezTo>
                <a:cubicBezTo>
                  <a:pt x="249745" y="429735"/>
                  <a:pt x="254994" y="405550"/>
                  <a:pt x="268191" y="392705"/>
                </a:cubicBezTo>
                <a:close/>
                <a:moveTo>
                  <a:pt x="306986" y="138"/>
                </a:moveTo>
                <a:lnTo>
                  <a:pt x="306986" y="11636"/>
                </a:lnTo>
                <a:cubicBezTo>
                  <a:pt x="306778" y="11511"/>
                  <a:pt x="306567" y="11506"/>
                  <a:pt x="306356" y="11501"/>
                </a:cubicBezTo>
                <a:lnTo>
                  <a:pt x="306356" y="96667"/>
                </a:lnTo>
                <a:lnTo>
                  <a:pt x="306292" y="96667"/>
                </a:lnTo>
                <a:lnTo>
                  <a:pt x="306292" y="11501"/>
                </a:lnTo>
                <a:cubicBezTo>
                  <a:pt x="284137" y="11990"/>
                  <a:pt x="262207" y="20815"/>
                  <a:pt x="245300" y="37722"/>
                </a:cubicBezTo>
                <a:cubicBezTo>
                  <a:pt x="232539" y="50483"/>
                  <a:pt x="224382" y="66105"/>
                  <a:pt x="221373" y="82613"/>
                </a:cubicBezTo>
                <a:cubicBezTo>
                  <a:pt x="245960" y="100902"/>
                  <a:pt x="261667" y="130241"/>
                  <a:pt x="261667" y="163248"/>
                </a:cubicBezTo>
                <a:cubicBezTo>
                  <a:pt x="261168" y="189232"/>
                  <a:pt x="264959" y="205210"/>
                  <a:pt x="281311" y="215167"/>
                </a:cubicBezTo>
                <a:lnTo>
                  <a:pt x="306986" y="215277"/>
                </a:lnTo>
                <a:lnTo>
                  <a:pt x="306986" y="221928"/>
                </a:lnTo>
                <a:cubicBezTo>
                  <a:pt x="285145" y="221632"/>
                  <a:pt x="263250" y="229876"/>
                  <a:pt x="246580" y="246536"/>
                </a:cubicBezTo>
                <a:lnTo>
                  <a:pt x="254808" y="254763"/>
                </a:lnTo>
                <a:cubicBezTo>
                  <a:pt x="254801" y="254771"/>
                  <a:pt x="254793" y="254779"/>
                  <a:pt x="254786" y="254786"/>
                </a:cubicBezTo>
                <a:cubicBezTo>
                  <a:pt x="254778" y="254794"/>
                  <a:pt x="254771" y="254801"/>
                  <a:pt x="254763" y="254808"/>
                </a:cubicBezTo>
                <a:lnTo>
                  <a:pt x="246535" y="246581"/>
                </a:lnTo>
                <a:cubicBezTo>
                  <a:pt x="213554" y="279582"/>
                  <a:pt x="213554" y="333067"/>
                  <a:pt x="246535" y="366068"/>
                </a:cubicBezTo>
                <a:lnTo>
                  <a:pt x="254763" y="357841"/>
                </a:lnTo>
                <a:cubicBezTo>
                  <a:pt x="254771" y="357847"/>
                  <a:pt x="254778" y="357855"/>
                  <a:pt x="254786" y="357863"/>
                </a:cubicBezTo>
                <a:lnTo>
                  <a:pt x="254808" y="357886"/>
                </a:lnTo>
                <a:lnTo>
                  <a:pt x="246580" y="366113"/>
                </a:lnTo>
                <a:cubicBezTo>
                  <a:pt x="263250" y="382773"/>
                  <a:pt x="285145" y="391017"/>
                  <a:pt x="306986" y="390721"/>
                </a:cubicBezTo>
                <a:lnTo>
                  <a:pt x="306986" y="397378"/>
                </a:lnTo>
                <a:cubicBezTo>
                  <a:pt x="298457" y="400796"/>
                  <a:pt x="289920" y="399623"/>
                  <a:pt x="281637" y="397269"/>
                </a:cubicBezTo>
                <a:cubicBezTo>
                  <a:pt x="265010" y="407223"/>
                  <a:pt x="261165" y="423242"/>
                  <a:pt x="261667" y="449401"/>
                </a:cubicBezTo>
                <a:cubicBezTo>
                  <a:pt x="261667" y="477516"/>
                  <a:pt x="250271" y="502969"/>
                  <a:pt x="231847" y="521394"/>
                </a:cubicBezTo>
                <a:lnTo>
                  <a:pt x="221347" y="530057"/>
                </a:lnTo>
                <a:cubicBezTo>
                  <a:pt x="224389" y="546557"/>
                  <a:pt x="232545" y="562171"/>
                  <a:pt x="245300" y="574926"/>
                </a:cubicBezTo>
                <a:cubicBezTo>
                  <a:pt x="262207" y="591833"/>
                  <a:pt x="284136" y="600659"/>
                  <a:pt x="306292" y="601147"/>
                </a:cubicBezTo>
                <a:lnTo>
                  <a:pt x="306292" y="515981"/>
                </a:lnTo>
                <a:lnTo>
                  <a:pt x="306356" y="515981"/>
                </a:lnTo>
                <a:lnTo>
                  <a:pt x="306356" y="601147"/>
                </a:lnTo>
                <a:lnTo>
                  <a:pt x="306986" y="601012"/>
                </a:lnTo>
                <a:lnTo>
                  <a:pt x="306986" y="612510"/>
                </a:lnTo>
                <a:cubicBezTo>
                  <a:pt x="306767" y="612640"/>
                  <a:pt x="306546" y="612645"/>
                  <a:pt x="306324" y="612648"/>
                </a:cubicBezTo>
                <a:cubicBezTo>
                  <a:pt x="281070" y="612257"/>
                  <a:pt x="255999" y="602326"/>
                  <a:pt x="236731" y="583057"/>
                </a:cubicBezTo>
                <a:cubicBezTo>
                  <a:pt x="223570" y="569897"/>
                  <a:pt x="214766" y="554030"/>
                  <a:pt x="210610" y="537174"/>
                </a:cubicBezTo>
                <a:cubicBezTo>
                  <a:pt x="195839" y="546241"/>
                  <a:pt x="178427" y="551214"/>
                  <a:pt x="159854" y="551214"/>
                </a:cubicBezTo>
                <a:cubicBezTo>
                  <a:pt x="132604" y="551214"/>
                  <a:pt x="107854" y="540509"/>
                  <a:pt x="89720" y="522928"/>
                </a:cubicBezTo>
                <a:lnTo>
                  <a:pt x="89720" y="522928"/>
                </a:lnTo>
                <a:cubicBezTo>
                  <a:pt x="72139" y="504795"/>
                  <a:pt x="61434" y="480045"/>
                  <a:pt x="61434" y="452795"/>
                </a:cubicBezTo>
                <a:cubicBezTo>
                  <a:pt x="61434" y="434221"/>
                  <a:pt x="66407" y="416810"/>
                  <a:pt x="75474" y="402038"/>
                </a:cubicBezTo>
                <a:cubicBezTo>
                  <a:pt x="58618" y="397882"/>
                  <a:pt x="42751" y="389078"/>
                  <a:pt x="29591" y="375917"/>
                </a:cubicBezTo>
                <a:cubicBezTo>
                  <a:pt x="10322" y="356649"/>
                  <a:pt x="391" y="331578"/>
                  <a:pt x="0" y="306324"/>
                </a:cubicBezTo>
                <a:lnTo>
                  <a:pt x="0" y="306324"/>
                </a:lnTo>
                <a:cubicBezTo>
                  <a:pt x="391" y="281070"/>
                  <a:pt x="10322" y="255999"/>
                  <a:pt x="29591" y="236731"/>
                </a:cubicBezTo>
                <a:cubicBezTo>
                  <a:pt x="42758" y="223564"/>
                  <a:pt x="58634" y="214757"/>
                  <a:pt x="75514" y="210684"/>
                </a:cubicBezTo>
                <a:cubicBezTo>
                  <a:pt x="66423" y="195895"/>
                  <a:pt x="61434" y="178457"/>
                  <a:pt x="61434" y="159854"/>
                </a:cubicBezTo>
                <a:cubicBezTo>
                  <a:pt x="61434" y="132604"/>
                  <a:pt x="72139" y="107854"/>
                  <a:pt x="89720" y="89721"/>
                </a:cubicBezTo>
                <a:lnTo>
                  <a:pt x="89720" y="89721"/>
                </a:lnTo>
                <a:cubicBezTo>
                  <a:pt x="107854" y="72140"/>
                  <a:pt x="132604" y="61435"/>
                  <a:pt x="159854" y="61435"/>
                </a:cubicBezTo>
                <a:cubicBezTo>
                  <a:pt x="178457" y="61435"/>
                  <a:pt x="195895" y="66424"/>
                  <a:pt x="210684" y="75515"/>
                </a:cubicBezTo>
                <a:cubicBezTo>
                  <a:pt x="214757" y="58635"/>
                  <a:pt x="223563" y="42758"/>
                  <a:pt x="236731" y="29591"/>
                </a:cubicBezTo>
                <a:cubicBezTo>
                  <a:pt x="256000" y="10322"/>
                  <a:pt x="281070" y="391"/>
                  <a:pt x="306324" y="0"/>
                </a:cubicBezTo>
                <a:lnTo>
                  <a:pt x="306324" y="0"/>
                </a:ln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49" name="Teardrop 3"/>
          <p:cNvSpPr/>
          <p:nvPr/>
        </p:nvSpPr>
        <p:spPr>
          <a:xfrm rot="5400000" flipH="1" flipV="1">
            <a:off x="10386713" y="-163077"/>
            <a:ext cx="306986" cy="612648"/>
          </a:xfrm>
          <a:custGeom>
            <a:avLst/>
            <a:gdLst/>
            <a:ahLst/>
            <a:cxnLst/>
            <a:rect l="l" t="t" r="r" b="b"/>
            <a:pathLst>
              <a:path w="306986" h="612648">
                <a:moveTo>
                  <a:pt x="215380" y="331011"/>
                </a:moveTo>
                <a:cubicBezTo>
                  <a:pt x="210766" y="314774"/>
                  <a:pt x="210686" y="297561"/>
                  <a:pt x="215167" y="281312"/>
                </a:cubicBezTo>
                <a:cubicBezTo>
                  <a:pt x="205209" y="264959"/>
                  <a:pt x="189231" y="261169"/>
                  <a:pt x="163247" y="261668"/>
                </a:cubicBezTo>
                <a:cubicBezTo>
                  <a:pt x="130240" y="261668"/>
                  <a:pt x="100901" y="245961"/>
                  <a:pt x="82612" y="221373"/>
                </a:cubicBezTo>
                <a:cubicBezTo>
                  <a:pt x="66104" y="224382"/>
                  <a:pt x="50483" y="232539"/>
                  <a:pt x="37722" y="245300"/>
                </a:cubicBezTo>
                <a:cubicBezTo>
                  <a:pt x="20815" y="262207"/>
                  <a:pt x="11990" y="284136"/>
                  <a:pt x="11501" y="306292"/>
                </a:cubicBezTo>
                <a:lnTo>
                  <a:pt x="96667" y="306292"/>
                </a:lnTo>
                <a:lnTo>
                  <a:pt x="96667" y="306356"/>
                </a:lnTo>
                <a:lnTo>
                  <a:pt x="11501" y="306356"/>
                </a:lnTo>
                <a:cubicBezTo>
                  <a:pt x="11989" y="328512"/>
                  <a:pt x="20815" y="350441"/>
                  <a:pt x="37722" y="367348"/>
                </a:cubicBezTo>
                <a:cubicBezTo>
                  <a:pt x="50477" y="380103"/>
                  <a:pt x="66091" y="388259"/>
                  <a:pt x="82591" y="391301"/>
                </a:cubicBezTo>
                <a:cubicBezTo>
                  <a:pt x="100880" y="366699"/>
                  <a:pt x="130228" y="350981"/>
                  <a:pt x="163247" y="350981"/>
                </a:cubicBezTo>
                <a:cubicBezTo>
                  <a:pt x="186137" y="351420"/>
                  <a:pt x="201262" y="348532"/>
                  <a:pt x="211354" y="336664"/>
                </a:cubicBezTo>
                <a:cubicBezTo>
                  <a:pt x="212796" y="334968"/>
                  <a:pt x="214135" y="333090"/>
                  <a:pt x="215380" y="331011"/>
                </a:cubicBezTo>
                <a:close/>
                <a:moveTo>
                  <a:pt x="239385" y="239431"/>
                </a:moveTo>
                <a:lnTo>
                  <a:pt x="97830" y="97876"/>
                </a:lnTo>
                <a:cubicBezTo>
                  <a:pt x="82509" y="113887"/>
                  <a:pt x="73243" y="135634"/>
                  <a:pt x="73243" y="159544"/>
                </a:cubicBezTo>
                <a:cubicBezTo>
                  <a:pt x="73243" y="209563"/>
                  <a:pt x="113791" y="250112"/>
                  <a:pt x="163810" y="250112"/>
                </a:cubicBezTo>
                <a:cubicBezTo>
                  <a:pt x="182888" y="249746"/>
                  <a:pt x="207035" y="254980"/>
                  <a:pt x="219892" y="268141"/>
                </a:cubicBezTo>
                <a:cubicBezTo>
                  <a:pt x="224319" y="257686"/>
                  <a:pt x="230870" y="247948"/>
                  <a:pt x="239385" y="239431"/>
                </a:cubicBezTo>
                <a:close/>
                <a:moveTo>
                  <a:pt x="239386" y="373218"/>
                </a:moveTo>
                <a:cubicBezTo>
                  <a:pt x="230866" y="364697"/>
                  <a:pt x="224313" y="354954"/>
                  <a:pt x="219944" y="344457"/>
                </a:cubicBezTo>
                <a:cubicBezTo>
                  <a:pt x="207099" y="357655"/>
                  <a:pt x="182914" y="362904"/>
                  <a:pt x="163810" y="362537"/>
                </a:cubicBezTo>
                <a:cubicBezTo>
                  <a:pt x="113791" y="362537"/>
                  <a:pt x="73243" y="403086"/>
                  <a:pt x="73243" y="453104"/>
                </a:cubicBezTo>
                <a:cubicBezTo>
                  <a:pt x="73243" y="477015"/>
                  <a:pt x="82509" y="498761"/>
                  <a:pt x="97830" y="514773"/>
                </a:cubicBezTo>
                <a:close/>
                <a:moveTo>
                  <a:pt x="268140" y="219892"/>
                </a:moveTo>
                <a:cubicBezTo>
                  <a:pt x="254980" y="207035"/>
                  <a:pt x="249745" y="182889"/>
                  <a:pt x="250111" y="163811"/>
                </a:cubicBezTo>
                <a:cubicBezTo>
                  <a:pt x="250111" y="113792"/>
                  <a:pt x="209563" y="73244"/>
                  <a:pt x="159544" y="73244"/>
                </a:cubicBezTo>
                <a:cubicBezTo>
                  <a:pt x="135634" y="73244"/>
                  <a:pt x="113887" y="82510"/>
                  <a:pt x="97875" y="97831"/>
                </a:cubicBezTo>
                <a:lnTo>
                  <a:pt x="239430" y="239386"/>
                </a:lnTo>
                <a:cubicBezTo>
                  <a:pt x="247948" y="230871"/>
                  <a:pt x="257686" y="224320"/>
                  <a:pt x="268140" y="219892"/>
                </a:cubicBezTo>
                <a:close/>
                <a:moveTo>
                  <a:pt x="268191" y="392705"/>
                </a:moveTo>
                <a:cubicBezTo>
                  <a:pt x="257695" y="388335"/>
                  <a:pt x="247952" y="381782"/>
                  <a:pt x="239431" y="373263"/>
                </a:cubicBezTo>
                <a:lnTo>
                  <a:pt x="97875" y="514818"/>
                </a:lnTo>
                <a:cubicBezTo>
                  <a:pt x="113887" y="530139"/>
                  <a:pt x="135634" y="539405"/>
                  <a:pt x="159544" y="539405"/>
                </a:cubicBezTo>
                <a:cubicBezTo>
                  <a:pt x="184553" y="539405"/>
                  <a:pt x="207195" y="529268"/>
                  <a:pt x="223584" y="512879"/>
                </a:cubicBezTo>
                <a:cubicBezTo>
                  <a:pt x="239974" y="496489"/>
                  <a:pt x="250111" y="473847"/>
                  <a:pt x="250111" y="448838"/>
                </a:cubicBezTo>
                <a:cubicBezTo>
                  <a:pt x="249745" y="429735"/>
                  <a:pt x="254994" y="405550"/>
                  <a:pt x="268191" y="392705"/>
                </a:cubicBezTo>
                <a:close/>
                <a:moveTo>
                  <a:pt x="306986" y="138"/>
                </a:moveTo>
                <a:lnTo>
                  <a:pt x="306986" y="11636"/>
                </a:lnTo>
                <a:cubicBezTo>
                  <a:pt x="306778" y="11511"/>
                  <a:pt x="306567" y="11506"/>
                  <a:pt x="306356" y="11501"/>
                </a:cubicBezTo>
                <a:lnTo>
                  <a:pt x="306356" y="96667"/>
                </a:lnTo>
                <a:lnTo>
                  <a:pt x="306292" y="96667"/>
                </a:lnTo>
                <a:lnTo>
                  <a:pt x="306292" y="11501"/>
                </a:lnTo>
                <a:cubicBezTo>
                  <a:pt x="284137" y="11990"/>
                  <a:pt x="262207" y="20815"/>
                  <a:pt x="245300" y="37722"/>
                </a:cubicBezTo>
                <a:cubicBezTo>
                  <a:pt x="232539" y="50483"/>
                  <a:pt x="224382" y="66105"/>
                  <a:pt x="221373" y="82613"/>
                </a:cubicBezTo>
                <a:cubicBezTo>
                  <a:pt x="245960" y="100902"/>
                  <a:pt x="261667" y="130241"/>
                  <a:pt x="261667" y="163248"/>
                </a:cubicBezTo>
                <a:cubicBezTo>
                  <a:pt x="261168" y="189232"/>
                  <a:pt x="264959" y="205210"/>
                  <a:pt x="281311" y="215167"/>
                </a:cubicBezTo>
                <a:lnTo>
                  <a:pt x="306986" y="215277"/>
                </a:lnTo>
                <a:lnTo>
                  <a:pt x="306986" y="221928"/>
                </a:lnTo>
                <a:cubicBezTo>
                  <a:pt x="285145" y="221632"/>
                  <a:pt x="263250" y="229876"/>
                  <a:pt x="246580" y="246536"/>
                </a:cubicBezTo>
                <a:lnTo>
                  <a:pt x="254808" y="254763"/>
                </a:lnTo>
                <a:cubicBezTo>
                  <a:pt x="254801" y="254771"/>
                  <a:pt x="254793" y="254779"/>
                  <a:pt x="254786" y="254786"/>
                </a:cubicBezTo>
                <a:cubicBezTo>
                  <a:pt x="254778" y="254794"/>
                  <a:pt x="254771" y="254801"/>
                  <a:pt x="254763" y="254808"/>
                </a:cubicBezTo>
                <a:lnTo>
                  <a:pt x="246535" y="246581"/>
                </a:lnTo>
                <a:cubicBezTo>
                  <a:pt x="213554" y="279582"/>
                  <a:pt x="213554" y="333067"/>
                  <a:pt x="246535" y="366068"/>
                </a:cubicBezTo>
                <a:lnTo>
                  <a:pt x="254763" y="357841"/>
                </a:lnTo>
                <a:cubicBezTo>
                  <a:pt x="254771" y="357847"/>
                  <a:pt x="254778" y="357855"/>
                  <a:pt x="254786" y="357863"/>
                </a:cubicBezTo>
                <a:lnTo>
                  <a:pt x="254808" y="357886"/>
                </a:lnTo>
                <a:lnTo>
                  <a:pt x="246580" y="366113"/>
                </a:lnTo>
                <a:cubicBezTo>
                  <a:pt x="263250" y="382773"/>
                  <a:pt x="285145" y="391017"/>
                  <a:pt x="306986" y="390721"/>
                </a:cubicBezTo>
                <a:lnTo>
                  <a:pt x="306986" y="397378"/>
                </a:lnTo>
                <a:cubicBezTo>
                  <a:pt x="298457" y="400796"/>
                  <a:pt x="289920" y="399623"/>
                  <a:pt x="281637" y="397269"/>
                </a:cubicBezTo>
                <a:cubicBezTo>
                  <a:pt x="265010" y="407223"/>
                  <a:pt x="261165" y="423242"/>
                  <a:pt x="261667" y="449401"/>
                </a:cubicBezTo>
                <a:cubicBezTo>
                  <a:pt x="261667" y="477516"/>
                  <a:pt x="250271" y="502969"/>
                  <a:pt x="231847" y="521394"/>
                </a:cubicBezTo>
                <a:lnTo>
                  <a:pt x="221347" y="530057"/>
                </a:lnTo>
                <a:cubicBezTo>
                  <a:pt x="224389" y="546557"/>
                  <a:pt x="232545" y="562171"/>
                  <a:pt x="245300" y="574926"/>
                </a:cubicBezTo>
                <a:cubicBezTo>
                  <a:pt x="262207" y="591833"/>
                  <a:pt x="284136" y="600659"/>
                  <a:pt x="306292" y="601147"/>
                </a:cubicBezTo>
                <a:lnTo>
                  <a:pt x="306292" y="515981"/>
                </a:lnTo>
                <a:lnTo>
                  <a:pt x="306356" y="515981"/>
                </a:lnTo>
                <a:lnTo>
                  <a:pt x="306356" y="601147"/>
                </a:lnTo>
                <a:lnTo>
                  <a:pt x="306986" y="601012"/>
                </a:lnTo>
                <a:lnTo>
                  <a:pt x="306986" y="612510"/>
                </a:lnTo>
                <a:cubicBezTo>
                  <a:pt x="306767" y="612640"/>
                  <a:pt x="306546" y="612645"/>
                  <a:pt x="306324" y="612648"/>
                </a:cubicBezTo>
                <a:cubicBezTo>
                  <a:pt x="281070" y="612257"/>
                  <a:pt x="255999" y="602326"/>
                  <a:pt x="236731" y="583057"/>
                </a:cubicBezTo>
                <a:cubicBezTo>
                  <a:pt x="223570" y="569897"/>
                  <a:pt x="214766" y="554030"/>
                  <a:pt x="210610" y="537174"/>
                </a:cubicBezTo>
                <a:cubicBezTo>
                  <a:pt x="195839" y="546241"/>
                  <a:pt x="178427" y="551214"/>
                  <a:pt x="159854" y="551214"/>
                </a:cubicBezTo>
                <a:cubicBezTo>
                  <a:pt x="132604" y="551214"/>
                  <a:pt x="107854" y="540509"/>
                  <a:pt x="89720" y="522928"/>
                </a:cubicBezTo>
                <a:lnTo>
                  <a:pt x="89720" y="522928"/>
                </a:lnTo>
                <a:cubicBezTo>
                  <a:pt x="72139" y="504795"/>
                  <a:pt x="61434" y="480045"/>
                  <a:pt x="61434" y="452795"/>
                </a:cubicBezTo>
                <a:cubicBezTo>
                  <a:pt x="61434" y="434221"/>
                  <a:pt x="66407" y="416810"/>
                  <a:pt x="75474" y="402038"/>
                </a:cubicBezTo>
                <a:cubicBezTo>
                  <a:pt x="58618" y="397882"/>
                  <a:pt x="42751" y="389078"/>
                  <a:pt x="29591" y="375917"/>
                </a:cubicBezTo>
                <a:cubicBezTo>
                  <a:pt x="10322" y="356649"/>
                  <a:pt x="391" y="331578"/>
                  <a:pt x="0" y="306324"/>
                </a:cubicBezTo>
                <a:lnTo>
                  <a:pt x="0" y="306324"/>
                </a:lnTo>
                <a:cubicBezTo>
                  <a:pt x="391" y="281070"/>
                  <a:pt x="10322" y="255999"/>
                  <a:pt x="29591" y="236731"/>
                </a:cubicBezTo>
                <a:cubicBezTo>
                  <a:pt x="42758" y="223564"/>
                  <a:pt x="58634" y="214757"/>
                  <a:pt x="75514" y="210684"/>
                </a:cubicBezTo>
                <a:cubicBezTo>
                  <a:pt x="66423" y="195895"/>
                  <a:pt x="61434" y="178457"/>
                  <a:pt x="61434" y="159854"/>
                </a:cubicBezTo>
                <a:cubicBezTo>
                  <a:pt x="61434" y="132604"/>
                  <a:pt x="72139" y="107854"/>
                  <a:pt x="89720" y="89721"/>
                </a:cubicBezTo>
                <a:lnTo>
                  <a:pt x="89720" y="89721"/>
                </a:lnTo>
                <a:cubicBezTo>
                  <a:pt x="107854" y="72140"/>
                  <a:pt x="132604" y="61435"/>
                  <a:pt x="159854" y="61435"/>
                </a:cubicBezTo>
                <a:cubicBezTo>
                  <a:pt x="178457" y="61435"/>
                  <a:pt x="195895" y="66424"/>
                  <a:pt x="210684" y="75515"/>
                </a:cubicBezTo>
                <a:cubicBezTo>
                  <a:pt x="214757" y="58635"/>
                  <a:pt x="223563" y="42758"/>
                  <a:pt x="236731" y="29591"/>
                </a:cubicBezTo>
                <a:cubicBezTo>
                  <a:pt x="256000" y="10322"/>
                  <a:pt x="281070" y="391"/>
                  <a:pt x="306324" y="0"/>
                </a:cubicBezTo>
                <a:lnTo>
                  <a:pt x="306324" y="0"/>
                </a:ln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50" name="Teardrop 3"/>
          <p:cNvSpPr/>
          <p:nvPr/>
        </p:nvSpPr>
        <p:spPr>
          <a:xfrm rot="5400000" flipH="1" flipV="1">
            <a:off x="276233" y="-163077"/>
            <a:ext cx="306986" cy="612648"/>
          </a:xfrm>
          <a:custGeom>
            <a:avLst/>
            <a:gdLst/>
            <a:ahLst/>
            <a:cxnLst/>
            <a:rect l="l" t="t" r="r" b="b"/>
            <a:pathLst>
              <a:path w="306986" h="612648">
                <a:moveTo>
                  <a:pt x="215380" y="331011"/>
                </a:moveTo>
                <a:cubicBezTo>
                  <a:pt x="210766" y="314774"/>
                  <a:pt x="210686" y="297561"/>
                  <a:pt x="215167" y="281312"/>
                </a:cubicBezTo>
                <a:cubicBezTo>
                  <a:pt x="205209" y="264959"/>
                  <a:pt x="189231" y="261169"/>
                  <a:pt x="163247" y="261668"/>
                </a:cubicBezTo>
                <a:cubicBezTo>
                  <a:pt x="130240" y="261668"/>
                  <a:pt x="100901" y="245961"/>
                  <a:pt x="82612" y="221373"/>
                </a:cubicBezTo>
                <a:cubicBezTo>
                  <a:pt x="66104" y="224382"/>
                  <a:pt x="50483" y="232539"/>
                  <a:pt x="37722" y="245300"/>
                </a:cubicBezTo>
                <a:cubicBezTo>
                  <a:pt x="20815" y="262208"/>
                  <a:pt x="11990" y="284136"/>
                  <a:pt x="11501" y="306292"/>
                </a:cubicBezTo>
                <a:lnTo>
                  <a:pt x="96667" y="306292"/>
                </a:lnTo>
                <a:lnTo>
                  <a:pt x="96667" y="306356"/>
                </a:lnTo>
                <a:lnTo>
                  <a:pt x="11501" y="306356"/>
                </a:lnTo>
                <a:cubicBezTo>
                  <a:pt x="11989" y="328512"/>
                  <a:pt x="20815" y="350441"/>
                  <a:pt x="37722" y="367348"/>
                </a:cubicBezTo>
                <a:cubicBezTo>
                  <a:pt x="50477" y="380103"/>
                  <a:pt x="66091" y="388259"/>
                  <a:pt x="82591" y="391301"/>
                </a:cubicBezTo>
                <a:cubicBezTo>
                  <a:pt x="100880" y="366699"/>
                  <a:pt x="130228" y="350981"/>
                  <a:pt x="163247" y="350981"/>
                </a:cubicBezTo>
                <a:cubicBezTo>
                  <a:pt x="186137" y="351420"/>
                  <a:pt x="201262" y="348532"/>
                  <a:pt x="211354" y="336664"/>
                </a:cubicBezTo>
                <a:cubicBezTo>
                  <a:pt x="212796" y="334968"/>
                  <a:pt x="214135" y="333090"/>
                  <a:pt x="215380" y="331011"/>
                </a:cubicBezTo>
                <a:close/>
                <a:moveTo>
                  <a:pt x="239385" y="239431"/>
                </a:moveTo>
                <a:lnTo>
                  <a:pt x="97830" y="97876"/>
                </a:lnTo>
                <a:cubicBezTo>
                  <a:pt x="82509" y="113887"/>
                  <a:pt x="73243" y="135634"/>
                  <a:pt x="73243" y="159544"/>
                </a:cubicBezTo>
                <a:cubicBezTo>
                  <a:pt x="73243" y="209563"/>
                  <a:pt x="113791" y="250112"/>
                  <a:pt x="163810" y="250112"/>
                </a:cubicBezTo>
                <a:cubicBezTo>
                  <a:pt x="182888" y="249746"/>
                  <a:pt x="207035" y="254980"/>
                  <a:pt x="219892" y="268141"/>
                </a:cubicBezTo>
                <a:cubicBezTo>
                  <a:pt x="224319" y="257686"/>
                  <a:pt x="230870" y="247948"/>
                  <a:pt x="239385" y="239431"/>
                </a:cubicBezTo>
                <a:close/>
                <a:moveTo>
                  <a:pt x="239386" y="373218"/>
                </a:moveTo>
                <a:cubicBezTo>
                  <a:pt x="230866" y="364697"/>
                  <a:pt x="224313" y="354954"/>
                  <a:pt x="219944" y="344457"/>
                </a:cubicBezTo>
                <a:cubicBezTo>
                  <a:pt x="207099" y="357655"/>
                  <a:pt x="182914" y="362904"/>
                  <a:pt x="163810" y="362537"/>
                </a:cubicBezTo>
                <a:cubicBezTo>
                  <a:pt x="113791" y="362537"/>
                  <a:pt x="73243" y="403086"/>
                  <a:pt x="73243" y="453104"/>
                </a:cubicBezTo>
                <a:cubicBezTo>
                  <a:pt x="73243" y="477015"/>
                  <a:pt x="82509" y="498761"/>
                  <a:pt x="97830" y="514773"/>
                </a:cubicBezTo>
                <a:close/>
                <a:moveTo>
                  <a:pt x="268140" y="219893"/>
                </a:moveTo>
                <a:cubicBezTo>
                  <a:pt x="254980" y="207035"/>
                  <a:pt x="249745" y="182889"/>
                  <a:pt x="250111" y="163811"/>
                </a:cubicBezTo>
                <a:cubicBezTo>
                  <a:pt x="250111" y="113792"/>
                  <a:pt x="209563" y="73244"/>
                  <a:pt x="159544" y="73244"/>
                </a:cubicBezTo>
                <a:cubicBezTo>
                  <a:pt x="135634" y="73244"/>
                  <a:pt x="113887" y="82510"/>
                  <a:pt x="97875" y="97831"/>
                </a:cubicBezTo>
                <a:lnTo>
                  <a:pt x="239430" y="239386"/>
                </a:lnTo>
                <a:cubicBezTo>
                  <a:pt x="247948" y="230871"/>
                  <a:pt x="257686" y="224320"/>
                  <a:pt x="268140" y="219893"/>
                </a:cubicBezTo>
                <a:close/>
                <a:moveTo>
                  <a:pt x="268191" y="392705"/>
                </a:moveTo>
                <a:cubicBezTo>
                  <a:pt x="257695" y="388335"/>
                  <a:pt x="247952" y="381782"/>
                  <a:pt x="239431" y="373263"/>
                </a:cubicBezTo>
                <a:lnTo>
                  <a:pt x="97875" y="514818"/>
                </a:lnTo>
                <a:cubicBezTo>
                  <a:pt x="113887" y="530139"/>
                  <a:pt x="135634" y="539405"/>
                  <a:pt x="159544" y="539405"/>
                </a:cubicBezTo>
                <a:cubicBezTo>
                  <a:pt x="184553" y="539405"/>
                  <a:pt x="207195" y="529268"/>
                  <a:pt x="223584" y="512879"/>
                </a:cubicBezTo>
                <a:cubicBezTo>
                  <a:pt x="239974" y="496489"/>
                  <a:pt x="250111" y="473847"/>
                  <a:pt x="250111" y="448838"/>
                </a:cubicBezTo>
                <a:cubicBezTo>
                  <a:pt x="249745" y="429735"/>
                  <a:pt x="254994" y="405550"/>
                  <a:pt x="268191" y="392705"/>
                </a:cubicBezTo>
                <a:close/>
                <a:moveTo>
                  <a:pt x="306986" y="138"/>
                </a:moveTo>
                <a:lnTo>
                  <a:pt x="306986" y="11636"/>
                </a:lnTo>
                <a:cubicBezTo>
                  <a:pt x="306778" y="11511"/>
                  <a:pt x="306567" y="11506"/>
                  <a:pt x="306356" y="11501"/>
                </a:cubicBezTo>
                <a:lnTo>
                  <a:pt x="306356" y="96667"/>
                </a:lnTo>
                <a:lnTo>
                  <a:pt x="306292" y="96667"/>
                </a:lnTo>
                <a:lnTo>
                  <a:pt x="306292" y="11501"/>
                </a:lnTo>
                <a:cubicBezTo>
                  <a:pt x="284137" y="11990"/>
                  <a:pt x="262207" y="20815"/>
                  <a:pt x="245300" y="37722"/>
                </a:cubicBezTo>
                <a:cubicBezTo>
                  <a:pt x="232539" y="50483"/>
                  <a:pt x="224382" y="66105"/>
                  <a:pt x="221373" y="82614"/>
                </a:cubicBezTo>
                <a:cubicBezTo>
                  <a:pt x="245960" y="100902"/>
                  <a:pt x="261667" y="130241"/>
                  <a:pt x="261667" y="163248"/>
                </a:cubicBezTo>
                <a:cubicBezTo>
                  <a:pt x="261168" y="189232"/>
                  <a:pt x="264959" y="205210"/>
                  <a:pt x="281311" y="215167"/>
                </a:cubicBezTo>
                <a:lnTo>
                  <a:pt x="306986" y="215277"/>
                </a:lnTo>
                <a:lnTo>
                  <a:pt x="306986" y="221929"/>
                </a:lnTo>
                <a:cubicBezTo>
                  <a:pt x="285145" y="221632"/>
                  <a:pt x="263250" y="229877"/>
                  <a:pt x="246580" y="246536"/>
                </a:cubicBezTo>
                <a:lnTo>
                  <a:pt x="254808" y="254763"/>
                </a:lnTo>
                <a:cubicBezTo>
                  <a:pt x="254801" y="254771"/>
                  <a:pt x="254793" y="254779"/>
                  <a:pt x="254786" y="254786"/>
                </a:cubicBezTo>
                <a:cubicBezTo>
                  <a:pt x="254778" y="254794"/>
                  <a:pt x="254771" y="254801"/>
                  <a:pt x="254763" y="254808"/>
                </a:cubicBezTo>
                <a:lnTo>
                  <a:pt x="246535" y="246581"/>
                </a:lnTo>
                <a:cubicBezTo>
                  <a:pt x="213554" y="279582"/>
                  <a:pt x="213554" y="333067"/>
                  <a:pt x="246535" y="366068"/>
                </a:cubicBezTo>
                <a:lnTo>
                  <a:pt x="254763" y="357841"/>
                </a:lnTo>
                <a:cubicBezTo>
                  <a:pt x="254771" y="357847"/>
                  <a:pt x="254778" y="357855"/>
                  <a:pt x="254786" y="357863"/>
                </a:cubicBezTo>
                <a:lnTo>
                  <a:pt x="254808" y="357886"/>
                </a:lnTo>
                <a:lnTo>
                  <a:pt x="246580" y="366113"/>
                </a:lnTo>
                <a:cubicBezTo>
                  <a:pt x="263250" y="382773"/>
                  <a:pt x="285145" y="391017"/>
                  <a:pt x="306986" y="390721"/>
                </a:cubicBezTo>
                <a:lnTo>
                  <a:pt x="306986" y="397378"/>
                </a:lnTo>
                <a:cubicBezTo>
                  <a:pt x="298457" y="400796"/>
                  <a:pt x="289920" y="399622"/>
                  <a:pt x="281637" y="397269"/>
                </a:cubicBezTo>
                <a:cubicBezTo>
                  <a:pt x="265010" y="407223"/>
                  <a:pt x="261165" y="423242"/>
                  <a:pt x="261667" y="449401"/>
                </a:cubicBezTo>
                <a:cubicBezTo>
                  <a:pt x="261667" y="477516"/>
                  <a:pt x="250271" y="502969"/>
                  <a:pt x="231847" y="521394"/>
                </a:cubicBezTo>
                <a:lnTo>
                  <a:pt x="221347" y="530057"/>
                </a:lnTo>
                <a:cubicBezTo>
                  <a:pt x="224389" y="546557"/>
                  <a:pt x="232545" y="562171"/>
                  <a:pt x="245300" y="574926"/>
                </a:cubicBezTo>
                <a:cubicBezTo>
                  <a:pt x="262207" y="591833"/>
                  <a:pt x="284136" y="600659"/>
                  <a:pt x="306292" y="601147"/>
                </a:cubicBezTo>
                <a:lnTo>
                  <a:pt x="306292" y="515981"/>
                </a:lnTo>
                <a:lnTo>
                  <a:pt x="306356" y="515981"/>
                </a:lnTo>
                <a:lnTo>
                  <a:pt x="306356" y="601147"/>
                </a:lnTo>
                <a:lnTo>
                  <a:pt x="306986" y="601012"/>
                </a:lnTo>
                <a:lnTo>
                  <a:pt x="306986" y="612510"/>
                </a:lnTo>
                <a:cubicBezTo>
                  <a:pt x="306767" y="612640"/>
                  <a:pt x="306546" y="612644"/>
                  <a:pt x="306324" y="612648"/>
                </a:cubicBezTo>
                <a:lnTo>
                  <a:pt x="306324" y="612648"/>
                </a:lnTo>
                <a:cubicBezTo>
                  <a:pt x="281070" y="612257"/>
                  <a:pt x="255999" y="602326"/>
                  <a:pt x="236731" y="583057"/>
                </a:cubicBezTo>
                <a:cubicBezTo>
                  <a:pt x="223570" y="569897"/>
                  <a:pt x="214766" y="554030"/>
                  <a:pt x="210610" y="537174"/>
                </a:cubicBezTo>
                <a:cubicBezTo>
                  <a:pt x="195839" y="546241"/>
                  <a:pt x="178427" y="551214"/>
                  <a:pt x="159854" y="551214"/>
                </a:cubicBezTo>
                <a:cubicBezTo>
                  <a:pt x="132604" y="551214"/>
                  <a:pt x="107854" y="540509"/>
                  <a:pt x="89720" y="522928"/>
                </a:cubicBezTo>
                <a:lnTo>
                  <a:pt x="89720" y="522928"/>
                </a:lnTo>
                <a:cubicBezTo>
                  <a:pt x="72139" y="504795"/>
                  <a:pt x="61434" y="480045"/>
                  <a:pt x="61434" y="452795"/>
                </a:cubicBezTo>
                <a:cubicBezTo>
                  <a:pt x="61434" y="434221"/>
                  <a:pt x="66407" y="416810"/>
                  <a:pt x="75474" y="402038"/>
                </a:cubicBezTo>
                <a:cubicBezTo>
                  <a:pt x="58618" y="397882"/>
                  <a:pt x="42751" y="389078"/>
                  <a:pt x="29591" y="375917"/>
                </a:cubicBezTo>
                <a:cubicBezTo>
                  <a:pt x="10322" y="356649"/>
                  <a:pt x="391" y="331578"/>
                  <a:pt x="0" y="306324"/>
                </a:cubicBezTo>
                <a:lnTo>
                  <a:pt x="0" y="306324"/>
                </a:lnTo>
                <a:cubicBezTo>
                  <a:pt x="391" y="281070"/>
                  <a:pt x="10322" y="255999"/>
                  <a:pt x="29591" y="236731"/>
                </a:cubicBezTo>
                <a:cubicBezTo>
                  <a:pt x="42758" y="223564"/>
                  <a:pt x="58634" y="214757"/>
                  <a:pt x="75514" y="210684"/>
                </a:cubicBezTo>
                <a:cubicBezTo>
                  <a:pt x="66423" y="195895"/>
                  <a:pt x="61434" y="178457"/>
                  <a:pt x="61434" y="159854"/>
                </a:cubicBezTo>
                <a:cubicBezTo>
                  <a:pt x="61434" y="132604"/>
                  <a:pt x="72139" y="107854"/>
                  <a:pt x="89720" y="89721"/>
                </a:cubicBezTo>
                <a:lnTo>
                  <a:pt x="89720" y="89721"/>
                </a:lnTo>
                <a:cubicBezTo>
                  <a:pt x="107854" y="72140"/>
                  <a:pt x="132604" y="61435"/>
                  <a:pt x="159854" y="61435"/>
                </a:cubicBezTo>
                <a:cubicBezTo>
                  <a:pt x="178457" y="61435"/>
                  <a:pt x="195895" y="66424"/>
                  <a:pt x="210684" y="75515"/>
                </a:cubicBezTo>
                <a:cubicBezTo>
                  <a:pt x="214757" y="58635"/>
                  <a:pt x="223563" y="42758"/>
                  <a:pt x="236731" y="29591"/>
                </a:cubicBezTo>
                <a:cubicBezTo>
                  <a:pt x="256000" y="10322"/>
                  <a:pt x="281070" y="391"/>
                  <a:pt x="306324" y="0"/>
                </a:cubicBezTo>
                <a:lnTo>
                  <a:pt x="306324" y="0"/>
                </a:ln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51" name="Teardrop 3"/>
          <p:cNvSpPr/>
          <p:nvPr/>
        </p:nvSpPr>
        <p:spPr>
          <a:xfrm rot="5400000" flipH="1" flipV="1">
            <a:off x="11908617" y="4923"/>
            <a:ext cx="298552" cy="268215"/>
          </a:xfrm>
          <a:custGeom>
            <a:avLst/>
            <a:gdLst/>
            <a:ahLst/>
            <a:cxnLst/>
            <a:rect l="l" t="t" r="r" b="b"/>
            <a:pathLst>
              <a:path w="298552" h="268215">
                <a:moveTo>
                  <a:pt x="230951" y="239431"/>
                </a:moveTo>
                <a:lnTo>
                  <a:pt x="89396" y="97876"/>
                </a:lnTo>
                <a:cubicBezTo>
                  <a:pt x="74075" y="113887"/>
                  <a:pt x="64809" y="135634"/>
                  <a:pt x="64809" y="159544"/>
                </a:cubicBezTo>
                <a:cubicBezTo>
                  <a:pt x="64809" y="209563"/>
                  <a:pt x="105357" y="250112"/>
                  <a:pt x="155376" y="250112"/>
                </a:cubicBezTo>
                <a:cubicBezTo>
                  <a:pt x="174454" y="249746"/>
                  <a:pt x="198601" y="254980"/>
                  <a:pt x="211458" y="268141"/>
                </a:cubicBezTo>
                <a:cubicBezTo>
                  <a:pt x="215885" y="257686"/>
                  <a:pt x="222436" y="247948"/>
                  <a:pt x="230951" y="239431"/>
                </a:cubicBezTo>
                <a:close/>
                <a:moveTo>
                  <a:pt x="259706" y="219892"/>
                </a:moveTo>
                <a:cubicBezTo>
                  <a:pt x="246546" y="207035"/>
                  <a:pt x="241311" y="182889"/>
                  <a:pt x="241677" y="163811"/>
                </a:cubicBezTo>
                <a:cubicBezTo>
                  <a:pt x="241677" y="113792"/>
                  <a:pt x="201129" y="73244"/>
                  <a:pt x="151110" y="73244"/>
                </a:cubicBezTo>
                <a:cubicBezTo>
                  <a:pt x="127200" y="73244"/>
                  <a:pt x="105453" y="82510"/>
                  <a:pt x="89441" y="97831"/>
                </a:cubicBezTo>
                <a:lnTo>
                  <a:pt x="230996" y="239386"/>
                </a:lnTo>
                <a:cubicBezTo>
                  <a:pt x="239514" y="230871"/>
                  <a:pt x="249252" y="224320"/>
                  <a:pt x="259706" y="219892"/>
                </a:cubicBezTo>
                <a:close/>
                <a:moveTo>
                  <a:pt x="298552" y="138"/>
                </a:moveTo>
                <a:lnTo>
                  <a:pt x="298552" y="11636"/>
                </a:lnTo>
                <a:cubicBezTo>
                  <a:pt x="298344" y="11511"/>
                  <a:pt x="298133" y="11506"/>
                  <a:pt x="297922" y="11501"/>
                </a:cubicBezTo>
                <a:lnTo>
                  <a:pt x="297922" y="96667"/>
                </a:lnTo>
                <a:lnTo>
                  <a:pt x="297858" y="96667"/>
                </a:lnTo>
                <a:lnTo>
                  <a:pt x="297858" y="11501"/>
                </a:lnTo>
                <a:cubicBezTo>
                  <a:pt x="275703" y="11990"/>
                  <a:pt x="253773" y="20815"/>
                  <a:pt x="236866" y="37722"/>
                </a:cubicBezTo>
                <a:cubicBezTo>
                  <a:pt x="224105" y="50483"/>
                  <a:pt x="215948" y="66105"/>
                  <a:pt x="212939" y="82613"/>
                </a:cubicBezTo>
                <a:cubicBezTo>
                  <a:pt x="237526" y="100902"/>
                  <a:pt x="253233" y="130241"/>
                  <a:pt x="253233" y="163248"/>
                </a:cubicBezTo>
                <a:cubicBezTo>
                  <a:pt x="252734" y="189232"/>
                  <a:pt x="256525" y="205210"/>
                  <a:pt x="272877" y="215167"/>
                </a:cubicBezTo>
                <a:lnTo>
                  <a:pt x="298552" y="215277"/>
                </a:lnTo>
                <a:lnTo>
                  <a:pt x="298552" y="221928"/>
                </a:lnTo>
                <a:cubicBezTo>
                  <a:pt x="276711" y="221632"/>
                  <a:pt x="254816" y="229876"/>
                  <a:pt x="238146" y="246536"/>
                </a:cubicBezTo>
                <a:lnTo>
                  <a:pt x="246374" y="254763"/>
                </a:lnTo>
                <a:cubicBezTo>
                  <a:pt x="246367" y="254771"/>
                  <a:pt x="246359" y="254779"/>
                  <a:pt x="246352" y="254786"/>
                </a:cubicBezTo>
                <a:cubicBezTo>
                  <a:pt x="246344" y="254794"/>
                  <a:pt x="246337" y="254801"/>
                  <a:pt x="246329" y="254808"/>
                </a:cubicBezTo>
                <a:lnTo>
                  <a:pt x="238101" y="246581"/>
                </a:lnTo>
                <a:lnTo>
                  <a:pt x="223742" y="268215"/>
                </a:lnTo>
                <a:lnTo>
                  <a:pt x="190546" y="268215"/>
                </a:lnTo>
                <a:cubicBezTo>
                  <a:pt x="181969" y="262570"/>
                  <a:pt x="170130" y="261374"/>
                  <a:pt x="154813" y="261668"/>
                </a:cubicBezTo>
                <a:cubicBezTo>
                  <a:pt x="121806" y="261668"/>
                  <a:pt x="92467" y="245961"/>
                  <a:pt x="74178" y="221373"/>
                </a:cubicBezTo>
                <a:cubicBezTo>
                  <a:pt x="57670" y="224382"/>
                  <a:pt x="42049" y="232539"/>
                  <a:pt x="29288" y="245300"/>
                </a:cubicBezTo>
                <a:lnTo>
                  <a:pt x="13811" y="268215"/>
                </a:lnTo>
                <a:lnTo>
                  <a:pt x="0" y="268215"/>
                </a:lnTo>
                <a:cubicBezTo>
                  <a:pt x="4705" y="256723"/>
                  <a:pt x="11839" y="246048"/>
                  <a:pt x="21157" y="236731"/>
                </a:cubicBezTo>
                <a:cubicBezTo>
                  <a:pt x="34324" y="223564"/>
                  <a:pt x="50200" y="214757"/>
                  <a:pt x="67080" y="210684"/>
                </a:cubicBezTo>
                <a:cubicBezTo>
                  <a:pt x="57989" y="195895"/>
                  <a:pt x="53000" y="178457"/>
                  <a:pt x="53000" y="159854"/>
                </a:cubicBezTo>
                <a:cubicBezTo>
                  <a:pt x="53000" y="132604"/>
                  <a:pt x="63705" y="107854"/>
                  <a:pt x="81286" y="89721"/>
                </a:cubicBezTo>
                <a:cubicBezTo>
                  <a:pt x="99420" y="72140"/>
                  <a:pt x="124170" y="61435"/>
                  <a:pt x="151420" y="61435"/>
                </a:cubicBezTo>
                <a:cubicBezTo>
                  <a:pt x="170023" y="61435"/>
                  <a:pt x="187461" y="66424"/>
                  <a:pt x="202250" y="75515"/>
                </a:cubicBezTo>
                <a:cubicBezTo>
                  <a:pt x="206323" y="58635"/>
                  <a:pt x="215129" y="42758"/>
                  <a:pt x="228297" y="29591"/>
                </a:cubicBezTo>
                <a:cubicBezTo>
                  <a:pt x="247566" y="10322"/>
                  <a:pt x="272636" y="391"/>
                  <a:pt x="297890" y="0"/>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52" name="Oval 881"/>
          <p:cNvSpPr/>
          <p:nvPr/>
        </p:nvSpPr>
        <p:spPr>
          <a:xfrm>
            <a:off x="346332" y="-10245"/>
            <a:ext cx="169752" cy="84875"/>
          </a:xfrm>
          <a:custGeom>
            <a:avLst/>
            <a:gdLst/>
            <a:ahLst/>
            <a:cxnLst/>
            <a:rect l="l" t="t" r="r" b="b"/>
            <a:pathLst>
              <a:path w="169752" h="84875">
                <a:moveTo>
                  <a:pt x="0" y="0"/>
                </a:moveTo>
                <a:lnTo>
                  <a:pt x="169752" y="0"/>
                </a:lnTo>
                <a:cubicBezTo>
                  <a:pt x="169752" y="46875"/>
                  <a:pt x="131752" y="84875"/>
                  <a:pt x="84876" y="84875"/>
                </a:cubicBezTo>
                <a:cubicBezTo>
                  <a:pt x="38000" y="84875"/>
                  <a:pt x="0" y="46875"/>
                  <a:pt x="0"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53" name="Oval 882"/>
          <p:cNvSpPr/>
          <p:nvPr/>
        </p:nvSpPr>
        <p:spPr>
          <a:xfrm>
            <a:off x="1188872" y="-10245"/>
            <a:ext cx="169752" cy="84875"/>
          </a:xfrm>
          <a:custGeom>
            <a:avLst/>
            <a:gdLst/>
            <a:ahLst/>
            <a:cxnLst/>
            <a:rect l="l" t="t" r="r" b="b"/>
            <a:pathLst>
              <a:path w="169752" h="84875">
                <a:moveTo>
                  <a:pt x="0" y="0"/>
                </a:moveTo>
                <a:lnTo>
                  <a:pt x="169752" y="0"/>
                </a:lnTo>
                <a:cubicBezTo>
                  <a:pt x="169752" y="46875"/>
                  <a:pt x="131752" y="84875"/>
                  <a:pt x="84876" y="84875"/>
                </a:cubicBezTo>
                <a:cubicBezTo>
                  <a:pt x="38000" y="84875"/>
                  <a:pt x="0" y="46875"/>
                  <a:pt x="0"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54" name="Oval 883"/>
          <p:cNvSpPr/>
          <p:nvPr/>
        </p:nvSpPr>
        <p:spPr>
          <a:xfrm>
            <a:off x="2031413" y="-10245"/>
            <a:ext cx="10160587" cy="84875"/>
          </a:xfrm>
          <a:custGeom>
            <a:avLst/>
            <a:gdLst/>
            <a:ahLst/>
            <a:cxnLst/>
            <a:rect l="l" t="t" r="r" b="b"/>
            <a:pathLst>
              <a:path w="10160587" h="84875">
                <a:moveTo>
                  <a:pt x="10110479" y="0"/>
                </a:moveTo>
                <a:lnTo>
                  <a:pt x="10160587" y="0"/>
                </a:lnTo>
                <a:lnTo>
                  <a:pt x="10160587" y="77038"/>
                </a:lnTo>
                <a:cubicBezTo>
                  <a:pt x="10130976" y="64066"/>
                  <a:pt x="10110479" y="34427"/>
                  <a:pt x="10110479" y="0"/>
                </a:cubicBezTo>
                <a:close/>
                <a:moveTo>
                  <a:pt x="9267940" y="0"/>
                </a:moveTo>
                <a:lnTo>
                  <a:pt x="9437692" y="0"/>
                </a:lnTo>
                <a:cubicBezTo>
                  <a:pt x="9437692" y="46875"/>
                  <a:pt x="9399692" y="84875"/>
                  <a:pt x="9352816" y="84875"/>
                </a:cubicBezTo>
                <a:cubicBezTo>
                  <a:pt x="9305940" y="84875"/>
                  <a:pt x="9267940" y="46875"/>
                  <a:pt x="9267940" y="0"/>
                </a:cubicBezTo>
                <a:close/>
                <a:moveTo>
                  <a:pt x="8425400" y="0"/>
                </a:moveTo>
                <a:lnTo>
                  <a:pt x="8595152" y="0"/>
                </a:lnTo>
                <a:cubicBezTo>
                  <a:pt x="8595152" y="46875"/>
                  <a:pt x="8557152" y="84875"/>
                  <a:pt x="8510276" y="84875"/>
                </a:cubicBezTo>
                <a:cubicBezTo>
                  <a:pt x="8463400" y="84875"/>
                  <a:pt x="8425400" y="46875"/>
                  <a:pt x="8425400" y="0"/>
                </a:cubicBezTo>
                <a:close/>
                <a:moveTo>
                  <a:pt x="7582860" y="0"/>
                </a:moveTo>
                <a:lnTo>
                  <a:pt x="7752612" y="0"/>
                </a:lnTo>
                <a:cubicBezTo>
                  <a:pt x="7752612" y="46875"/>
                  <a:pt x="7714612" y="84875"/>
                  <a:pt x="7667736" y="84875"/>
                </a:cubicBezTo>
                <a:cubicBezTo>
                  <a:pt x="7620860" y="84875"/>
                  <a:pt x="7582860" y="46875"/>
                  <a:pt x="7582860" y="0"/>
                </a:cubicBezTo>
                <a:close/>
                <a:moveTo>
                  <a:pt x="6740320" y="0"/>
                </a:moveTo>
                <a:lnTo>
                  <a:pt x="6910072" y="0"/>
                </a:lnTo>
                <a:cubicBezTo>
                  <a:pt x="6910072" y="46875"/>
                  <a:pt x="6872072" y="84875"/>
                  <a:pt x="6825196" y="84875"/>
                </a:cubicBezTo>
                <a:cubicBezTo>
                  <a:pt x="6778320" y="84875"/>
                  <a:pt x="6740320" y="46875"/>
                  <a:pt x="6740320" y="0"/>
                </a:cubicBezTo>
                <a:close/>
                <a:moveTo>
                  <a:pt x="5897780" y="0"/>
                </a:moveTo>
                <a:lnTo>
                  <a:pt x="6067532" y="0"/>
                </a:lnTo>
                <a:cubicBezTo>
                  <a:pt x="6067532" y="46875"/>
                  <a:pt x="6029532" y="84875"/>
                  <a:pt x="5982656" y="84875"/>
                </a:cubicBezTo>
                <a:cubicBezTo>
                  <a:pt x="5935780" y="84875"/>
                  <a:pt x="5897780" y="46875"/>
                  <a:pt x="5897780" y="0"/>
                </a:cubicBezTo>
                <a:close/>
                <a:moveTo>
                  <a:pt x="5055240" y="0"/>
                </a:moveTo>
                <a:lnTo>
                  <a:pt x="5224992" y="0"/>
                </a:lnTo>
                <a:cubicBezTo>
                  <a:pt x="5224992" y="46875"/>
                  <a:pt x="5186992" y="84875"/>
                  <a:pt x="5140116" y="84875"/>
                </a:cubicBezTo>
                <a:cubicBezTo>
                  <a:pt x="5093240" y="84875"/>
                  <a:pt x="5055240" y="46875"/>
                  <a:pt x="5055240" y="0"/>
                </a:cubicBezTo>
                <a:close/>
                <a:moveTo>
                  <a:pt x="4212700" y="0"/>
                </a:moveTo>
                <a:lnTo>
                  <a:pt x="4382452" y="0"/>
                </a:lnTo>
                <a:cubicBezTo>
                  <a:pt x="4382452" y="46875"/>
                  <a:pt x="4344452" y="84875"/>
                  <a:pt x="4297576" y="84875"/>
                </a:cubicBezTo>
                <a:cubicBezTo>
                  <a:pt x="4250700" y="84875"/>
                  <a:pt x="4212700" y="46875"/>
                  <a:pt x="4212700" y="0"/>
                </a:cubicBezTo>
                <a:close/>
                <a:moveTo>
                  <a:pt x="3370160" y="0"/>
                </a:moveTo>
                <a:lnTo>
                  <a:pt x="3539912" y="0"/>
                </a:lnTo>
                <a:cubicBezTo>
                  <a:pt x="3539912" y="46875"/>
                  <a:pt x="3501912" y="84875"/>
                  <a:pt x="3455036" y="84875"/>
                </a:cubicBezTo>
                <a:cubicBezTo>
                  <a:pt x="3408160" y="84875"/>
                  <a:pt x="3370160" y="46875"/>
                  <a:pt x="3370160" y="0"/>
                </a:cubicBezTo>
                <a:close/>
                <a:moveTo>
                  <a:pt x="2527620" y="0"/>
                </a:moveTo>
                <a:lnTo>
                  <a:pt x="2697372" y="0"/>
                </a:lnTo>
                <a:cubicBezTo>
                  <a:pt x="2697372" y="46875"/>
                  <a:pt x="2659372" y="84875"/>
                  <a:pt x="2612496" y="84875"/>
                </a:cubicBezTo>
                <a:cubicBezTo>
                  <a:pt x="2565620" y="84875"/>
                  <a:pt x="2527620" y="46875"/>
                  <a:pt x="2527620" y="0"/>
                </a:cubicBezTo>
                <a:close/>
                <a:moveTo>
                  <a:pt x="1685080" y="0"/>
                </a:moveTo>
                <a:lnTo>
                  <a:pt x="1854832" y="0"/>
                </a:lnTo>
                <a:cubicBezTo>
                  <a:pt x="1854832" y="46875"/>
                  <a:pt x="1816832" y="84875"/>
                  <a:pt x="1769956" y="84875"/>
                </a:cubicBezTo>
                <a:cubicBezTo>
                  <a:pt x="1723080" y="84875"/>
                  <a:pt x="1685080" y="46875"/>
                  <a:pt x="1685080" y="0"/>
                </a:cubicBezTo>
                <a:close/>
                <a:moveTo>
                  <a:pt x="842540" y="0"/>
                </a:moveTo>
                <a:lnTo>
                  <a:pt x="1012292" y="0"/>
                </a:lnTo>
                <a:cubicBezTo>
                  <a:pt x="1012292" y="46875"/>
                  <a:pt x="974292" y="84875"/>
                  <a:pt x="927416" y="84875"/>
                </a:cubicBezTo>
                <a:cubicBezTo>
                  <a:pt x="880540" y="84875"/>
                  <a:pt x="842540" y="46875"/>
                  <a:pt x="842540" y="0"/>
                </a:cubicBezTo>
                <a:close/>
                <a:moveTo>
                  <a:pt x="0" y="0"/>
                </a:moveTo>
                <a:lnTo>
                  <a:pt x="169752" y="0"/>
                </a:lnTo>
                <a:cubicBezTo>
                  <a:pt x="169752" y="46875"/>
                  <a:pt x="131752" y="84875"/>
                  <a:pt x="84876" y="84875"/>
                </a:cubicBezTo>
                <a:cubicBezTo>
                  <a:pt x="38000" y="84875"/>
                  <a:pt x="0" y="46875"/>
                  <a:pt x="0"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55" name="Teardrop 3"/>
          <p:cNvSpPr/>
          <p:nvPr/>
        </p:nvSpPr>
        <p:spPr>
          <a:xfrm rot="5400000" flipH="1" flipV="1">
            <a:off x="6442772" y="955039"/>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56" name="Teardrop 3"/>
          <p:cNvSpPr/>
          <p:nvPr/>
        </p:nvSpPr>
        <p:spPr>
          <a:xfrm rot="5400000" flipH="1" flipV="1">
            <a:off x="-148774" y="1103813"/>
            <a:ext cx="612648" cy="315100"/>
          </a:xfrm>
          <a:custGeom>
            <a:avLst/>
            <a:gdLst/>
            <a:ahLst/>
            <a:cxnLst/>
            <a:rect l="l" t="t" r="r" b="b"/>
            <a:pathLst>
              <a:path w="612648" h="315100">
                <a:moveTo>
                  <a:pt x="239386" y="75670"/>
                </a:moveTo>
                <a:cubicBezTo>
                  <a:pt x="230866" y="67149"/>
                  <a:pt x="224313" y="57406"/>
                  <a:pt x="219944" y="46909"/>
                </a:cubicBezTo>
                <a:cubicBezTo>
                  <a:pt x="207099" y="60107"/>
                  <a:pt x="182914" y="65356"/>
                  <a:pt x="163810" y="64989"/>
                </a:cubicBezTo>
                <a:cubicBezTo>
                  <a:pt x="113792" y="64989"/>
                  <a:pt x="73243" y="105538"/>
                  <a:pt x="73243" y="155556"/>
                </a:cubicBezTo>
                <a:cubicBezTo>
                  <a:pt x="73243" y="179467"/>
                  <a:pt x="82509" y="201213"/>
                  <a:pt x="97830" y="217225"/>
                </a:cubicBezTo>
                <a:close/>
                <a:moveTo>
                  <a:pt x="268191" y="95157"/>
                </a:moveTo>
                <a:cubicBezTo>
                  <a:pt x="257695" y="90787"/>
                  <a:pt x="247952" y="84234"/>
                  <a:pt x="239431" y="75715"/>
                </a:cubicBezTo>
                <a:lnTo>
                  <a:pt x="97875" y="217270"/>
                </a:lnTo>
                <a:cubicBezTo>
                  <a:pt x="113887" y="232591"/>
                  <a:pt x="135634" y="241857"/>
                  <a:pt x="159544" y="241857"/>
                </a:cubicBezTo>
                <a:cubicBezTo>
                  <a:pt x="184553" y="241857"/>
                  <a:pt x="207195" y="231720"/>
                  <a:pt x="223585" y="215331"/>
                </a:cubicBezTo>
                <a:cubicBezTo>
                  <a:pt x="239974" y="198941"/>
                  <a:pt x="250111" y="176299"/>
                  <a:pt x="250111" y="151290"/>
                </a:cubicBezTo>
                <a:cubicBezTo>
                  <a:pt x="249745" y="132187"/>
                  <a:pt x="254994" y="108002"/>
                  <a:pt x="268191" y="95157"/>
                </a:cubicBezTo>
                <a:close/>
                <a:moveTo>
                  <a:pt x="391275" y="232488"/>
                </a:moveTo>
                <a:cubicBezTo>
                  <a:pt x="366688" y="214199"/>
                  <a:pt x="350981" y="184860"/>
                  <a:pt x="350981" y="151853"/>
                </a:cubicBezTo>
                <a:cubicBezTo>
                  <a:pt x="351479" y="125869"/>
                  <a:pt x="347689" y="109892"/>
                  <a:pt x="331337" y="99934"/>
                </a:cubicBezTo>
                <a:cubicBezTo>
                  <a:pt x="315088" y="104415"/>
                  <a:pt x="297874" y="104335"/>
                  <a:pt x="281637" y="99721"/>
                </a:cubicBezTo>
                <a:cubicBezTo>
                  <a:pt x="265010" y="109675"/>
                  <a:pt x="261165" y="125694"/>
                  <a:pt x="261667" y="151853"/>
                </a:cubicBezTo>
                <a:cubicBezTo>
                  <a:pt x="261667" y="179968"/>
                  <a:pt x="250271" y="205421"/>
                  <a:pt x="231847" y="223846"/>
                </a:cubicBezTo>
                <a:lnTo>
                  <a:pt x="221347" y="232509"/>
                </a:lnTo>
                <a:cubicBezTo>
                  <a:pt x="224390" y="249009"/>
                  <a:pt x="232545" y="264623"/>
                  <a:pt x="245300" y="277378"/>
                </a:cubicBezTo>
                <a:cubicBezTo>
                  <a:pt x="262207" y="294285"/>
                  <a:pt x="284136" y="303111"/>
                  <a:pt x="306292" y="303599"/>
                </a:cubicBezTo>
                <a:lnTo>
                  <a:pt x="306292" y="218433"/>
                </a:lnTo>
                <a:lnTo>
                  <a:pt x="306356" y="218433"/>
                </a:lnTo>
                <a:lnTo>
                  <a:pt x="306356" y="303599"/>
                </a:lnTo>
                <a:cubicBezTo>
                  <a:pt x="328512" y="303110"/>
                  <a:pt x="350441" y="294285"/>
                  <a:pt x="367348" y="277378"/>
                </a:cubicBezTo>
                <a:cubicBezTo>
                  <a:pt x="380109" y="264617"/>
                  <a:pt x="388266" y="248996"/>
                  <a:pt x="391275" y="232488"/>
                </a:cubicBezTo>
                <a:close/>
                <a:moveTo>
                  <a:pt x="514773" y="217271"/>
                </a:moveTo>
                <a:lnTo>
                  <a:pt x="373218" y="75716"/>
                </a:lnTo>
                <a:cubicBezTo>
                  <a:pt x="364700" y="84231"/>
                  <a:pt x="354962" y="90781"/>
                  <a:pt x="344508" y="95209"/>
                </a:cubicBezTo>
                <a:cubicBezTo>
                  <a:pt x="357668" y="108066"/>
                  <a:pt x="362903" y="132212"/>
                  <a:pt x="362537" y="151290"/>
                </a:cubicBezTo>
                <a:cubicBezTo>
                  <a:pt x="362537" y="201309"/>
                  <a:pt x="403085" y="241857"/>
                  <a:pt x="453104" y="241857"/>
                </a:cubicBezTo>
                <a:cubicBezTo>
                  <a:pt x="477015" y="241857"/>
                  <a:pt x="498761" y="232592"/>
                  <a:pt x="514773" y="217271"/>
                </a:cubicBezTo>
                <a:close/>
                <a:moveTo>
                  <a:pt x="539405" y="155556"/>
                </a:moveTo>
                <a:cubicBezTo>
                  <a:pt x="539405" y="105538"/>
                  <a:pt x="498856" y="64989"/>
                  <a:pt x="448838" y="64989"/>
                </a:cubicBezTo>
                <a:cubicBezTo>
                  <a:pt x="429760" y="65355"/>
                  <a:pt x="405614" y="60121"/>
                  <a:pt x="392756" y="46961"/>
                </a:cubicBezTo>
                <a:cubicBezTo>
                  <a:pt x="388329" y="57415"/>
                  <a:pt x="381778" y="67153"/>
                  <a:pt x="373263" y="75671"/>
                </a:cubicBezTo>
                <a:lnTo>
                  <a:pt x="514818" y="217225"/>
                </a:lnTo>
                <a:cubicBezTo>
                  <a:pt x="530139" y="201213"/>
                  <a:pt x="539405" y="179467"/>
                  <a:pt x="539405" y="155556"/>
                </a:cubicBezTo>
                <a:close/>
                <a:moveTo>
                  <a:pt x="612648" y="8776"/>
                </a:moveTo>
                <a:cubicBezTo>
                  <a:pt x="612257" y="34030"/>
                  <a:pt x="602326" y="59101"/>
                  <a:pt x="583058" y="78369"/>
                </a:cubicBezTo>
                <a:cubicBezTo>
                  <a:pt x="569890" y="91537"/>
                  <a:pt x="554014" y="100343"/>
                  <a:pt x="537134" y="104416"/>
                </a:cubicBezTo>
                <a:cubicBezTo>
                  <a:pt x="546224" y="119205"/>
                  <a:pt x="551214" y="136643"/>
                  <a:pt x="551214" y="155247"/>
                </a:cubicBezTo>
                <a:cubicBezTo>
                  <a:pt x="551214" y="182497"/>
                  <a:pt x="540509" y="207247"/>
                  <a:pt x="522928" y="225380"/>
                </a:cubicBezTo>
                <a:lnTo>
                  <a:pt x="522928" y="225380"/>
                </a:lnTo>
                <a:cubicBezTo>
                  <a:pt x="504794" y="242961"/>
                  <a:pt x="480044" y="253667"/>
                  <a:pt x="452794" y="253667"/>
                </a:cubicBezTo>
                <a:cubicBezTo>
                  <a:pt x="434191" y="253667"/>
                  <a:pt x="416753" y="248677"/>
                  <a:pt x="401964" y="239586"/>
                </a:cubicBezTo>
                <a:cubicBezTo>
                  <a:pt x="397891" y="256466"/>
                  <a:pt x="389084" y="272342"/>
                  <a:pt x="375917" y="285509"/>
                </a:cubicBezTo>
                <a:cubicBezTo>
                  <a:pt x="356649" y="304778"/>
                  <a:pt x="331578" y="314709"/>
                  <a:pt x="306324" y="315100"/>
                </a:cubicBezTo>
                <a:lnTo>
                  <a:pt x="306324" y="315100"/>
                </a:lnTo>
                <a:cubicBezTo>
                  <a:pt x="281070" y="314709"/>
                  <a:pt x="255999" y="304778"/>
                  <a:pt x="236731" y="285509"/>
                </a:cubicBezTo>
                <a:cubicBezTo>
                  <a:pt x="223571" y="272349"/>
                  <a:pt x="214766" y="256482"/>
                  <a:pt x="210610" y="239626"/>
                </a:cubicBezTo>
                <a:cubicBezTo>
                  <a:pt x="195839" y="248693"/>
                  <a:pt x="178427" y="253666"/>
                  <a:pt x="159854" y="253666"/>
                </a:cubicBezTo>
                <a:cubicBezTo>
                  <a:pt x="132604" y="253666"/>
                  <a:pt x="107854" y="242961"/>
                  <a:pt x="89720" y="225380"/>
                </a:cubicBezTo>
                <a:lnTo>
                  <a:pt x="89720" y="225380"/>
                </a:lnTo>
                <a:cubicBezTo>
                  <a:pt x="72139" y="207247"/>
                  <a:pt x="61434" y="182497"/>
                  <a:pt x="61434" y="155247"/>
                </a:cubicBezTo>
                <a:cubicBezTo>
                  <a:pt x="61434" y="136673"/>
                  <a:pt x="66407" y="119262"/>
                  <a:pt x="75474" y="104490"/>
                </a:cubicBezTo>
                <a:cubicBezTo>
                  <a:pt x="58618" y="100334"/>
                  <a:pt x="42751" y="91530"/>
                  <a:pt x="29591" y="78369"/>
                </a:cubicBezTo>
                <a:cubicBezTo>
                  <a:pt x="10322" y="59101"/>
                  <a:pt x="391" y="34030"/>
                  <a:pt x="0" y="8776"/>
                </a:cubicBezTo>
                <a:lnTo>
                  <a:pt x="0" y="8776"/>
                </a:lnTo>
                <a:lnTo>
                  <a:pt x="1828" y="0"/>
                </a:lnTo>
                <a:lnTo>
                  <a:pt x="13374" y="0"/>
                </a:lnTo>
                <a:cubicBezTo>
                  <a:pt x="11782" y="2802"/>
                  <a:pt x="11567" y="5771"/>
                  <a:pt x="11501" y="8744"/>
                </a:cubicBezTo>
                <a:lnTo>
                  <a:pt x="96667" y="8744"/>
                </a:lnTo>
                <a:lnTo>
                  <a:pt x="96667" y="8808"/>
                </a:lnTo>
                <a:lnTo>
                  <a:pt x="11501" y="8808"/>
                </a:lnTo>
                <a:cubicBezTo>
                  <a:pt x="11989" y="30964"/>
                  <a:pt x="20815" y="52893"/>
                  <a:pt x="37722" y="69800"/>
                </a:cubicBezTo>
                <a:cubicBezTo>
                  <a:pt x="50477" y="82555"/>
                  <a:pt x="66091" y="90711"/>
                  <a:pt x="82592" y="93753"/>
                </a:cubicBezTo>
                <a:cubicBezTo>
                  <a:pt x="100880" y="69151"/>
                  <a:pt x="130228" y="53433"/>
                  <a:pt x="163247" y="53433"/>
                </a:cubicBezTo>
                <a:cubicBezTo>
                  <a:pt x="186137" y="53872"/>
                  <a:pt x="201262" y="50984"/>
                  <a:pt x="211355" y="39116"/>
                </a:cubicBezTo>
                <a:cubicBezTo>
                  <a:pt x="212796" y="37420"/>
                  <a:pt x="214135" y="35542"/>
                  <a:pt x="215380" y="33463"/>
                </a:cubicBezTo>
                <a:lnTo>
                  <a:pt x="215236" y="0"/>
                </a:lnTo>
                <a:lnTo>
                  <a:pt x="223506" y="0"/>
                </a:lnTo>
                <a:cubicBezTo>
                  <a:pt x="219687" y="24354"/>
                  <a:pt x="227777" y="49750"/>
                  <a:pt x="246535" y="68520"/>
                </a:cubicBezTo>
                <a:lnTo>
                  <a:pt x="254763" y="60293"/>
                </a:lnTo>
                <a:cubicBezTo>
                  <a:pt x="254771" y="60299"/>
                  <a:pt x="254778" y="60307"/>
                  <a:pt x="254786" y="60315"/>
                </a:cubicBezTo>
                <a:lnTo>
                  <a:pt x="254808" y="60338"/>
                </a:lnTo>
                <a:lnTo>
                  <a:pt x="246580" y="68565"/>
                </a:lnTo>
                <a:cubicBezTo>
                  <a:pt x="279582" y="101547"/>
                  <a:pt x="333066" y="101547"/>
                  <a:pt x="366068" y="68565"/>
                </a:cubicBezTo>
                <a:lnTo>
                  <a:pt x="357840" y="60338"/>
                </a:lnTo>
                <a:cubicBezTo>
                  <a:pt x="357847" y="60330"/>
                  <a:pt x="357855" y="60322"/>
                  <a:pt x="357862" y="60315"/>
                </a:cubicBezTo>
                <a:lnTo>
                  <a:pt x="357885" y="60293"/>
                </a:lnTo>
                <a:lnTo>
                  <a:pt x="366113" y="68520"/>
                </a:lnTo>
                <a:cubicBezTo>
                  <a:pt x="384871" y="49750"/>
                  <a:pt x="392961" y="24354"/>
                  <a:pt x="389142" y="0"/>
                </a:cubicBezTo>
                <a:lnTo>
                  <a:pt x="397337" y="0"/>
                </a:lnTo>
                <a:cubicBezTo>
                  <a:pt x="401479" y="11094"/>
                  <a:pt x="400548" y="22668"/>
                  <a:pt x="397481" y="33790"/>
                </a:cubicBezTo>
                <a:cubicBezTo>
                  <a:pt x="407439" y="50142"/>
                  <a:pt x="423417" y="53932"/>
                  <a:pt x="449401" y="53433"/>
                </a:cubicBezTo>
                <a:cubicBezTo>
                  <a:pt x="482407" y="53434"/>
                  <a:pt x="511746" y="69140"/>
                  <a:pt x="530035" y="93727"/>
                </a:cubicBezTo>
                <a:cubicBezTo>
                  <a:pt x="546543" y="90718"/>
                  <a:pt x="562165" y="82561"/>
                  <a:pt x="574926" y="69800"/>
                </a:cubicBezTo>
                <a:cubicBezTo>
                  <a:pt x="591833" y="52893"/>
                  <a:pt x="600658" y="30964"/>
                  <a:pt x="601147" y="8808"/>
                </a:cubicBezTo>
                <a:lnTo>
                  <a:pt x="515982" y="8808"/>
                </a:lnTo>
                <a:lnTo>
                  <a:pt x="515981" y="8744"/>
                </a:lnTo>
                <a:lnTo>
                  <a:pt x="601147" y="8744"/>
                </a:lnTo>
                <a:lnTo>
                  <a:pt x="599274" y="0"/>
                </a:lnTo>
                <a:lnTo>
                  <a:pt x="610820" y="0"/>
                </a:lnTo>
                <a:cubicBezTo>
                  <a:pt x="612423" y="2826"/>
                  <a:pt x="612602" y="5800"/>
                  <a:pt x="612648" y="8776"/>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57" name="Teardrop 3"/>
          <p:cNvSpPr/>
          <p:nvPr/>
        </p:nvSpPr>
        <p:spPr>
          <a:xfrm rot="5400000" flipH="1" flipV="1">
            <a:off x="1387532" y="955039"/>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58" name="Teardrop 3"/>
          <p:cNvSpPr/>
          <p:nvPr/>
        </p:nvSpPr>
        <p:spPr>
          <a:xfrm rot="5400000" flipH="1" flipV="1">
            <a:off x="2230072" y="955039"/>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59" name="Teardrop 3"/>
          <p:cNvSpPr/>
          <p:nvPr/>
        </p:nvSpPr>
        <p:spPr>
          <a:xfrm rot="5400000" flipH="1" flipV="1">
            <a:off x="3072612" y="955039"/>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60" name="Teardrop 3"/>
          <p:cNvSpPr/>
          <p:nvPr/>
        </p:nvSpPr>
        <p:spPr>
          <a:xfrm rot="5400000" flipH="1" flipV="1">
            <a:off x="3915152" y="955039"/>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61" name="Teardrop 3"/>
          <p:cNvSpPr/>
          <p:nvPr/>
        </p:nvSpPr>
        <p:spPr>
          <a:xfrm rot="5400000" flipH="1" flipV="1">
            <a:off x="4757692" y="955039"/>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62" name="Teardrop 3"/>
          <p:cNvSpPr/>
          <p:nvPr/>
        </p:nvSpPr>
        <p:spPr>
          <a:xfrm rot="5400000" flipH="1" flipV="1">
            <a:off x="5600232" y="955039"/>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63" name="Teardrop 3"/>
          <p:cNvSpPr/>
          <p:nvPr/>
        </p:nvSpPr>
        <p:spPr>
          <a:xfrm rot="5400000" flipH="1" flipV="1">
            <a:off x="8127852" y="955039"/>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64" name="Teardrop 3"/>
          <p:cNvSpPr/>
          <p:nvPr/>
        </p:nvSpPr>
        <p:spPr>
          <a:xfrm rot="5400000" flipH="1" flipV="1">
            <a:off x="7285312" y="955039"/>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65" name="Teardrop 3"/>
          <p:cNvSpPr/>
          <p:nvPr/>
        </p:nvSpPr>
        <p:spPr>
          <a:xfrm rot="5400000" flipH="1" flipV="1">
            <a:off x="9812932" y="955039"/>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66" name="Teardrop 3"/>
          <p:cNvSpPr/>
          <p:nvPr/>
        </p:nvSpPr>
        <p:spPr>
          <a:xfrm rot="5400000" flipH="1" flipV="1">
            <a:off x="8970392" y="955039"/>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67" name="Teardrop 3"/>
          <p:cNvSpPr/>
          <p:nvPr/>
        </p:nvSpPr>
        <p:spPr>
          <a:xfrm rot="5400000" flipH="1" flipV="1">
            <a:off x="11498011" y="955039"/>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68" name="Teardrop 3"/>
          <p:cNvSpPr/>
          <p:nvPr/>
        </p:nvSpPr>
        <p:spPr>
          <a:xfrm rot="5400000" flipH="1" flipV="1">
            <a:off x="10655472" y="955039"/>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69" name="Teardrop 3"/>
          <p:cNvSpPr/>
          <p:nvPr/>
        </p:nvSpPr>
        <p:spPr>
          <a:xfrm rot="5400000" flipH="1" flipV="1">
            <a:off x="544992" y="955039"/>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70" name="Oval 669"/>
          <p:cNvSpPr/>
          <p:nvPr/>
        </p:nvSpPr>
        <p:spPr>
          <a:xfrm>
            <a:off x="6664511" y="1177197"/>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71" name="Oval 670"/>
          <p:cNvSpPr/>
          <p:nvPr/>
        </p:nvSpPr>
        <p:spPr>
          <a:xfrm>
            <a:off x="766731" y="1177197"/>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72" name="Oval 671"/>
          <p:cNvSpPr/>
          <p:nvPr/>
        </p:nvSpPr>
        <p:spPr>
          <a:xfrm>
            <a:off x="1609271" y="1177197"/>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73" name="Oval 672"/>
          <p:cNvSpPr/>
          <p:nvPr/>
        </p:nvSpPr>
        <p:spPr>
          <a:xfrm>
            <a:off x="2451811" y="1177197"/>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74" name="Oval 673"/>
          <p:cNvSpPr/>
          <p:nvPr/>
        </p:nvSpPr>
        <p:spPr>
          <a:xfrm>
            <a:off x="3294351" y="1177197"/>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75" name="Oval 674"/>
          <p:cNvSpPr/>
          <p:nvPr/>
        </p:nvSpPr>
        <p:spPr>
          <a:xfrm>
            <a:off x="4136891" y="1177197"/>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76" name="Oval 675"/>
          <p:cNvSpPr/>
          <p:nvPr/>
        </p:nvSpPr>
        <p:spPr>
          <a:xfrm>
            <a:off x="4979431" y="1177197"/>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77" name="Oval 676"/>
          <p:cNvSpPr/>
          <p:nvPr/>
        </p:nvSpPr>
        <p:spPr>
          <a:xfrm>
            <a:off x="5821971" y="1177197"/>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78" name="Oval 677"/>
          <p:cNvSpPr/>
          <p:nvPr/>
        </p:nvSpPr>
        <p:spPr>
          <a:xfrm>
            <a:off x="8349591" y="1177197"/>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79" name="Oval 678"/>
          <p:cNvSpPr/>
          <p:nvPr/>
        </p:nvSpPr>
        <p:spPr>
          <a:xfrm>
            <a:off x="7507051" y="1177197"/>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80" name="Oval 679"/>
          <p:cNvSpPr/>
          <p:nvPr/>
        </p:nvSpPr>
        <p:spPr>
          <a:xfrm>
            <a:off x="10034671" y="1177197"/>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81" name="Oval 680"/>
          <p:cNvSpPr/>
          <p:nvPr/>
        </p:nvSpPr>
        <p:spPr>
          <a:xfrm>
            <a:off x="9192131" y="1177197"/>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82" name="Oval 681"/>
          <p:cNvSpPr/>
          <p:nvPr/>
        </p:nvSpPr>
        <p:spPr>
          <a:xfrm>
            <a:off x="11719750" y="1177197"/>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83" name="Oval 682"/>
          <p:cNvSpPr/>
          <p:nvPr/>
        </p:nvSpPr>
        <p:spPr>
          <a:xfrm>
            <a:off x="10877211" y="1177197"/>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84" name="Teardrop 3"/>
          <p:cNvSpPr/>
          <p:nvPr/>
        </p:nvSpPr>
        <p:spPr>
          <a:xfrm rot="5400000" flipH="1" flipV="1">
            <a:off x="6021182" y="1375727"/>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85" name="Teardrop 3"/>
          <p:cNvSpPr/>
          <p:nvPr/>
        </p:nvSpPr>
        <p:spPr>
          <a:xfrm rot="5400000" flipH="1" flipV="1">
            <a:off x="965942" y="1375727"/>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86" name="Teardrop 3"/>
          <p:cNvSpPr/>
          <p:nvPr/>
        </p:nvSpPr>
        <p:spPr>
          <a:xfrm rot="5400000" flipH="1" flipV="1">
            <a:off x="1808482" y="1375727"/>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87" name="Teardrop 3"/>
          <p:cNvSpPr/>
          <p:nvPr/>
        </p:nvSpPr>
        <p:spPr>
          <a:xfrm rot="5400000" flipH="1" flipV="1">
            <a:off x="2651022" y="1375727"/>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88" name="Teardrop 3"/>
          <p:cNvSpPr/>
          <p:nvPr/>
        </p:nvSpPr>
        <p:spPr>
          <a:xfrm rot="5400000" flipH="1" flipV="1">
            <a:off x="3493562" y="1375727"/>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89" name="Teardrop 3"/>
          <p:cNvSpPr/>
          <p:nvPr/>
        </p:nvSpPr>
        <p:spPr>
          <a:xfrm rot="5400000" flipH="1" flipV="1">
            <a:off x="4336102" y="1375727"/>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90" name="Teardrop 3"/>
          <p:cNvSpPr/>
          <p:nvPr/>
        </p:nvSpPr>
        <p:spPr>
          <a:xfrm rot="5400000" flipH="1" flipV="1">
            <a:off x="5178642" y="1375727"/>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91" name="Teardrop 3"/>
          <p:cNvSpPr/>
          <p:nvPr/>
        </p:nvSpPr>
        <p:spPr>
          <a:xfrm rot="5400000" flipH="1" flipV="1">
            <a:off x="7706262" y="1375727"/>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92" name="Teardrop 3"/>
          <p:cNvSpPr/>
          <p:nvPr/>
        </p:nvSpPr>
        <p:spPr>
          <a:xfrm rot="5400000" flipH="1" flipV="1">
            <a:off x="6863722" y="1375727"/>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93" name="Teardrop 3"/>
          <p:cNvSpPr/>
          <p:nvPr/>
        </p:nvSpPr>
        <p:spPr>
          <a:xfrm rot="5400000" flipH="1" flipV="1">
            <a:off x="9391342" y="1375727"/>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94" name="Teardrop 3"/>
          <p:cNvSpPr/>
          <p:nvPr/>
        </p:nvSpPr>
        <p:spPr>
          <a:xfrm rot="5400000" flipH="1" flipV="1">
            <a:off x="8548802" y="1375727"/>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95" name="Teardrop 3"/>
          <p:cNvSpPr/>
          <p:nvPr/>
        </p:nvSpPr>
        <p:spPr>
          <a:xfrm rot="5400000" flipH="1" flipV="1">
            <a:off x="11076421" y="1375727"/>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96" name="Teardrop 3"/>
          <p:cNvSpPr/>
          <p:nvPr/>
        </p:nvSpPr>
        <p:spPr>
          <a:xfrm rot="5400000" flipH="1" flipV="1">
            <a:off x="10233882" y="1375727"/>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97" name="Teardrop 3"/>
          <p:cNvSpPr/>
          <p:nvPr/>
        </p:nvSpPr>
        <p:spPr>
          <a:xfrm rot="5400000" flipH="1" flipV="1">
            <a:off x="123402" y="1375727"/>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98" name="Teardrop 3"/>
          <p:cNvSpPr/>
          <p:nvPr/>
        </p:nvSpPr>
        <p:spPr>
          <a:xfrm rot="5400000" flipH="1" flipV="1">
            <a:off x="11760002" y="1531078"/>
            <a:ext cx="595781" cy="268215"/>
          </a:xfrm>
          <a:custGeom>
            <a:avLst/>
            <a:gdLst/>
            <a:ahLst/>
            <a:cxnLst/>
            <a:rect l="l" t="t" r="r" b="b"/>
            <a:pathLst>
              <a:path w="595781" h="268215">
                <a:moveTo>
                  <a:pt x="230951" y="239431"/>
                </a:moveTo>
                <a:lnTo>
                  <a:pt x="89396" y="97876"/>
                </a:lnTo>
                <a:cubicBezTo>
                  <a:pt x="74075" y="113887"/>
                  <a:pt x="64809" y="135634"/>
                  <a:pt x="64809" y="159544"/>
                </a:cubicBezTo>
                <a:cubicBezTo>
                  <a:pt x="64809" y="209563"/>
                  <a:pt x="105357" y="250112"/>
                  <a:pt x="155376" y="250112"/>
                </a:cubicBezTo>
                <a:cubicBezTo>
                  <a:pt x="174454" y="249746"/>
                  <a:pt x="198601" y="254980"/>
                  <a:pt x="211458" y="268141"/>
                </a:cubicBezTo>
                <a:cubicBezTo>
                  <a:pt x="215885" y="257686"/>
                  <a:pt x="222436" y="247948"/>
                  <a:pt x="230951" y="239431"/>
                </a:cubicBezTo>
                <a:close/>
                <a:moveTo>
                  <a:pt x="259706" y="219892"/>
                </a:moveTo>
                <a:cubicBezTo>
                  <a:pt x="246546" y="207035"/>
                  <a:pt x="241311" y="182889"/>
                  <a:pt x="241677" y="163811"/>
                </a:cubicBezTo>
                <a:cubicBezTo>
                  <a:pt x="241677" y="113792"/>
                  <a:pt x="201129" y="73244"/>
                  <a:pt x="151110" y="73244"/>
                </a:cubicBezTo>
                <a:cubicBezTo>
                  <a:pt x="127200" y="73244"/>
                  <a:pt x="105453" y="82510"/>
                  <a:pt x="89441" y="97831"/>
                </a:cubicBezTo>
                <a:lnTo>
                  <a:pt x="230996" y="239386"/>
                </a:lnTo>
                <a:cubicBezTo>
                  <a:pt x="239514" y="230871"/>
                  <a:pt x="249252" y="224320"/>
                  <a:pt x="259706" y="219892"/>
                </a:cubicBezTo>
                <a:close/>
                <a:moveTo>
                  <a:pt x="382868" y="82592"/>
                </a:moveTo>
                <a:cubicBezTo>
                  <a:pt x="379825" y="66091"/>
                  <a:pt x="371670" y="50477"/>
                  <a:pt x="358914" y="37722"/>
                </a:cubicBezTo>
                <a:cubicBezTo>
                  <a:pt x="342007" y="20815"/>
                  <a:pt x="320078" y="11989"/>
                  <a:pt x="297922" y="11501"/>
                </a:cubicBezTo>
                <a:lnTo>
                  <a:pt x="297922" y="96667"/>
                </a:lnTo>
                <a:lnTo>
                  <a:pt x="297858" y="96667"/>
                </a:lnTo>
                <a:lnTo>
                  <a:pt x="297858" y="11501"/>
                </a:lnTo>
                <a:cubicBezTo>
                  <a:pt x="275703" y="11990"/>
                  <a:pt x="253773" y="20815"/>
                  <a:pt x="236866" y="37722"/>
                </a:cubicBezTo>
                <a:cubicBezTo>
                  <a:pt x="224105" y="50483"/>
                  <a:pt x="215948" y="66105"/>
                  <a:pt x="212939" y="82613"/>
                </a:cubicBezTo>
                <a:cubicBezTo>
                  <a:pt x="237526" y="100902"/>
                  <a:pt x="253233" y="130241"/>
                  <a:pt x="253233" y="163248"/>
                </a:cubicBezTo>
                <a:cubicBezTo>
                  <a:pt x="252735" y="189232"/>
                  <a:pt x="256525" y="205210"/>
                  <a:pt x="272877" y="215167"/>
                </a:cubicBezTo>
                <a:cubicBezTo>
                  <a:pt x="289126" y="210687"/>
                  <a:pt x="306340" y="210767"/>
                  <a:pt x="322577" y="215380"/>
                </a:cubicBezTo>
                <a:cubicBezTo>
                  <a:pt x="324655" y="214136"/>
                  <a:pt x="326534" y="212797"/>
                  <a:pt x="328229" y="211355"/>
                </a:cubicBezTo>
                <a:cubicBezTo>
                  <a:pt x="340097" y="201263"/>
                  <a:pt x="342986" y="186138"/>
                  <a:pt x="342547" y="163248"/>
                </a:cubicBezTo>
                <a:cubicBezTo>
                  <a:pt x="342547" y="130228"/>
                  <a:pt x="358265" y="100880"/>
                  <a:pt x="382868" y="82592"/>
                </a:cubicBezTo>
                <a:close/>
                <a:moveTo>
                  <a:pt x="506339" y="97830"/>
                </a:moveTo>
                <a:cubicBezTo>
                  <a:pt x="490327" y="82509"/>
                  <a:pt x="468581" y="73244"/>
                  <a:pt x="444670" y="73244"/>
                </a:cubicBezTo>
                <a:cubicBezTo>
                  <a:pt x="394651" y="73244"/>
                  <a:pt x="354103" y="113792"/>
                  <a:pt x="354103" y="163811"/>
                </a:cubicBezTo>
                <a:cubicBezTo>
                  <a:pt x="354470" y="182914"/>
                  <a:pt x="349220" y="207099"/>
                  <a:pt x="336023" y="219944"/>
                </a:cubicBezTo>
                <a:cubicBezTo>
                  <a:pt x="346519" y="224314"/>
                  <a:pt x="356263" y="230867"/>
                  <a:pt x="364783" y="239386"/>
                </a:cubicBezTo>
                <a:close/>
                <a:moveTo>
                  <a:pt x="530971" y="159544"/>
                </a:moveTo>
                <a:cubicBezTo>
                  <a:pt x="530971" y="135634"/>
                  <a:pt x="521705" y="113887"/>
                  <a:pt x="506384" y="97876"/>
                </a:cubicBezTo>
                <a:lnTo>
                  <a:pt x="364828" y="239431"/>
                </a:lnTo>
                <a:cubicBezTo>
                  <a:pt x="373348" y="247952"/>
                  <a:pt x="379901" y="257695"/>
                  <a:pt x="384270" y="268192"/>
                </a:cubicBezTo>
                <a:cubicBezTo>
                  <a:pt x="397115" y="254994"/>
                  <a:pt x="421300" y="249745"/>
                  <a:pt x="440404" y="250111"/>
                </a:cubicBezTo>
                <a:cubicBezTo>
                  <a:pt x="465413" y="250112"/>
                  <a:pt x="488055" y="239974"/>
                  <a:pt x="504444" y="223585"/>
                </a:cubicBezTo>
                <a:cubicBezTo>
                  <a:pt x="520834" y="207196"/>
                  <a:pt x="530971" y="184554"/>
                  <a:pt x="530971" y="159544"/>
                </a:cubicBezTo>
                <a:close/>
                <a:moveTo>
                  <a:pt x="595781" y="268215"/>
                </a:moveTo>
                <a:lnTo>
                  <a:pt x="581969" y="268215"/>
                </a:lnTo>
                <a:cubicBezTo>
                  <a:pt x="578743" y="259654"/>
                  <a:pt x="573266" y="252074"/>
                  <a:pt x="566492" y="245300"/>
                </a:cubicBezTo>
                <a:cubicBezTo>
                  <a:pt x="553737" y="232545"/>
                  <a:pt x="538123" y="224389"/>
                  <a:pt x="521623" y="221347"/>
                </a:cubicBezTo>
                <a:cubicBezTo>
                  <a:pt x="519174" y="225205"/>
                  <a:pt x="516174" y="228633"/>
                  <a:pt x="512960" y="231847"/>
                </a:cubicBezTo>
                <a:cubicBezTo>
                  <a:pt x="494535" y="250272"/>
                  <a:pt x="469082" y="261667"/>
                  <a:pt x="440967" y="261667"/>
                </a:cubicBezTo>
                <a:cubicBezTo>
                  <a:pt x="425629" y="261373"/>
                  <a:pt x="413777" y="262574"/>
                  <a:pt x="405186" y="268215"/>
                </a:cubicBezTo>
                <a:lnTo>
                  <a:pt x="372038" y="268215"/>
                </a:lnTo>
                <a:cubicBezTo>
                  <a:pt x="369178" y="260078"/>
                  <a:pt x="364042" y="252948"/>
                  <a:pt x="357679" y="246581"/>
                </a:cubicBezTo>
                <a:lnTo>
                  <a:pt x="349451" y="254808"/>
                </a:lnTo>
                <a:lnTo>
                  <a:pt x="349428" y="254786"/>
                </a:lnTo>
                <a:cubicBezTo>
                  <a:pt x="349421" y="254779"/>
                  <a:pt x="349413" y="254771"/>
                  <a:pt x="349406" y="254763"/>
                </a:cubicBezTo>
                <a:lnTo>
                  <a:pt x="357634" y="246536"/>
                </a:lnTo>
                <a:cubicBezTo>
                  <a:pt x="324632" y="213554"/>
                  <a:pt x="271148" y="213554"/>
                  <a:pt x="238146" y="246536"/>
                </a:cubicBezTo>
                <a:lnTo>
                  <a:pt x="246374" y="254763"/>
                </a:lnTo>
                <a:cubicBezTo>
                  <a:pt x="246367" y="254771"/>
                  <a:pt x="246359" y="254779"/>
                  <a:pt x="246352" y="254786"/>
                </a:cubicBezTo>
                <a:cubicBezTo>
                  <a:pt x="246344" y="254794"/>
                  <a:pt x="246337" y="254801"/>
                  <a:pt x="246329" y="254808"/>
                </a:cubicBezTo>
                <a:lnTo>
                  <a:pt x="238101" y="246581"/>
                </a:lnTo>
                <a:lnTo>
                  <a:pt x="223742" y="268215"/>
                </a:lnTo>
                <a:lnTo>
                  <a:pt x="190546" y="268215"/>
                </a:lnTo>
                <a:cubicBezTo>
                  <a:pt x="181969" y="262570"/>
                  <a:pt x="170130" y="261374"/>
                  <a:pt x="154813" y="261668"/>
                </a:cubicBezTo>
                <a:cubicBezTo>
                  <a:pt x="121806" y="261668"/>
                  <a:pt x="92467" y="245961"/>
                  <a:pt x="74178" y="221373"/>
                </a:cubicBezTo>
                <a:cubicBezTo>
                  <a:pt x="57671" y="224382"/>
                  <a:pt x="42049" y="232539"/>
                  <a:pt x="29288" y="245300"/>
                </a:cubicBezTo>
                <a:lnTo>
                  <a:pt x="13811" y="268215"/>
                </a:lnTo>
                <a:lnTo>
                  <a:pt x="0" y="268215"/>
                </a:lnTo>
                <a:cubicBezTo>
                  <a:pt x="4705" y="256723"/>
                  <a:pt x="11839" y="246048"/>
                  <a:pt x="21157" y="236731"/>
                </a:cubicBezTo>
                <a:cubicBezTo>
                  <a:pt x="34324" y="223564"/>
                  <a:pt x="50200" y="214757"/>
                  <a:pt x="67080" y="210684"/>
                </a:cubicBezTo>
                <a:cubicBezTo>
                  <a:pt x="57989" y="195895"/>
                  <a:pt x="53000" y="178457"/>
                  <a:pt x="53000" y="159854"/>
                </a:cubicBezTo>
                <a:cubicBezTo>
                  <a:pt x="53000" y="132604"/>
                  <a:pt x="63705" y="107854"/>
                  <a:pt x="81286" y="89721"/>
                </a:cubicBezTo>
                <a:lnTo>
                  <a:pt x="81286" y="89721"/>
                </a:lnTo>
                <a:cubicBezTo>
                  <a:pt x="99420" y="72140"/>
                  <a:pt x="124170" y="61435"/>
                  <a:pt x="151420" y="61435"/>
                </a:cubicBezTo>
                <a:cubicBezTo>
                  <a:pt x="170023" y="61435"/>
                  <a:pt x="187461" y="66424"/>
                  <a:pt x="202250" y="75515"/>
                </a:cubicBezTo>
                <a:cubicBezTo>
                  <a:pt x="206323" y="58635"/>
                  <a:pt x="215130" y="42758"/>
                  <a:pt x="228297" y="29591"/>
                </a:cubicBezTo>
                <a:cubicBezTo>
                  <a:pt x="247566" y="10322"/>
                  <a:pt x="272636" y="391"/>
                  <a:pt x="297890" y="0"/>
                </a:cubicBezTo>
                <a:lnTo>
                  <a:pt x="297890" y="0"/>
                </a:lnTo>
                <a:cubicBezTo>
                  <a:pt x="323144" y="391"/>
                  <a:pt x="348215" y="10322"/>
                  <a:pt x="367484" y="29591"/>
                </a:cubicBezTo>
                <a:cubicBezTo>
                  <a:pt x="380644" y="42751"/>
                  <a:pt x="389448" y="58618"/>
                  <a:pt x="393604" y="75474"/>
                </a:cubicBezTo>
                <a:cubicBezTo>
                  <a:pt x="408376" y="66408"/>
                  <a:pt x="425787" y="61434"/>
                  <a:pt x="444360" y="61434"/>
                </a:cubicBezTo>
                <a:cubicBezTo>
                  <a:pt x="471610" y="61434"/>
                  <a:pt x="496360" y="72140"/>
                  <a:pt x="514494" y="89721"/>
                </a:cubicBezTo>
                <a:cubicBezTo>
                  <a:pt x="532075" y="107854"/>
                  <a:pt x="542780" y="132604"/>
                  <a:pt x="542780" y="159854"/>
                </a:cubicBezTo>
                <a:cubicBezTo>
                  <a:pt x="542780" y="178427"/>
                  <a:pt x="537807" y="195839"/>
                  <a:pt x="528740" y="210610"/>
                </a:cubicBezTo>
                <a:cubicBezTo>
                  <a:pt x="545596" y="214766"/>
                  <a:pt x="561463" y="223570"/>
                  <a:pt x="574624" y="236731"/>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99" name="Oval 698"/>
          <p:cNvSpPr/>
          <p:nvPr/>
        </p:nvSpPr>
        <p:spPr>
          <a:xfrm>
            <a:off x="7086653" y="1596514"/>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00" name="Oval 699"/>
          <p:cNvSpPr/>
          <p:nvPr/>
        </p:nvSpPr>
        <p:spPr>
          <a:xfrm>
            <a:off x="346333" y="1596514"/>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01" name="Oval 700"/>
          <p:cNvSpPr/>
          <p:nvPr/>
        </p:nvSpPr>
        <p:spPr>
          <a:xfrm>
            <a:off x="1188873" y="1596514"/>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02" name="Oval 701"/>
          <p:cNvSpPr/>
          <p:nvPr/>
        </p:nvSpPr>
        <p:spPr>
          <a:xfrm>
            <a:off x="2031413" y="1596514"/>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03" name="Oval 702"/>
          <p:cNvSpPr/>
          <p:nvPr/>
        </p:nvSpPr>
        <p:spPr>
          <a:xfrm>
            <a:off x="2873953" y="1596514"/>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04" name="Oval 703"/>
          <p:cNvSpPr/>
          <p:nvPr/>
        </p:nvSpPr>
        <p:spPr>
          <a:xfrm>
            <a:off x="3716493" y="1596514"/>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05" name="Oval 704"/>
          <p:cNvSpPr/>
          <p:nvPr/>
        </p:nvSpPr>
        <p:spPr>
          <a:xfrm>
            <a:off x="4559033" y="1596514"/>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06" name="Oval 705"/>
          <p:cNvSpPr/>
          <p:nvPr/>
        </p:nvSpPr>
        <p:spPr>
          <a:xfrm>
            <a:off x="5401573" y="1596514"/>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07" name="Oval 706"/>
          <p:cNvSpPr/>
          <p:nvPr/>
        </p:nvSpPr>
        <p:spPr>
          <a:xfrm>
            <a:off x="6244113" y="1596514"/>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08" name="Oval 707"/>
          <p:cNvSpPr/>
          <p:nvPr/>
        </p:nvSpPr>
        <p:spPr>
          <a:xfrm>
            <a:off x="8771733" y="1596514"/>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09" name="Oval 708"/>
          <p:cNvSpPr/>
          <p:nvPr/>
        </p:nvSpPr>
        <p:spPr>
          <a:xfrm>
            <a:off x="7929193" y="1596514"/>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10" name="Oval 709"/>
          <p:cNvSpPr/>
          <p:nvPr/>
        </p:nvSpPr>
        <p:spPr>
          <a:xfrm>
            <a:off x="10456813" y="1596514"/>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11" name="Oval 710"/>
          <p:cNvSpPr/>
          <p:nvPr/>
        </p:nvSpPr>
        <p:spPr>
          <a:xfrm>
            <a:off x="9614273" y="1596514"/>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12" name="Oval 711"/>
          <p:cNvSpPr/>
          <p:nvPr/>
        </p:nvSpPr>
        <p:spPr>
          <a:xfrm>
            <a:off x="11299353" y="1596514"/>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13" name="Teardrop 3"/>
          <p:cNvSpPr/>
          <p:nvPr/>
        </p:nvSpPr>
        <p:spPr>
          <a:xfrm rot="5400000" flipH="1" flipV="1">
            <a:off x="6442772" y="1797636"/>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14" name="Teardrop 3"/>
          <p:cNvSpPr/>
          <p:nvPr/>
        </p:nvSpPr>
        <p:spPr>
          <a:xfrm rot="5400000" flipH="1" flipV="1">
            <a:off x="-148774" y="1946410"/>
            <a:ext cx="612648" cy="315100"/>
          </a:xfrm>
          <a:custGeom>
            <a:avLst/>
            <a:gdLst/>
            <a:ahLst/>
            <a:cxnLst/>
            <a:rect l="l" t="t" r="r" b="b"/>
            <a:pathLst>
              <a:path w="612648" h="315100">
                <a:moveTo>
                  <a:pt x="239386" y="75670"/>
                </a:moveTo>
                <a:cubicBezTo>
                  <a:pt x="230866" y="67149"/>
                  <a:pt x="224313" y="57406"/>
                  <a:pt x="219944" y="46909"/>
                </a:cubicBezTo>
                <a:cubicBezTo>
                  <a:pt x="207099" y="60107"/>
                  <a:pt x="182914" y="65356"/>
                  <a:pt x="163810" y="64989"/>
                </a:cubicBezTo>
                <a:cubicBezTo>
                  <a:pt x="113792" y="64989"/>
                  <a:pt x="73243" y="105538"/>
                  <a:pt x="73243" y="155556"/>
                </a:cubicBezTo>
                <a:cubicBezTo>
                  <a:pt x="73243" y="179467"/>
                  <a:pt x="82509" y="201213"/>
                  <a:pt x="97830" y="217225"/>
                </a:cubicBezTo>
                <a:close/>
                <a:moveTo>
                  <a:pt x="268191" y="95157"/>
                </a:moveTo>
                <a:cubicBezTo>
                  <a:pt x="257695" y="90787"/>
                  <a:pt x="247952" y="84234"/>
                  <a:pt x="239431" y="75715"/>
                </a:cubicBezTo>
                <a:lnTo>
                  <a:pt x="97875" y="217270"/>
                </a:lnTo>
                <a:cubicBezTo>
                  <a:pt x="113887" y="232591"/>
                  <a:pt x="135634" y="241857"/>
                  <a:pt x="159544" y="241857"/>
                </a:cubicBezTo>
                <a:cubicBezTo>
                  <a:pt x="184553" y="241857"/>
                  <a:pt x="207195" y="231720"/>
                  <a:pt x="223585" y="215331"/>
                </a:cubicBezTo>
                <a:cubicBezTo>
                  <a:pt x="239974" y="198941"/>
                  <a:pt x="250111" y="176299"/>
                  <a:pt x="250111" y="151290"/>
                </a:cubicBezTo>
                <a:cubicBezTo>
                  <a:pt x="249745" y="132187"/>
                  <a:pt x="254994" y="108002"/>
                  <a:pt x="268191" y="95157"/>
                </a:cubicBezTo>
                <a:close/>
                <a:moveTo>
                  <a:pt x="391275" y="232488"/>
                </a:moveTo>
                <a:cubicBezTo>
                  <a:pt x="366688" y="214199"/>
                  <a:pt x="350981" y="184860"/>
                  <a:pt x="350981" y="151853"/>
                </a:cubicBezTo>
                <a:cubicBezTo>
                  <a:pt x="351479" y="125869"/>
                  <a:pt x="347689" y="109892"/>
                  <a:pt x="331337" y="99934"/>
                </a:cubicBezTo>
                <a:cubicBezTo>
                  <a:pt x="315088" y="104415"/>
                  <a:pt x="297874" y="104335"/>
                  <a:pt x="281637" y="99721"/>
                </a:cubicBezTo>
                <a:cubicBezTo>
                  <a:pt x="265010" y="109675"/>
                  <a:pt x="261165" y="125694"/>
                  <a:pt x="261667" y="151853"/>
                </a:cubicBezTo>
                <a:cubicBezTo>
                  <a:pt x="261667" y="179968"/>
                  <a:pt x="250271" y="205421"/>
                  <a:pt x="231847" y="223846"/>
                </a:cubicBezTo>
                <a:lnTo>
                  <a:pt x="221347" y="232509"/>
                </a:lnTo>
                <a:cubicBezTo>
                  <a:pt x="224390" y="249009"/>
                  <a:pt x="232545" y="264623"/>
                  <a:pt x="245300" y="277378"/>
                </a:cubicBezTo>
                <a:cubicBezTo>
                  <a:pt x="262208" y="294285"/>
                  <a:pt x="284137" y="303111"/>
                  <a:pt x="306292" y="303599"/>
                </a:cubicBezTo>
                <a:lnTo>
                  <a:pt x="306292" y="218433"/>
                </a:lnTo>
                <a:lnTo>
                  <a:pt x="306356" y="218433"/>
                </a:lnTo>
                <a:lnTo>
                  <a:pt x="306356" y="303599"/>
                </a:lnTo>
                <a:cubicBezTo>
                  <a:pt x="328512" y="303110"/>
                  <a:pt x="350441" y="294285"/>
                  <a:pt x="367348" y="277378"/>
                </a:cubicBezTo>
                <a:cubicBezTo>
                  <a:pt x="380109" y="264617"/>
                  <a:pt x="388266" y="248996"/>
                  <a:pt x="391275" y="232488"/>
                </a:cubicBezTo>
                <a:close/>
                <a:moveTo>
                  <a:pt x="514773" y="217271"/>
                </a:moveTo>
                <a:lnTo>
                  <a:pt x="373218" y="75716"/>
                </a:lnTo>
                <a:cubicBezTo>
                  <a:pt x="364700" y="84231"/>
                  <a:pt x="354962" y="90781"/>
                  <a:pt x="344508" y="95209"/>
                </a:cubicBezTo>
                <a:cubicBezTo>
                  <a:pt x="357668" y="108066"/>
                  <a:pt x="362903" y="132212"/>
                  <a:pt x="362537" y="151290"/>
                </a:cubicBezTo>
                <a:cubicBezTo>
                  <a:pt x="362537" y="201309"/>
                  <a:pt x="403085" y="241857"/>
                  <a:pt x="453104" y="241857"/>
                </a:cubicBezTo>
                <a:cubicBezTo>
                  <a:pt x="477015" y="241857"/>
                  <a:pt x="498761" y="232592"/>
                  <a:pt x="514773" y="217271"/>
                </a:cubicBezTo>
                <a:close/>
                <a:moveTo>
                  <a:pt x="539405" y="155556"/>
                </a:moveTo>
                <a:cubicBezTo>
                  <a:pt x="539405" y="105538"/>
                  <a:pt x="498856" y="64989"/>
                  <a:pt x="448838" y="64989"/>
                </a:cubicBezTo>
                <a:cubicBezTo>
                  <a:pt x="429760" y="65355"/>
                  <a:pt x="405614" y="60121"/>
                  <a:pt x="392756" y="46961"/>
                </a:cubicBezTo>
                <a:cubicBezTo>
                  <a:pt x="388329" y="57415"/>
                  <a:pt x="381778" y="67153"/>
                  <a:pt x="373263" y="75671"/>
                </a:cubicBezTo>
                <a:lnTo>
                  <a:pt x="514818" y="217225"/>
                </a:lnTo>
                <a:cubicBezTo>
                  <a:pt x="530139" y="201213"/>
                  <a:pt x="539405" y="179467"/>
                  <a:pt x="539405" y="155556"/>
                </a:cubicBezTo>
                <a:close/>
                <a:moveTo>
                  <a:pt x="612648" y="8776"/>
                </a:moveTo>
                <a:cubicBezTo>
                  <a:pt x="612257" y="34030"/>
                  <a:pt x="602326" y="59101"/>
                  <a:pt x="583058" y="78369"/>
                </a:cubicBezTo>
                <a:cubicBezTo>
                  <a:pt x="569890" y="91537"/>
                  <a:pt x="554014" y="100343"/>
                  <a:pt x="537134" y="104416"/>
                </a:cubicBezTo>
                <a:cubicBezTo>
                  <a:pt x="546224" y="119205"/>
                  <a:pt x="551214" y="136643"/>
                  <a:pt x="551214" y="155247"/>
                </a:cubicBezTo>
                <a:cubicBezTo>
                  <a:pt x="551214" y="182497"/>
                  <a:pt x="540509" y="207247"/>
                  <a:pt x="522928" y="225380"/>
                </a:cubicBezTo>
                <a:lnTo>
                  <a:pt x="522928" y="225380"/>
                </a:lnTo>
                <a:cubicBezTo>
                  <a:pt x="504794" y="242961"/>
                  <a:pt x="480044" y="253667"/>
                  <a:pt x="452794" y="253667"/>
                </a:cubicBezTo>
                <a:cubicBezTo>
                  <a:pt x="434191" y="253667"/>
                  <a:pt x="416753" y="248677"/>
                  <a:pt x="401964" y="239586"/>
                </a:cubicBezTo>
                <a:cubicBezTo>
                  <a:pt x="397891" y="256466"/>
                  <a:pt x="389084" y="272342"/>
                  <a:pt x="375917" y="285509"/>
                </a:cubicBezTo>
                <a:cubicBezTo>
                  <a:pt x="356649" y="304778"/>
                  <a:pt x="331578" y="314709"/>
                  <a:pt x="306324" y="315100"/>
                </a:cubicBezTo>
                <a:lnTo>
                  <a:pt x="306324" y="315100"/>
                </a:lnTo>
                <a:cubicBezTo>
                  <a:pt x="281070" y="314709"/>
                  <a:pt x="255999" y="304778"/>
                  <a:pt x="236731" y="285509"/>
                </a:cubicBezTo>
                <a:cubicBezTo>
                  <a:pt x="223571" y="272349"/>
                  <a:pt x="214766" y="256482"/>
                  <a:pt x="210610" y="239626"/>
                </a:cubicBezTo>
                <a:cubicBezTo>
                  <a:pt x="195839" y="248693"/>
                  <a:pt x="178427" y="253666"/>
                  <a:pt x="159854" y="253666"/>
                </a:cubicBezTo>
                <a:cubicBezTo>
                  <a:pt x="132604" y="253666"/>
                  <a:pt x="107854" y="242961"/>
                  <a:pt x="89720" y="225380"/>
                </a:cubicBezTo>
                <a:lnTo>
                  <a:pt x="89720" y="225380"/>
                </a:lnTo>
                <a:cubicBezTo>
                  <a:pt x="72140" y="207247"/>
                  <a:pt x="61434" y="182497"/>
                  <a:pt x="61434" y="155247"/>
                </a:cubicBezTo>
                <a:cubicBezTo>
                  <a:pt x="61434" y="136673"/>
                  <a:pt x="66408" y="119262"/>
                  <a:pt x="75474" y="104490"/>
                </a:cubicBezTo>
                <a:cubicBezTo>
                  <a:pt x="58618" y="100334"/>
                  <a:pt x="42751" y="91530"/>
                  <a:pt x="29591" y="78369"/>
                </a:cubicBezTo>
                <a:cubicBezTo>
                  <a:pt x="10322" y="59101"/>
                  <a:pt x="391" y="34030"/>
                  <a:pt x="0" y="8776"/>
                </a:cubicBezTo>
                <a:lnTo>
                  <a:pt x="0" y="8776"/>
                </a:lnTo>
                <a:lnTo>
                  <a:pt x="1828" y="0"/>
                </a:lnTo>
                <a:lnTo>
                  <a:pt x="13374" y="0"/>
                </a:lnTo>
                <a:cubicBezTo>
                  <a:pt x="11782" y="2802"/>
                  <a:pt x="11567" y="5771"/>
                  <a:pt x="11501" y="8744"/>
                </a:cubicBezTo>
                <a:lnTo>
                  <a:pt x="96667" y="8744"/>
                </a:lnTo>
                <a:lnTo>
                  <a:pt x="96667" y="8808"/>
                </a:lnTo>
                <a:lnTo>
                  <a:pt x="11501" y="8808"/>
                </a:lnTo>
                <a:cubicBezTo>
                  <a:pt x="11990" y="30964"/>
                  <a:pt x="20815" y="52893"/>
                  <a:pt x="37722" y="69800"/>
                </a:cubicBezTo>
                <a:cubicBezTo>
                  <a:pt x="50477" y="82555"/>
                  <a:pt x="66091" y="90711"/>
                  <a:pt x="82592" y="93753"/>
                </a:cubicBezTo>
                <a:cubicBezTo>
                  <a:pt x="100880" y="69151"/>
                  <a:pt x="130228" y="53433"/>
                  <a:pt x="163247" y="53433"/>
                </a:cubicBezTo>
                <a:cubicBezTo>
                  <a:pt x="186137" y="53872"/>
                  <a:pt x="201262" y="50984"/>
                  <a:pt x="211355" y="39116"/>
                </a:cubicBezTo>
                <a:cubicBezTo>
                  <a:pt x="212796" y="37420"/>
                  <a:pt x="214135" y="35542"/>
                  <a:pt x="215380" y="33463"/>
                </a:cubicBezTo>
                <a:lnTo>
                  <a:pt x="215236" y="0"/>
                </a:lnTo>
                <a:lnTo>
                  <a:pt x="223507" y="0"/>
                </a:lnTo>
                <a:cubicBezTo>
                  <a:pt x="219688" y="24354"/>
                  <a:pt x="227777" y="49750"/>
                  <a:pt x="246535" y="68520"/>
                </a:cubicBezTo>
                <a:lnTo>
                  <a:pt x="254763" y="60293"/>
                </a:lnTo>
                <a:cubicBezTo>
                  <a:pt x="254771" y="60299"/>
                  <a:pt x="254778" y="60307"/>
                  <a:pt x="254786" y="60315"/>
                </a:cubicBezTo>
                <a:lnTo>
                  <a:pt x="254808" y="60338"/>
                </a:lnTo>
                <a:lnTo>
                  <a:pt x="246580" y="68565"/>
                </a:lnTo>
                <a:cubicBezTo>
                  <a:pt x="279582" y="101547"/>
                  <a:pt x="333066" y="101547"/>
                  <a:pt x="366068" y="68565"/>
                </a:cubicBezTo>
                <a:lnTo>
                  <a:pt x="357840" y="60338"/>
                </a:lnTo>
                <a:cubicBezTo>
                  <a:pt x="357847" y="60330"/>
                  <a:pt x="357855" y="60322"/>
                  <a:pt x="357862" y="60315"/>
                </a:cubicBezTo>
                <a:lnTo>
                  <a:pt x="357885" y="60293"/>
                </a:lnTo>
                <a:lnTo>
                  <a:pt x="366113" y="68520"/>
                </a:lnTo>
                <a:cubicBezTo>
                  <a:pt x="384871" y="49750"/>
                  <a:pt x="392961" y="24354"/>
                  <a:pt x="389142" y="0"/>
                </a:cubicBezTo>
                <a:lnTo>
                  <a:pt x="397337" y="0"/>
                </a:lnTo>
                <a:cubicBezTo>
                  <a:pt x="401479" y="11094"/>
                  <a:pt x="400548" y="22668"/>
                  <a:pt x="397481" y="33790"/>
                </a:cubicBezTo>
                <a:cubicBezTo>
                  <a:pt x="407439" y="50142"/>
                  <a:pt x="423417" y="53932"/>
                  <a:pt x="449401" y="53433"/>
                </a:cubicBezTo>
                <a:cubicBezTo>
                  <a:pt x="482407" y="53434"/>
                  <a:pt x="511746" y="69140"/>
                  <a:pt x="530035" y="93727"/>
                </a:cubicBezTo>
                <a:cubicBezTo>
                  <a:pt x="546543" y="90718"/>
                  <a:pt x="562165" y="82561"/>
                  <a:pt x="574926" y="69800"/>
                </a:cubicBezTo>
                <a:cubicBezTo>
                  <a:pt x="591833" y="52893"/>
                  <a:pt x="600659" y="30964"/>
                  <a:pt x="601147" y="8808"/>
                </a:cubicBezTo>
                <a:lnTo>
                  <a:pt x="515982" y="8808"/>
                </a:lnTo>
                <a:lnTo>
                  <a:pt x="515981" y="8744"/>
                </a:lnTo>
                <a:lnTo>
                  <a:pt x="601147" y="8744"/>
                </a:lnTo>
                <a:lnTo>
                  <a:pt x="599274" y="0"/>
                </a:lnTo>
                <a:lnTo>
                  <a:pt x="610820" y="0"/>
                </a:lnTo>
                <a:cubicBezTo>
                  <a:pt x="612423" y="2826"/>
                  <a:pt x="612602" y="5800"/>
                  <a:pt x="612648" y="8776"/>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15" name="Teardrop 3"/>
          <p:cNvSpPr/>
          <p:nvPr/>
        </p:nvSpPr>
        <p:spPr>
          <a:xfrm rot="5400000" flipH="1" flipV="1">
            <a:off x="1387532" y="1797636"/>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16" name="Teardrop 3"/>
          <p:cNvSpPr/>
          <p:nvPr/>
        </p:nvSpPr>
        <p:spPr>
          <a:xfrm rot="5400000" flipH="1" flipV="1">
            <a:off x="2230072" y="1797636"/>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17" name="Teardrop 3"/>
          <p:cNvSpPr/>
          <p:nvPr/>
        </p:nvSpPr>
        <p:spPr>
          <a:xfrm rot="5400000" flipH="1" flipV="1">
            <a:off x="3072612" y="1797636"/>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18" name="Teardrop 3"/>
          <p:cNvSpPr/>
          <p:nvPr/>
        </p:nvSpPr>
        <p:spPr>
          <a:xfrm rot="5400000" flipH="1" flipV="1">
            <a:off x="3915152" y="1797636"/>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19" name="Teardrop 3"/>
          <p:cNvSpPr/>
          <p:nvPr/>
        </p:nvSpPr>
        <p:spPr>
          <a:xfrm rot="5400000" flipH="1" flipV="1">
            <a:off x="4757692" y="1797636"/>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20" name="Teardrop 3"/>
          <p:cNvSpPr/>
          <p:nvPr/>
        </p:nvSpPr>
        <p:spPr>
          <a:xfrm rot="5400000" flipH="1" flipV="1">
            <a:off x="5600232" y="1797636"/>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21" name="Teardrop 3"/>
          <p:cNvSpPr/>
          <p:nvPr/>
        </p:nvSpPr>
        <p:spPr>
          <a:xfrm rot="5400000" flipH="1" flipV="1">
            <a:off x="8127852" y="1797636"/>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22" name="Teardrop 3"/>
          <p:cNvSpPr/>
          <p:nvPr/>
        </p:nvSpPr>
        <p:spPr>
          <a:xfrm rot="5400000" flipH="1" flipV="1">
            <a:off x="7285312" y="1797636"/>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23" name="Teardrop 3"/>
          <p:cNvSpPr/>
          <p:nvPr/>
        </p:nvSpPr>
        <p:spPr>
          <a:xfrm rot="5400000" flipH="1" flipV="1">
            <a:off x="9812932" y="1797636"/>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24" name="Teardrop 3"/>
          <p:cNvSpPr/>
          <p:nvPr/>
        </p:nvSpPr>
        <p:spPr>
          <a:xfrm rot="5400000" flipH="1" flipV="1">
            <a:off x="8970392" y="1797636"/>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25" name="Teardrop 3"/>
          <p:cNvSpPr/>
          <p:nvPr/>
        </p:nvSpPr>
        <p:spPr>
          <a:xfrm rot="5400000" flipH="1" flipV="1">
            <a:off x="11498011" y="1797636"/>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26" name="Teardrop 3"/>
          <p:cNvSpPr/>
          <p:nvPr/>
        </p:nvSpPr>
        <p:spPr>
          <a:xfrm rot="5400000" flipH="1" flipV="1">
            <a:off x="10655472" y="1797636"/>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27" name="Teardrop 3"/>
          <p:cNvSpPr/>
          <p:nvPr/>
        </p:nvSpPr>
        <p:spPr>
          <a:xfrm rot="5400000" flipH="1" flipV="1">
            <a:off x="544992" y="1797636"/>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28" name="Oval 727"/>
          <p:cNvSpPr/>
          <p:nvPr/>
        </p:nvSpPr>
        <p:spPr>
          <a:xfrm>
            <a:off x="6664511" y="2019794"/>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29" name="Oval 728"/>
          <p:cNvSpPr/>
          <p:nvPr/>
        </p:nvSpPr>
        <p:spPr>
          <a:xfrm>
            <a:off x="766731" y="2019794"/>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30" name="Oval 729"/>
          <p:cNvSpPr/>
          <p:nvPr/>
        </p:nvSpPr>
        <p:spPr>
          <a:xfrm>
            <a:off x="1609271" y="2019794"/>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31" name="Oval 730"/>
          <p:cNvSpPr/>
          <p:nvPr/>
        </p:nvSpPr>
        <p:spPr>
          <a:xfrm>
            <a:off x="2451811" y="2019794"/>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32" name="Oval 731"/>
          <p:cNvSpPr/>
          <p:nvPr/>
        </p:nvSpPr>
        <p:spPr>
          <a:xfrm>
            <a:off x="3294351" y="2019794"/>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33" name="Oval 732"/>
          <p:cNvSpPr/>
          <p:nvPr/>
        </p:nvSpPr>
        <p:spPr>
          <a:xfrm>
            <a:off x="4136891" y="2019794"/>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34" name="Oval 733"/>
          <p:cNvSpPr/>
          <p:nvPr/>
        </p:nvSpPr>
        <p:spPr>
          <a:xfrm>
            <a:off x="4979431" y="2019794"/>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35" name="Oval 734"/>
          <p:cNvSpPr/>
          <p:nvPr/>
        </p:nvSpPr>
        <p:spPr>
          <a:xfrm>
            <a:off x="5821971" y="2019794"/>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36" name="Oval 735"/>
          <p:cNvSpPr/>
          <p:nvPr/>
        </p:nvSpPr>
        <p:spPr>
          <a:xfrm>
            <a:off x="8349591" y="2019794"/>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37" name="Oval 736"/>
          <p:cNvSpPr/>
          <p:nvPr/>
        </p:nvSpPr>
        <p:spPr>
          <a:xfrm>
            <a:off x="7507051" y="2019794"/>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38" name="Oval 737"/>
          <p:cNvSpPr/>
          <p:nvPr/>
        </p:nvSpPr>
        <p:spPr>
          <a:xfrm>
            <a:off x="10034671" y="2019794"/>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39" name="Oval 738"/>
          <p:cNvSpPr/>
          <p:nvPr/>
        </p:nvSpPr>
        <p:spPr>
          <a:xfrm>
            <a:off x="9192131" y="2019794"/>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40" name="Oval 739"/>
          <p:cNvSpPr/>
          <p:nvPr/>
        </p:nvSpPr>
        <p:spPr>
          <a:xfrm>
            <a:off x="11719750" y="2019794"/>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41" name="Oval 740"/>
          <p:cNvSpPr/>
          <p:nvPr/>
        </p:nvSpPr>
        <p:spPr>
          <a:xfrm>
            <a:off x="10877211" y="2019794"/>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42" name="Teardrop 3"/>
          <p:cNvSpPr/>
          <p:nvPr/>
        </p:nvSpPr>
        <p:spPr>
          <a:xfrm rot="5400000" flipH="1" flipV="1">
            <a:off x="6021182" y="2218324"/>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43" name="Teardrop 3"/>
          <p:cNvSpPr/>
          <p:nvPr/>
        </p:nvSpPr>
        <p:spPr>
          <a:xfrm rot="5400000" flipH="1" flipV="1">
            <a:off x="965942" y="2218324"/>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44" name="Teardrop 3"/>
          <p:cNvSpPr/>
          <p:nvPr/>
        </p:nvSpPr>
        <p:spPr>
          <a:xfrm rot="5400000" flipH="1" flipV="1">
            <a:off x="1808482" y="2218324"/>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45" name="Teardrop 3"/>
          <p:cNvSpPr/>
          <p:nvPr/>
        </p:nvSpPr>
        <p:spPr>
          <a:xfrm rot="5400000" flipH="1" flipV="1">
            <a:off x="2651022" y="2218324"/>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46" name="Teardrop 3"/>
          <p:cNvSpPr/>
          <p:nvPr/>
        </p:nvSpPr>
        <p:spPr>
          <a:xfrm rot="5400000" flipH="1" flipV="1">
            <a:off x="3493562" y="2218324"/>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47" name="Teardrop 3"/>
          <p:cNvSpPr/>
          <p:nvPr/>
        </p:nvSpPr>
        <p:spPr>
          <a:xfrm rot="5400000" flipH="1" flipV="1">
            <a:off x="4336102" y="2218324"/>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48" name="Teardrop 3"/>
          <p:cNvSpPr/>
          <p:nvPr/>
        </p:nvSpPr>
        <p:spPr>
          <a:xfrm rot="5400000" flipH="1" flipV="1">
            <a:off x="5178642" y="2218324"/>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49" name="Teardrop 3"/>
          <p:cNvSpPr/>
          <p:nvPr/>
        </p:nvSpPr>
        <p:spPr>
          <a:xfrm rot="5400000" flipH="1" flipV="1">
            <a:off x="7706262" y="2218324"/>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50" name="Teardrop 3"/>
          <p:cNvSpPr/>
          <p:nvPr/>
        </p:nvSpPr>
        <p:spPr>
          <a:xfrm rot="5400000" flipH="1" flipV="1">
            <a:off x="6863722" y="2218324"/>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51" name="Teardrop 3"/>
          <p:cNvSpPr/>
          <p:nvPr/>
        </p:nvSpPr>
        <p:spPr>
          <a:xfrm rot="5400000" flipH="1" flipV="1">
            <a:off x="9391342" y="2218324"/>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52" name="Teardrop 3"/>
          <p:cNvSpPr/>
          <p:nvPr/>
        </p:nvSpPr>
        <p:spPr>
          <a:xfrm rot="5400000" flipH="1" flipV="1">
            <a:off x="8548802" y="2218324"/>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53" name="Teardrop 3"/>
          <p:cNvSpPr/>
          <p:nvPr/>
        </p:nvSpPr>
        <p:spPr>
          <a:xfrm rot="5400000" flipH="1" flipV="1">
            <a:off x="11076421" y="2218324"/>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54" name="Teardrop 3"/>
          <p:cNvSpPr/>
          <p:nvPr/>
        </p:nvSpPr>
        <p:spPr>
          <a:xfrm rot="5400000" flipH="1" flipV="1">
            <a:off x="10233882" y="2218324"/>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55" name="Teardrop 3"/>
          <p:cNvSpPr/>
          <p:nvPr/>
        </p:nvSpPr>
        <p:spPr>
          <a:xfrm rot="5400000" flipH="1" flipV="1">
            <a:off x="123402" y="2218324"/>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56" name="Teardrop 3"/>
          <p:cNvSpPr/>
          <p:nvPr/>
        </p:nvSpPr>
        <p:spPr>
          <a:xfrm rot="5400000" flipH="1" flipV="1">
            <a:off x="11760003" y="2373673"/>
            <a:ext cx="595780" cy="268215"/>
          </a:xfrm>
          <a:custGeom>
            <a:avLst/>
            <a:gdLst/>
            <a:ahLst/>
            <a:cxnLst/>
            <a:rect l="l" t="t" r="r" b="b"/>
            <a:pathLst>
              <a:path w="595780" h="268215">
                <a:moveTo>
                  <a:pt x="230951" y="239431"/>
                </a:moveTo>
                <a:lnTo>
                  <a:pt x="89396" y="97876"/>
                </a:lnTo>
                <a:cubicBezTo>
                  <a:pt x="74075" y="113887"/>
                  <a:pt x="64809" y="135634"/>
                  <a:pt x="64809" y="159544"/>
                </a:cubicBezTo>
                <a:cubicBezTo>
                  <a:pt x="64809" y="209563"/>
                  <a:pt x="105357" y="250112"/>
                  <a:pt x="155376" y="250112"/>
                </a:cubicBezTo>
                <a:cubicBezTo>
                  <a:pt x="174454" y="249746"/>
                  <a:pt x="198601" y="254980"/>
                  <a:pt x="211458" y="268141"/>
                </a:cubicBezTo>
                <a:cubicBezTo>
                  <a:pt x="215885" y="257686"/>
                  <a:pt x="222436" y="247948"/>
                  <a:pt x="230951" y="239431"/>
                </a:cubicBezTo>
                <a:close/>
                <a:moveTo>
                  <a:pt x="259706" y="219892"/>
                </a:moveTo>
                <a:cubicBezTo>
                  <a:pt x="246546" y="207035"/>
                  <a:pt x="241311" y="182889"/>
                  <a:pt x="241677" y="163811"/>
                </a:cubicBezTo>
                <a:cubicBezTo>
                  <a:pt x="241677" y="113792"/>
                  <a:pt x="201129" y="73244"/>
                  <a:pt x="151110" y="73244"/>
                </a:cubicBezTo>
                <a:cubicBezTo>
                  <a:pt x="127200" y="73244"/>
                  <a:pt x="105453" y="82510"/>
                  <a:pt x="89441" y="97831"/>
                </a:cubicBezTo>
                <a:lnTo>
                  <a:pt x="230996" y="239386"/>
                </a:lnTo>
                <a:cubicBezTo>
                  <a:pt x="239514" y="230871"/>
                  <a:pt x="249252" y="224320"/>
                  <a:pt x="259706" y="219892"/>
                </a:cubicBezTo>
                <a:close/>
                <a:moveTo>
                  <a:pt x="382868" y="82592"/>
                </a:moveTo>
                <a:cubicBezTo>
                  <a:pt x="379825" y="66091"/>
                  <a:pt x="371670" y="50477"/>
                  <a:pt x="358914" y="37722"/>
                </a:cubicBezTo>
                <a:cubicBezTo>
                  <a:pt x="342007" y="20815"/>
                  <a:pt x="320078" y="11989"/>
                  <a:pt x="297922" y="11501"/>
                </a:cubicBezTo>
                <a:lnTo>
                  <a:pt x="297922" y="96667"/>
                </a:lnTo>
                <a:lnTo>
                  <a:pt x="297858" y="96667"/>
                </a:lnTo>
                <a:lnTo>
                  <a:pt x="297858" y="11501"/>
                </a:lnTo>
                <a:cubicBezTo>
                  <a:pt x="275703" y="11990"/>
                  <a:pt x="253774" y="20815"/>
                  <a:pt x="236866" y="37722"/>
                </a:cubicBezTo>
                <a:cubicBezTo>
                  <a:pt x="224105" y="50483"/>
                  <a:pt x="215948" y="66105"/>
                  <a:pt x="212939" y="82613"/>
                </a:cubicBezTo>
                <a:cubicBezTo>
                  <a:pt x="237526" y="100902"/>
                  <a:pt x="253233" y="130241"/>
                  <a:pt x="253233" y="163248"/>
                </a:cubicBezTo>
                <a:cubicBezTo>
                  <a:pt x="252735" y="189232"/>
                  <a:pt x="256525" y="205210"/>
                  <a:pt x="272877" y="215167"/>
                </a:cubicBezTo>
                <a:cubicBezTo>
                  <a:pt x="289126" y="210687"/>
                  <a:pt x="306340" y="210767"/>
                  <a:pt x="322577" y="215380"/>
                </a:cubicBezTo>
                <a:cubicBezTo>
                  <a:pt x="324655" y="214136"/>
                  <a:pt x="326534" y="212797"/>
                  <a:pt x="328229" y="211355"/>
                </a:cubicBezTo>
                <a:cubicBezTo>
                  <a:pt x="340097" y="201263"/>
                  <a:pt x="342986" y="186138"/>
                  <a:pt x="342547" y="163248"/>
                </a:cubicBezTo>
                <a:cubicBezTo>
                  <a:pt x="342547" y="130228"/>
                  <a:pt x="358265" y="100880"/>
                  <a:pt x="382868" y="82592"/>
                </a:cubicBezTo>
                <a:close/>
                <a:moveTo>
                  <a:pt x="506339" y="97830"/>
                </a:moveTo>
                <a:cubicBezTo>
                  <a:pt x="490327" y="82509"/>
                  <a:pt x="468581" y="73244"/>
                  <a:pt x="444670" y="73244"/>
                </a:cubicBezTo>
                <a:cubicBezTo>
                  <a:pt x="394652" y="73244"/>
                  <a:pt x="354103" y="113792"/>
                  <a:pt x="354103" y="163811"/>
                </a:cubicBezTo>
                <a:cubicBezTo>
                  <a:pt x="354470" y="182914"/>
                  <a:pt x="349220" y="207099"/>
                  <a:pt x="336023" y="219944"/>
                </a:cubicBezTo>
                <a:cubicBezTo>
                  <a:pt x="346519" y="224314"/>
                  <a:pt x="356263" y="230867"/>
                  <a:pt x="364783" y="239386"/>
                </a:cubicBezTo>
                <a:close/>
                <a:moveTo>
                  <a:pt x="530971" y="159544"/>
                </a:moveTo>
                <a:cubicBezTo>
                  <a:pt x="530971" y="135634"/>
                  <a:pt x="521705" y="113887"/>
                  <a:pt x="506384" y="97876"/>
                </a:cubicBezTo>
                <a:lnTo>
                  <a:pt x="364828" y="239431"/>
                </a:lnTo>
                <a:cubicBezTo>
                  <a:pt x="373348" y="247952"/>
                  <a:pt x="379901" y="257695"/>
                  <a:pt x="384270" y="268192"/>
                </a:cubicBezTo>
                <a:cubicBezTo>
                  <a:pt x="397115" y="254994"/>
                  <a:pt x="421300" y="249745"/>
                  <a:pt x="440404" y="250111"/>
                </a:cubicBezTo>
                <a:cubicBezTo>
                  <a:pt x="465413" y="250112"/>
                  <a:pt x="488055" y="239974"/>
                  <a:pt x="504444" y="223585"/>
                </a:cubicBezTo>
                <a:cubicBezTo>
                  <a:pt x="520834" y="207196"/>
                  <a:pt x="530971" y="184554"/>
                  <a:pt x="530971" y="159544"/>
                </a:cubicBezTo>
                <a:close/>
                <a:moveTo>
                  <a:pt x="595780" y="268215"/>
                </a:moveTo>
                <a:lnTo>
                  <a:pt x="581969" y="268215"/>
                </a:lnTo>
                <a:cubicBezTo>
                  <a:pt x="578743" y="259654"/>
                  <a:pt x="573266" y="252074"/>
                  <a:pt x="566492" y="245300"/>
                </a:cubicBezTo>
                <a:cubicBezTo>
                  <a:pt x="553737" y="232545"/>
                  <a:pt x="538123" y="224389"/>
                  <a:pt x="521623" y="221347"/>
                </a:cubicBezTo>
                <a:cubicBezTo>
                  <a:pt x="519174" y="225205"/>
                  <a:pt x="516174" y="228633"/>
                  <a:pt x="512960" y="231847"/>
                </a:cubicBezTo>
                <a:cubicBezTo>
                  <a:pt x="494535" y="250272"/>
                  <a:pt x="469082" y="261667"/>
                  <a:pt x="440967" y="261667"/>
                </a:cubicBezTo>
                <a:cubicBezTo>
                  <a:pt x="425629" y="261373"/>
                  <a:pt x="413777" y="262574"/>
                  <a:pt x="405186" y="268215"/>
                </a:cubicBezTo>
                <a:lnTo>
                  <a:pt x="372038" y="268215"/>
                </a:lnTo>
                <a:cubicBezTo>
                  <a:pt x="369178" y="260078"/>
                  <a:pt x="364042" y="252948"/>
                  <a:pt x="357679" y="246581"/>
                </a:cubicBezTo>
                <a:lnTo>
                  <a:pt x="349451" y="254808"/>
                </a:lnTo>
                <a:lnTo>
                  <a:pt x="349428" y="254786"/>
                </a:lnTo>
                <a:cubicBezTo>
                  <a:pt x="349421" y="254779"/>
                  <a:pt x="349413" y="254771"/>
                  <a:pt x="349406" y="254763"/>
                </a:cubicBezTo>
                <a:lnTo>
                  <a:pt x="357634" y="246536"/>
                </a:lnTo>
                <a:cubicBezTo>
                  <a:pt x="324632" y="213554"/>
                  <a:pt x="271148" y="213554"/>
                  <a:pt x="238147" y="246536"/>
                </a:cubicBezTo>
                <a:lnTo>
                  <a:pt x="246374" y="254763"/>
                </a:lnTo>
                <a:cubicBezTo>
                  <a:pt x="246367" y="254771"/>
                  <a:pt x="246359" y="254779"/>
                  <a:pt x="246352" y="254786"/>
                </a:cubicBezTo>
                <a:cubicBezTo>
                  <a:pt x="246344" y="254794"/>
                  <a:pt x="246337" y="254801"/>
                  <a:pt x="246329" y="254808"/>
                </a:cubicBezTo>
                <a:lnTo>
                  <a:pt x="238101" y="246581"/>
                </a:lnTo>
                <a:lnTo>
                  <a:pt x="223742" y="268215"/>
                </a:lnTo>
                <a:lnTo>
                  <a:pt x="190546" y="268215"/>
                </a:lnTo>
                <a:cubicBezTo>
                  <a:pt x="181970" y="262570"/>
                  <a:pt x="170130" y="261374"/>
                  <a:pt x="154813" y="261668"/>
                </a:cubicBezTo>
                <a:cubicBezTo>
                  <a:pt x="121806" y="261668"/>
                  <a:pt x="92467" y="245961"/>
                  <a:pt x="74178" y="221373"/>
                </a:cubicBezTo>
                <a:cubicBezTo>
                  <a:pt x="57671" y="224382"/>
                  <a:pt x="42049" y="232539"/>
                  <a:pt x="29288" y="245300"/>
                </a:cubicBezTo>
                <a:lnTo>
                  <a:pt x="13811" y="268215"/>
                </a:lnTo>
                <a:lnTo>
                  <a:pt x="0" y="268215"/>
                </a:lnTo>
                <a:cubicBezTo>
                  <a:pt x="4705" y="256723"/>
                  <a:pt x="11839" y="246048"/>
                  <a:pt x="21157" y="236731"/>
                </a:cubicBezTo>
                <a:cubicBezTo>
                  <a:pt x="34324" y="223564"/>
                  <a:pt x="50200" y="214757"/>
                  <a:pt x="67080" y="210684"/>
                </a:cubicBezTo>
                <a:cubicBezTo>
                  <a:pt x="57989" y="195895"/>
                  <a:pt x="53000" y="178457"/>
                  <a:pt x="53000" y="159854"/>
                </a:cubicBezTo>
                <a:cubicBezTo>
                  <a:pt x="53000" y="132604"/>
                  <a:pt x="63706" y="107854"/>
                  <a:pt x="81286" y="89721"/>
                </a:cubicBezTo>
                <a:lnTo>
                  <a:pt x="81286" y="89721"/>
                </a:lnTo>
                <a:cubicBezTo>
                  <a:pt x="99420" y="72140"/>
                  <a:pt x="124170" y="61435"/>
                  <a:pt x="151420" y="61435"/>
                </a:cubicBezTo>
                <a:cubicBezTo>
                  <a:pt x="170023" y="61435"/>
                  <a:pt x="187461" y="66424"/>
                  <a:pt x="202250" y="75515"/>
                </a:cubicBezTo>
                <a:cubicBezTo>
                  <a:pt x="206323" y="58635"/>
                  <a:pt x="215130" y="42758"/>
                  <a:pt x="228297" y="29591"/>
                </a:cubicBezTo>
                <a:cubicBezTo>
                  <a:pt x="247566" y="10322"/>
                  <a:pt x="272636" y="391"/>
                  <a:pt x="297890" y="0"/>
                </a:cubicBezTo>
                <a:lnTo>
                  <a:pt x="297890" y="0"/>
                </a:lnTo>
                <a:cubicBezTo>
                  <a:pt x="323144" y="391"/>
                  <a:pt x="348215" y="10322"/>
                  <a:pt x="367484" y="29591"/>
                </a:cubicBezTo>
                <a:cubicBezTo>
                  <a:pt x="380644" y="42751"/>
                  <a:pt x="389448" y="58618"/>
                  <a:pt x="393604" y="75474"/>
                </a:cubicBezTo>
                <a:cubicBezTo>
                  <a:pt x="408376" y="66408"/>
                  <a:pt x="425787" y="61434"/>
                  <a:pt x="444360" y="61434"/>
                </a:cubicBezTo>
                <a:cubicBezTo>
                  <a:pt x="471611" y="61434"/>
                  <a:pt x="496360" y="72140"/>
                  <a:pt x="514494" y="89721"/>
                </a:cubicBezTo>
                <a:cubicBezTo>
                  <a:pt x="532075" y="107854"/>
                  <a:pt x="542780" y="132604"/>
                  <a:pt x="542780" y="159854"/>
                </a:cubicBezTo>
                <a:cubicBezTo>
                  <a:pt x="542780" y="178427"/>
                  <a:pt x="537807" y="195839"/>
                  <a:pt x="528740" y="210610"/>
                </a:cubicBezTo>
                <a:cubicBezTo>
                  <a:pt x="545596" y="214766"/>
                  <a:pt x="561463" y="223570"/>
                  <a:pt x="574624" y="236731"/>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57" name="Oval 756"/>
          <p:cNvSpPr/>
          <p:nvPr/>
        </p:nvSpPr>
        <p:spPr>
          <a:xfrm>
            <a:off x="7086653" y="2439111"/>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58" name="Oval 757"/>
          <p:cNvSpPr/>
          <p:nvPr/>
        </p:nvSpPr>
        <p:spPr>
          <a:xfrm>
            <a:off x="346333" y="2439111"/>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59" name="Oval 758"/>
          <p:cNvSpPr/>
          <p:nvPr/>
        </p:nvSpPr>
        <p:spPr>
          <a:xfrm>
            <a:off x="1188873" y="2439111"/>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60" name="Oval 759"/>
          <p:cNvSpPr/>
          <p:nvPr/>
        </p:nvSpPr>
        <p:spPr>
          <a:xfrm>
            <a:off x="2031413" y="2439111"/>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61" name="Oval 760"/>
          <p:cNvSpPr/>
          <p:nvPr/>
        </p:nvSpPr>
        <p:spPr>
          <a:xfrm>
            <a:off x="2873953" y="2439111"/>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62" name="Oval 761"/>
          <p:cNvSpPr/>
          <p:nvPr/>
        </p:nvSpPr>
        <p:spPr>
          <a:xfrm>
            <a:off x="3716493" y="2439111"/>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63" name="Oval 762"/>
          <p:cNvSpPr/>
          <p:nvPr/>
        </p:nvSpPr>
        <p:spPr>
          <a:xfrm>
            <a:off x="4559033" y="2439111"/>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64" name="Oval 763"/>
          <p:cNvSpPr/>
          <p:nvPr/>
        </p:nvSpPr>
        <p:spPr>
          <a:xfrm>
            <a:off x="5401573" y="2439111"/>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65" name="Oval 764"/>
          <p:cNvSpPr/>
          <p:nvPr/>
        </p:nvSpPr>
        <p:spPr>
          <a:xfrm>
            <a:off x="6244113" y="2439111"/>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66" name="Oval 765"/>
          <p:cNvSpPr/>
          <p:nvPr/>
        </p:nvSpPr>
        <p:spPr>
          <a:xfrm>
            <a:off x="8771733" y="2439111"/>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67" name="Oval 766"/>
          <p:cNvSpPr/>
          <p:nvPr/>
        </p:nvSpPr>
        <p:spPr>
          <a:xfrm>
            <a:off x="7929193" y="2439111"/>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68" name="Oval 767"/>
          <p:cNvSpPr/>
          <p:nvPr/>
        </p:nvSpPr>
        <p:spPr>
          <a:xfrm>
            <a:off x="10456813" y="2439111"/>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69" name="Oval 768"/>
          <p:cNvSpPr/>
          <p:nvPr/>
        </p:nvSpPr>
        <p:spPr>
          <a:xfrm>
            <a:off x="9614273" y="2439111"/>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70" name="Oval 769"/>
          <p:cNvSpPr/>
          <p:nvPr/>
        </p:nvSpPr>
        <p:spPr>
          <a:xfrm>
            <a:off x="11299353" y="2439111"/>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71" name="Teardrop 3"/>
          <p:cNvSpPr/>
          <p:nvPr/>
        </p:nvSpPr>
        <p:spPr>
          <a:xfrm rot="5400000" flipH="1" flipV="1">
            <a:off x="6442772" y="2646309"/>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72" name="Teardrop 3"/>
          <p:cNvSpPr/>
          <p:nvPr/>
        </p:nvSpPr>
        <p:spPr>
          <a:xfrm rot="5400000" flipH="1" flipV="1">
            <a:off x="-148774" y="2795083"/>
            <a:ext cx="612648" cy="315100"/>
          </a:xfrm>
          <a:custGeom>
            <a:avLst/>
            <a:gdLst/>
            <a:ahLst/>
            <a:cxnLst/>
            <a:rect l="l" t="t" r="r" b="b"/>
            <a:pathLst>
              <a:path w="612648" h="315100">
                <a:moveTo>
                  <a:pt x="239386" y="75670"/>
                </a:moveTo>
                <a:cubicBezTo>
                  <a:pt x="230866" y="67149"/>
                  <a:pt x="224313" y="57406"/>
                  <a:pt x="219944" y="46909"/>
                </a:cubicBezTo>
                <a:cubicBezTo>
                  <a:pt x="207099" y="60107"/>
                  <a:pt x="182914" y="65356"/>
                  <a:pt x="163810" y="64989"/>
                </a:cubicBezTo>
                <a:cubicBezTo>
                  <a:pt x="113792" y="64989"/>
                  <a:pt x="73243" y="105538"/>
                  <a:pt x="73243" y="155556"/>
                </a:cubicBezTo>
                <a:cubicBezTo>
                  <a:pt x="73243" y="179467"/>
                  <a:pt x="82509" y="201213"/>
                  <a:pt x="97830" y="217225"/>
                </a:cubicBezTo>
                <a:close/>
                <a:moveTo>
                  <a:pt x="268191" y="95157"/>
                </a:moveTo>
                <a:cubicBezTo>
                  <a:pt x="257695" y="90787"/>
                  <a:pt x="247952" y="84234"/>
                  <a:pt x="239431" y="75715"/>
                </a:cubicBezTo>
                <a:lnTo>
                  <a:pt x="97875" y="217270"/>
                </a:lnTo>
                <a:cubicBezTo>
                  <a:pt x="113887" y="232591"/>
                  <a:pt x="135634" y="241857"/>
                  <a:pt x="159544" y="241857"/>
                </a:cubicBezTo>
                <a:cubicBezTo>
                  <a:pt x="184553" y="241857"/>
                  <a:pt x="207195" y="231720"/>
                  <a:pt x="223585" y="215331"/>
                </a:cubicBezTo>
                <a:cubicBezTo>
                  <a:pt x="239974" y="198941"/>
                  <a:pt x="250111" y="176299"/>
                  <a:pt x="250111" y="151290"/>
                </a:cubicBezTo>
                <a:cubicBezTo>
                  <a:pt x="249745" y="132187"/>
                  <a:pt x="254994" y="108002"/>
                  <a:pt x="268191" y="95157"/>
                </a:cubicBezTo>
                <a:close/>
                <a:moveTo>
                  <a:pt x="391275" y="232488"/>
                </a:moveTo>
                <a:cubicBezTo>
                  <a:pt x="366688" y="214199"/>
                  <a:pt x="350981" y="184860"/>
                  <a:pt x="350981" y="151853"/>
                </a:cubicBezTo>
                <a:cubicBezTo>
                  <a:pt x="351479" y="125869"/>
                  <a:pt x="347689" y="109892"/>
                  <a:pt x="331337" y="99934"/>
                </a:cubicBezTo>
                <a:cubicBezTo>
                  <a:pt x="315088" y="104415"/>
                  <a:pt x="297874" y="104335"/>
                  <a:pt x="281637" y="99721"/>
                </a:cubicBezTo>
                <a:cubicBezTo>
                  <a:pt x="265010" y="109675"/>
                  <a:pt x="261165" y="125694"/>
                  <a:pt x="261667" y="151853"/>
                </a:cubicBezTo>
                <a:cubicBezTo>
                  <a:pt x="261667" y="179968"/>
                  <a:pt x="250271" y="205421"/>
                  <a:pt x="231847" y="223846"/>
                </a:cubicBezTo>
                <a:lnTo>
                  <a:pt x="221347" y="232509"/>
                </a:lnTo>
                <a:cubicBezTo>
                  <a:pt x="224390" y="249009"/>
                  <a:pt x="232545" y="264623"/>
                  <a:pt x="245300" y="277378"/>
                </a:cubicBezTo>
                <a:cubicBezTo>
                  <a:pt x="262208" y="294285"/>
                  <a:pt x="284137" y="303111"/>
                  <a:pt x="306292" y="303599"/>
                </a:cubicBezTo>
                <a:lnTo>
                  <a:pt x="306292" y="218433"/>
                </a:lnTo>
                <a:lnTo>
                  <a:pt x="306356" y="218433"/>
                </a:lnTo>
                <a:lnTo>
                  <a:pt x="306356" y="303599"/>
                </a:lnTo>
                <a:cubicBezTo>
                  <a:pt x="328512" y="303110"/>
                  <a:pt x="350441" y="294285"/>
                  <a:pt x="367348" y="277378"/>
                </a:cubicBezTo>
                <a:cubicBezTo>
                  <a:pt x="380109" y="264617"/>
                  <a:pt x="388266" y="248996"/>
                  <a:pt x="391275" y="232488"/>
                </a:cubicBezTo>
                <a:close/>
                <a:moveTo>
                  <a:pt x="514773" y="217271"/>
                </a:moveTo>
                <a:lnTo>
                  <a:pt x="373218" y="75716"/>
                </a:lnTo>
                <a:cubicBezTo>
                  <a:pt x="364700" y="84231"/>
                  <a:pt x="354962" y="90781"/>
                  <a:pt x="344508" y="95209"/>
                </a:cubicBezTo>
                <a:cubicBezTo>
                  <a:pt x="357668" y="108066"/>
                  <a:pt x="362903" y="132212"/>
                  <a:pt x="362537" y="151290"/>
                </a:cubicBezTo>
                <a:cubicBezTo>
                  <a:pt x="362537" y="201309"/>
                  <a:pt x="403086" y="241857"/>
                  <a:pt x="453104" y="241857"/>
                </a:cubicBezTo>
                <a:cubicBezTo>
                  <a:pt x="477015" y="241857"/>
                  <a:pt x="498761" y="232592"/>
                  <a:pt x="514773" y="217271"/>
                </a:cubicBezTo>
                <a:close/>
                <a:moveTo>
                  <a:pt x="539405" y="155556"/>
                </a:moveTo>
                <a:cubicBezTo>
                  <a:pt x="539405" y="105538"/>
                  <a:pt x="498856" y="64989"/>
                  <a:pt x="448838" y="64989"/>
                </a:cubicBezTo>
                <a:cubicBezTo>
                  <a:pt x="429760" y="65355"/>
                  <a:pt x="405614" y="60121"/>
                  <a:pt x="392756" y="46961"/>
                </a:cubicBezTo>
                <a:cubicBezTo>
                  <a:pt x="388329" y="57415"/>
                  <a:pt x="381778" y="67153"/>
                  <a:pt x="373263" y="75671"/>
                </a:cubicBezTo>
                <a:lnTo>
                  <a:pt x="514818" y="217225"/>
                </a:lnTo>
                <a:cubicBezTo>
                  <a:pt x="530139" y="201213"/>
                  <a:pt x="539405" y="179467"/>
                  <a:pt x="539405" y="155556"/>
                </a:cubicBezTo>
                <a:close/>
                <a:moveTo>
                  <a:pt x="612648" y="8776"/>
                </a:moveTo>
                <a:cubicBezTo>
                  <a:pt x="612257" y="34030"/>
                  <a:pt x="602326" y="59101"/>
                  <a:pt x="583058" y="78369"/>
                </a:cubicBezTo>
                <a:cubicBezTo>
                  <a:pt x="569890" y="91537"/>
                  <a:pt x="554014" y="100343"/>
                  <a:pt x="537134" y="104416"/>
                </a:cubicBezTo>
                <a:cubicBezTo>
                  <a:pt x="546225" y="119205"/>
                  <a:pt x="551214" y="136643"/>
                  <a:pt x="551214" y="155247"/>
                </a:cubicBezTo>
                <a:cubicBezTo>
                  <a:pt x="551214" y="182497"/>
                  <a:pt x="540509" y="207247"/>
                  <a:pt x="522928" y="225380"/>
                </a:cubicBezTo>
                <a:lnTo>
                  <a:pt x="522928" y="225380"/>
                </a:lnTo>
                <a:cubicBezTo>
                  <a:pt x="504794" y="242961"/>
                  <a:pt x="480045" y="253667"/>
                  <a:pt x="452794" y="253667"/>
                </a:cubicBezTo>
                <a:cubicBezTo>
                  <a:pt x="434191" y="253667"/>
                  <a:pt x="416753" y="248677"/>
                  <a:pt x="401964" y="239586"/>
                </a:cubicBezTo>
                <a:cubicBezTo>
                  <a:pt x="397891" y="256466"/>
                  <a:pt x="389084" y="272342"/>
                  <a:pt x="375917" y="285509"/>
                </a:cubicBezTo>
                <a:cubicBezTo>
                  <a:pt x="356649" y="304778"/>
                  <a:pt x="331578" y="314709"/>
                  <a:pt x="306324" y="315100"/>
                </a:cubicBezTo>
                <a:lnTo>
                  <a:pt x="306324" y="315100"/>
                </a:lnTo>
                <a:cubicBezTo>
                  <a:pt x="281070" y="314709"/>
                  <a:pt x="255999" y="304778"/>
                  <a:pt x="236731" y="285509"/>
                </a:cubicBezTo>
                <a:cubicBezTo>
                  <a:pt x="223571" y="272349"/>
                  <a:pt x="214766" y="256482"/>
                  <a:pt x="210610" y="239626"/>
                </a:cubicBezTo>
                <a:cubicBezTo>
                  <a:pt x="195839" y="248693"/>
                  <a:pt x="178427" y="253666"/>
                  <a:pt x="159854" y="253666"/>
                </a:cubicBezTo>
                <a:cubicBezTo>
                  <a:pt x="132604" y="253666"/>
                  <a:pt x="107854" y="242961"/>
                  <a:pt x="89720" y="225380"/>
                </a:cubicBezTo>
                <a:lnTo>
                  <a:pt x="89720" y="225380"/>
                </a:lnTo>
                <a:cubicBezTo>
                  <a:pt x="72140" y="207247"/>
                  <a:pt x="61434" y="182497"/>
                  <a:pt x="61434" y="155247"/>
                </a:cubicBezTo>
                <a:cubicBezTo>
                  <a:pt x="61434" y="136673"/>
                  <a:pt x="66408" y="119262"/>
                  <a:pt x="75474" y="104490"/>
                </a:cubicBezTo>
                <a:cubicBezTo>
                  <a:pt x="58618" y="100334"/>
                  <a:pt x="42751" y="91530"/>
                  <a:pt x="29591" y="78369"/>
                </a:cubicBezTo>
                <a:cubicBezTo>
                  <a:pt x="10322" y="59101"/>
                  <a:pt x="391" y="34030"/>
                  <a:pt x="0" y="8776"/>
                </a:cubicBezTo>
                <a:lnTo>
                  <a:pt x="0" y="8776"/>
                </a:lnTo>
                <a:lnTo>
                  <a:pt x="1828" y="0"/>
                </a:lnTo>
                <a:lnTo>
                  <a:pt x="13374" y="0"/>
                </a:lnTo>
                <a:cubicBezTo>
                  <a:pt x="11782" y="2802"/>
                  <a:pt x="11567" y="5771"/>
                  <a:pt x="11501" y="8744"/>
                </a:cubicBezTo>
                <a:lnTo>
                  <a:pt x="96667" y="8744"/>
                </a:lnTo>
                <a:lnTo>
                  <a:pt x="96667" y="8808"/>
                </a:lnTo>
                <a:lnTo>
                  <a:pt x="11501" y="8808"/>
                </a:lnTo>
                <a:cubicBezTo>
                  <a:pt x="11990" y="30964"/>
                  <a:pt x="20815" y="52893"/>
                  <a:pt x="37722" y="69800"/>
                </a:cubicBezTo>
                <a:cubicBezTo>
                  <a:pt x="50477" y="82555"/>
                  <a:pt x="66091" y="90711"/>
                  <a:pt x="82592" y="93753"/>
                </a:cubicBezTo>
                <a:cubicBezTo>
                  <a:pt x="100880" y="69151"/>
                  <a:pt x="130228" y="53433"/>
                  <a:pt x="163247" y="53433"/>
                </a:cubicBezTo>
                <a:cubicBezTo>
                  <a:pt x="186137" y="53872"/>
                  <a:pt x="201262" y="50984"/>
                  <a:pt x="211355" y="39116"/>
                </a:cubicBezTo>
                <a:cubicBezTo>
                  <a:pt x="212796" y="37420"/>
                  <a:pt x="214135" y="35542"/>
                  <a:pt x="215380" y="33463"/>
                </a:cubicBezTo>
                <a:lnTo>
                  <a:pt x="215236" y="0"/>
                </a:lnTo>
                <a:lnTo>
                  <a:pt x="223507" y="0"/>
                </a:lnTo>
                <a:cubicBezTo>
                  <a:pt x="219688" y="24354"/>
                  <a:pt x="227777" y="49750"/>
                  <a:pt x="246535" y="68520"/>
                </a:cubicBezTo>
                <a:lnTo>
                  <a:pt x="254763" y="60293"/>
                </a:lnTo>
                <a:cubicBezTo>
                  <a:pt x="254771" y="60299"/>
                  <a:pt x="254778" y="60307"/>
                  <a:pt x="254786" y="60315"/>
                </a:cubicBezTo>
                <a:lnTo>
                  <a:pt x="254808" y="60338"/>
                </a:lnTo>
                <a:lnTo>
                  <a:pt x="246580" y="68565"/>
                </a:lnTo>
                <a:cubicBezTo>
                  <a:pt x="279582" y="101547"/>
                  <a:pt x="333066" y="101547"/>
                  <a:pt x="366068" y="68565"/>
                </a:cubicBezTo>
                <a:lnTo>
                  <a:pt x="357840" y="60338"/>
                </a:lnTo>
                <a:cubicBezTo>
                  <a:pt x="357847" y="60330"/>
                  <a:pt x="357855" y="60322"/>
                  <a:pt x="357862" y="60315"/>
                </a:cubicBezTo>
                <a:lnTo>
                  <a:pt x="357885" y="60293"/>
                </a:lnTo>
                <a:lnTo>
                  <a:pt x="366113" y="68520"/>
                </a:lnTo>
                <a:cubicBezTo>
                  <a:pt x="384872" y="49750"/>
                  <a:pt x="392961" y="24354"/>
                  <a:pt x="389142" y="0"/>
                </a:cubicBezTo>
                <a:lnTo>
                  <a:pt x="397337" y="0"/>
                </a:lnTo>
                <a:cubicBezTo>
                  <a:pt x="401479" y="11094"/>
                  <a:pt x="400548" y="22668"/>
                  <a:pt x="397481" y="33790"/>
                </a:cubicBezTo>
                <a:cubicBezTo>
                  <a:pt x="407439" y="50142"/>
                  <a:pt x="423417" y="53932"/>
                  <a:pt x="449401" y="53433"/>
                </a:cubicBezTo>
                <a:cubicBezTo>
                  <a:pt x="482408" y="53434"/>
                  <a:pt x="511746" y="69140"/>
                  <a:pt x="530035" y="93727"/>
                </a:cubicBezTo>
                <a:cubicBezTo>
                  <a:pt x="546543" y="90718"/>
                  <a:pt x="562165" y="82561"/>
                  <a:pt x="574926" y="69800"/>
                </a:cubicBezTo>
                <a:cubicBezTo>
                  <a:pt x="591833" y="52893"/>
                  <a:pt x="600659" y="30964"/>
                  <a:pt x="601147" y="8808"/>
                </a:cubicBezTo>
                <a:lnTo>
                  <a:pt x="515982" y="8808"/>
                </a:lnTo>
                <a:lnTo>
                  <a:pt x="515981" y="8744"/>
                </a:lnTo>
                <a:lnTo>
                  <a:pt x="601147" y="8744"/>
                </a:lnTo>
                <a:lnTo>
                  <a:pt x="599275" y="0"/>
                </a:lnTo>
                <a:lnTo>
                  <a:pt x="610820" y="0"/>
                </a:lnTo>
                <a:cubicBezTo>
                  <a:pt x="612423" y="2826"/>
                  <a:pt x="612602" y="5800"/>
                  <a:pt x="612648" y="8776"/>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73" name="Teardrop 3"/>
          <p:cNvSpPr/>
          <p:nvPr/>
        </p:nvSpPr>
        <p:spPr>
          <a:xfrm rot="5400000" flipH="1" flipV="1">
            <a:off x="1387532" y="2646309"/>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74" name="Teardrop 3"/>
          <p:cNvSpPr/>
          <p:nvPr/>
        </p:nvSpPr>
        <p:spPr>
          <a:xfrm rot="5400000" flipH="1" flipV="1">
            <a:off x="2230072" y="2646309"/>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75" name="Teardrop 3"/>
          <p:cNvSpPr/>
          <p:nvPr/>
        </p:nvSpPr>
        <p:spPr>
          <a:xfrm rot="5400000" flipH="1" flipV="1">
            <a:off x="3072612" y="2646309"/>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76" name="Teardrop 3"/>
          <p:cNvSpPr/>
          <p:nvPr/>
        </p:nvSpPr>
        <p:spPr>
          <a:xfrm rot="5400000" flipH="1" flipV="1">
            <a:off x="3915152" y="2646309"/>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77" name="Teardrop 3"/>
          <p:cNvSpPr/>
          <p:nvPr/>
        </p:nvSpPr>
        <p:spPr>
          <a:xfrm rot="5400000" flipH="1" flipV="1">
            <a:off x="4757692" y="2646309"/>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78" name="Teardrop 3"/>
          <p:cNvSpPr/>
          <p:nvPr/>
        </p:nvSpPr>
        <p:spPr>
          <a:xfrm rot="5400000" flipH="1" flipV="1">
            <a:off x="5600232" y="2646309"/>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79" name="Teardrop 3"/>
          <p:cNvSpPr/>
          <p:nvPr/>
        </p:nvSpPr>
        <p:spPr>
          <a:xfrm rot="5400000" flipH="1" flipV="1">
            <a:off x="8127852" y="2646309"/>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80" name="Teardrop 3"/>
          <p:cNvSpPr/>
          <p:nvPr/>
        </p:nvSpPr>
        <p:spPr>
          <a:xfrm rot="5400000" flipH="1" flipV="1">
            <a:off x="7285312" y="2646309"/>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81" name="Teardrop 3"/>
          <p:cNvSpPr/>
          <p:nvPr/>
        </p:nvSpPr>
        <p:spPr>
          <a:xfrm rot="5400000" flipH="1" flipV="1">
            <a:off x="9812932" y="2646309"/>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82" name="Teardrop 3"/>
          <p:cNvSpPr/>
          <p:nvPr/>
        </p:nvSpPr>
        <p:spPr>
          <a:xfrm rot="5400000" flipH="1" flipV="1">
            <a:off x="8970392" y="2646309"/>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83" name="Teardrop 3"/>
          <p:cNvSpPr/>
          <p:nvPr/>
        </p:nvSpPr>
        <p:spPr>
          <a:xfrm rot="5400000" flipH="1" flipV="1">
            <a:off x="11498011" y="2646309"/>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84" name="Teardrop 3"/>
          <p:cNvSpPr/>
          <p:nvPr/>
        </p:nvSpPr>
        <p:spPr>
          <a:xfrm rot="5400000" flipH="1" flipV="1">
            <a:off x="10655472" y="2646309"/>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85" name="Teardrop 3"/>
          <p:cNvSpPr/>
          <p:nvPr/>
        </p:nvSpPr>
        <p:spPr>
          <a:xfrm rot="5400000" flipH="1" flipV="1">
            <a:off x="544992" y="2646309"/>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86" name="Oval 785"/>
          <p:cNvSpPr/>
          <p:nvPr/>
        </p:nvSpPr>
        <p:spPr>
          <a:xfrm>
            <a:off x="6664511" y="2868467"/>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87" name="Oval 786"/>
          <p:cNvSpPr/>
          <p:nvPr/>
        </p:nvSpPr>
        <p:spPr>
          <a:xfrm>
            <a:off x="766731" y="2868467"/>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88" name="Oval 787"/>
          <p:cNvSpPr/>
          <p:nvPr/>
        </p:nvSpPr>
        <p:spPr>
          <a:xfrm>
            <a:off x="1609271" y="2868467"/>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89" name="Oval 788"/>
          <p:cNvSpPr/>
          <p:nvPr/>
        </p:nvSpPr>
        <p:spPr>
          <a:xfrm>
            <a:off x="2451811" y="2868467"/>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90" name="Oval 789"/>
          <p:cNvSpPr/>
          <p:nvPr/>
        </p:nvSpPr>
        <p:spPr>
          <a:xfrm>
            <a:off x="3294351" y="2868467"/>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91" name="Oval 790"/>
          <p:cNvSpPr/>
          <p:nvPr/>
        </p:nvSpPr>
        <p:spPr>
          <a:xfrm>
            <a:off x="4136891" y="2868467"/>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92" name="Oval 791"/>
          <p:cNvSpPr/>
          <p:nvPr/>
        </p:nvSpPr>
        <p:spPr>
          <a:xfrm>
            <a:off x="4979431" y="2868467"/>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93" name="Oval 792"/>
          <p:cNvSpPr/>
          <p:nvPr/>
        </p:nvSpPr>
        <p:spPr>
          <a:xfrm>
            <a:off x="5821971" y="2868467"/>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94" name="Oval 793"/>
          <p:cNvSpPr/>
          <p:nvPr/>
        </p:nvSpPr>
        <p:spPr>
          <a:xfrm>
            <a:off x="8349591" y="2868467"/>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95" name="Oval 794"/>
          <p:cNvSpPr/>
          <p:nvPr/>
        </p:nvSpPr>
        <p:spPr>
          <a:xfrm>
            <a:off x="7507051" y="2868467"/>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96" name="Oval 795"/>
          <p:cNvSpPr/>
          <p:nvPr/>
        </p:nvSpPr>
        <p:spPr>
          <a:xfrm>
            <a:off x="10034671" y="2868467"/>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97" name="Oval 796"/>
          <p:cNvSpPr/>
          <p:nvPr/>
        </p:nvSpPr>
        <p:spPr>
          <a:xfrm>
            <a:off x="9192131" y="2868467"/>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98" name="Oval 797"/>
          <p:cNvSpPr/>
          <p:nvPr/>
        </p:nvSpPr>
        <p:spPr>
          <a:xfrm>
            <a:off x="11719750" y="2868467"/>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99" name="Oval 798"/>
          <p:cNvSpPr/>
          <p:nvPr/>
        </p:nvSpPr>
        <p:spPr>
          <a:xfrm>
            <a:off x="10877211" y="2868467"/>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00" name="Teardrop 3"/>
          <p:cNvSpPr/>
          <p:nvPr/>
        </p:nvSpPr>
        <p:spPr>
          <a:xfrm rot="5400000" flipH="1" flipV="1">
            <a:off x="6021182" y="3068579"/>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01" name="Teardrop 3"/>
          <p:cNvSpPr/>
          <p:nvPr/>
        </p:nvSpPr>
        <p:spPr>
          <a:xfrm rot="5400000" flipH="1" flipV="1">
            <a:off x="965942" y="3068579"/>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02" name="Teardrop 3"/>
          <p:cNvSpPr/>
          <p:nvPr/>
        </p:nvSpPr>
        <p:spPr>
          <a:xfrm rot="5400000" flipH="1" flipV="1">
            <a:off x="1808482" y="3068579"/>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03" name="Teardrop 3"/>
          <p:cNvSpPr/>
          <p:nvPr/>
        </p:nvSpPr>
        <p:spPr>
          <a:xfrm rot="5400000" flipH="1" flipV="1">
            <a:off x="2651022" y="3068579"/>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04" name="Teardrop 3"/>
          <p:cNvSpPr/>
          <p:nvPr/>
        </p:nvSpPr>
        <p:spPr>
          <a:xfrm rot="5400000" flipH="1" flipV="1">
            <a:off x="3493562" y="3068579"/>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05" name="Teardrop 3"/>
          <p:cNvSpPr/>
          <p:nvPr/>
        </p:nvSpPr>
        <p:spPr>
          <a:xfrm rot="5400000" flipH="1" flipV="1">
            <a:off x="4336102" y="3068579"/>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06" name="Teardrop 3"/>
          <p:cNvSpPr/>
          <p:nvPr/>
        </p:nvSpPr>
        <p:spPr>
          <a:xfrm rot="5400000" flipH="1" flipV="1">
            <a:off x="5178642" y="3068579"/>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07" name="Teardrop 3"/>
          <p:cNvSpPr/>
          <p:nvPr/>
        </p:nvSpPr>
        <p:spPr>
          <a:xfrm rot="5400000" flipH="1" flipV="1">
            <a:off x="7706262" y="3068579"/>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08" name="Teardrop 3"/>
          <p:cNvSpPr/>
          <p:nvPr/>
        </p:nvSpPr>
        <p:spPr>
          <a:xfrm rot="5400000" flipH="1" flipV="1">
            <a:off x="6863722" y="3068579"/>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09" name="Teardrop 3"/>
          <p:cNvSpPr/>
          <p:nvPr/>
        </p:nvSpPr>
        <p:spPr>
          <a:xfrm rot="5400000" flipH="1" flipV="1">
            <a:off x="9391342" y="3068579"/>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10" name="Teardrop 3"/>
          <p:cNvSpPr/>
          <p:nvPr/>
        </p:nvSpPr>
        <p:spPr>
          <a:xfrm rot="5400000" flipH="1" flipV="1">
            <a:off x="8548802" y="3068579"/>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11" name="Teardrop 3"/>
          <p:cNvSpPr/>
          <p:nvPr/>
        </p:nvSpPr>
        <p:spPr>
          <a:xfrm rot="5400000" flipH="1" flipV="1">
            <a:off x="11076421" y="3068579"/>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12" name="Teardrop 3"/>
          <p:cNvSpPr/>
          <p:nvPr/>
        </p:nvSpPr>
        <p:spPr>
          <a:xfrm rot="5400000" flipH="1" flipV="1">
            <a:off x="10233882" y="3068579"/>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13" name="Teardrop 3"/>
          <p:cNvSpPr/>
          <p:nvPr/>
        </p:nvSpPr>
        <p:spPr>
          <a:xfrm rot="5400000" flipH="1" flipV="1">
            <a:off x="123402" y="3068579"/>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14" name="Teardrop 3"/>
          <p:cNvSpPr/>
          <p:nvPr/>
        </p:nvSpPr>
        <p:spPr>
          <a:xfrm rot="5400000" flipH="1" flipV="1">
            <a:off x="11760002" y="3223930"/>
            <a:ext cx="595781" cy="268215"/>
          </a:xfrm>
          <a:custGeom>
            <a:avLst/>
            <a:gdLst/>
            <a:ahLst/>
            <a:cxnLst/>
            <a:rect l="l" t="t" r="r" b="b"/>
            <a:pathLst>
              <a:path w="595781" h="268215">
                <a:moveTo>
                  <a:pt x="230951" y="239431"/>
                </a:moveTo>
                <a:lnTo>
                  <a:pt x="89396" y="97876"/>
                </a:lnTo>
                <a:cubicBezTo>
                  <a:pt x="74075" y="113887"/>
                  <a:pt x="64809" y="135634"/>
                  <a:pt x="64809" y="159544"/>
                </a:cubicBezTo>
                <a:cubicBezTo>
                  <a:pt x="64809" y="209563"/>
                  <a:pt x="105357" y="250112"/>
                  <a:pt x="155376" y="250112"/>
                </a:cubicBezTo>
                <a:cubicBezTo>
                  <a:pt x="174454" y="249746"/>
                  <a:pt x="198601" y="254980"/>
                  <a:pt x="211458" y="268141"/>
                </a:cubicBezTo>
                <a:cubicBezTo>
                  <a:pt x="215885" y="257686"/>
                  <a:pt x="222436" y="247948"/>
                  <a:pt x="230951" y="239431"/>
                </a:cubicBezTo>
                <a:close/>
                <a:moveTo>
                  <a:pt x="259706" y="219892"/>
                </a:moveTo>
                <a:cubicBezTo>
                  <a:pt x="246546" y="207035"/>
                  <a:pt x="241311" y="182889"/>
                  <a:pt x="241677" y="163811"/>
                </a:cubicBezTo>
                <a:cubicBezTo>
                  <a:pt x="241677" y="113792"/>
                  <a:pt x="201129" y="73244"/>
                  <a:pt x="151110" y="73244"/>
                </a:cubicBezTo>
                <a:cubicBezTo>
                  <a:pt x="127200" y="73244"/>
                  <a:pt x="105453" y="82510"/>
                  <a:pt x="89441" y="97831"/>
                </a:cubicBezTo>
                <a:lnTo>
                  <a:pt x="230996" y="239386"/>
                </a:lnTo>
                <a:cubicBezTo>
                  <a:pt x="239514" y="230871"/>
                  <a:pt x="249252" y="224320"/>
                  <a:pt x="259706" y="219892"/>
                </a:cubicBezTo>
                <a:close/>
                <a:moveTo>
                  <a:pt x="382868" y="82592"/>
                </a:moveTo>
                <a:cubicBezTo>
                  <a:pt x="379825" y="66091"/>
                  <a:pt x="371670" y="50477"/>
                  <a:pt x="358914" y="37722"/>
                </a:cubicBezTo>
                <a:cubicBezTo>
                  <a:pt x="342007" y="20815"/>
                  <a:pt x="320078" y="11989"/>
                  <a:pt x="297922" y="11501"/>
                </a:cubicBezTo>
                <a:lnTo>
                  <a:pt x="297922" y="96667"/>
                </a:lnTo>
                <a:lnTo>
                  <a:pt x="297858" y="96667"/>
                </a:lnTo>
                <a:lnTo>
                  <a:pt x="297858" y="11501"/>
                </a:lnTo>
                <a:cubicBezTo>
                  <a:pt x="275703" y="11990"/>
                  <a:pt x="253774" y="20815"/>
                  <a:pt x="236866" y="37722"/>
                </a:cubicBezTo>
                <a:cubicBezTo>
                  <a:pt x="224105" y="50483"/>
                  <a:pt x="215948" y="66105"/>
                  <a:pt x="212939" y="82613"/>
                </a:cubicBezTo>
                <a:cubicBezTo>
                  <a:pt x="237526" y="100902"/>
                  <a:pt x="253233" y="130241"/>
                  <a:pt x="253233" y="163248"/>
                </a:cubicBezTo>
                <a:cubicBezTo>
                  <a:pt x="252735" y="189232"/>
                  <a:pt x="256525" y="205210"/>
                  <a:pt x="272877" y="215167"/>
                </a:cubicBezTo>
                <a:cubicBezTo>
                  <a:pt x="289126" y="210687"/>
                  <a:pt x="306340" y="210767"/>
                  <a:pt x="322577" y="215380"/>
                </a:cubicBezTo>
                <a:cubicBezTo>
                  <a:pt x="324655" y="214136"/>
                  <a:pt x="326534" y="212797"/>
                  <a:pt x="328229" y="211355"/>
                </a:cubicBezTo>
                <a:cubicBezTo>
                  <a:pt x="340097" y="201263"/>
                  <a:pt x="342986" y="186138"/>
                  <a:pt x="342547" y="163248"/>
                </a:cubicBezTo>
                <a:cubicBezTo>
                  <a:pt x="342547" y="130228"/>
                  <a:pt x="358265" y="100880"/>
                  <a:pt x="382868" y="82592"/>
                </a:cubicBezTo>
                <a:close/>
                <a:moveTo>
                  <a:pt x="506339" y="97830"/>
                </a:moveTo>
                <a:cubicBezTo>
                  <a:pt x="490327" y="82509"/>
                  <a:pt x="468581" y="73244"/>
                  <a:pt x="444670" y="73244"/>
                </a:cubicBezTo>
                <a:cubicBezTo>
                  <a:pt x="394652" y="73244"/>
                  <a:pt x="354103" y="113792"/>
                  <a:pt x="354103" y="163811"/>
                </a:cubicBezTo>
                <a:cubicBezTo>
                  <a:pt x="354470" y="182914"/>
                  <a:pt x="349220" y="207099"/>
                  <a:pt x="336023" y="219944"/>
                </a:cubicBezTo>
                <a:cubicBezTo>
                  <a:pt x="346519" y="224314"/>
                  <a:pt x="356263" y="230867"/>
                  <a:pt x="364783" y="239386"/>
                </a:cubicBezTo>
                <a:close/>
                <a:moveTo>
                  <a:pt x="530971" y="159544"/>
                </a:moveTo>
                <a:cubicBezTo>
                  <a:pt x="530971" y="135634"/>
                  <a:pt x="521705" y="113887"/>
                  <a:pt x="506384" y="97876"/>
                </a:cubicBezTo>
                <a:lnTo>
                  <a:pt x="364828" y="239431"/>
                </a:lnTo>
                <a:cubicBezTo>
                  <a:pt x="373348" y="247952"/>
                  <a:pt x="379901" y="257695"/>
                  <a:pt x="384270" y="268192"/>
                </a:cubicBezTo>
                <a:cubicBezTo>
                  <a:pt x="397115" y="254994"/>
                  <a:pt x="421300" y="249745"/>
                  <a:pt x="440404" y="250111"/>
                </a:cubicBezTo>
                <a:cubicBezTo>
                  <a:pt x="465413" y="250112"/>
                  <a:pt x="488055" y="239974"/>
                  <a:pt x="504444" y="223585"/>
                </a:cubicBezTo>
                <a:cubicBezTo>
                  <a:pt x="520834" y="207196"/>
                  <a:pt x="530971" y="184554"/>
                  <a:pt x="530971" y="159544"/>
                </a:cubicBezTo>
                <a:close/>
                <a:moveTo>
                  <a:pt x="595781" y="268215"/>
                </a:moveTo>
                <a:lnTo>
                  <a:pt x="581969" y="268215"/>
                </a:lnTo>
                <a:cubicBezTo>
                  <a:pt x="578743" y="259654"/>
                  <a:pt x="573266" y="252074"/>
                  <a:pt x="566492" y="245300"/>
                </a:cubicBezTo>
                <a:cubicBezTo>
                  <a:pt x="553737" y="232545"/>
                  <a:pt x="538123" y="224389"/>
                  <a:pt x="521623" y="221347"/>
                </a:cubicBezTo>
                <a:cubicBezTo>
                  <a:pt x="519174" y="225205"/>
                  <a:pt x="516174" y="228633"/>
                  <a:pt x="512960" y="231847"/>
                </a:cubicBezTo>
                <a:cubicBezTo>
                  <a:pt x="494535" y="250272"/>
                  <a:pt x="469082" y="261667"/>
                  <a:pt x="440967" y="261667"/>
                </a:cubicBezTo>
                <a:cubicBezTo>
                  <a:pt x="425629" y="261373"/>
                  <a:pt x="413777" y="262574"/>
                  <a:pt x="405186" y="268215"/>
                </a:cubicBezTo>
                <a:lnTo>
                  <a:pt x="372038" y="268215"/>
                </a:lnTo>
                <a:cubicBezTo>
                  <a:pt x="369178" y="260078"/>
                  <a:pt x="364042" y="252948"/>
                  <a:pt x="357679" y="246581"/>
                </a:cubicBezTo>
                <a:lnTo>
                  <a:pt x="349451" y="254808"/>
                </a:lnTo>
                <a:lnTo>
                  <a:pt x="349428" y="254786"/>
                </a:lnTo>
                <a:cubicBezTo>
                  <a:pt x="349421" y="254779"/>
                  <a:pt x="349413" y="254771"/>
                  <a:pt x="349406" y="254763"/>
                </a:cubicBezTo>
                <a:lnTo>
                  <a:pt x="357634" y="246536"/>
                </a:lnTo>
                <a:cubicBezTo>
                  <a:pt x="324632" y="213554"/>
                  <a:pt x="271148" y="213554"/>
                  <a:pt x="238147" y="246536"/>
                </a:cubicBezTo>
                <a:lnTo>
                  <a:pt x="246374" y="254763"/>
                </a:lnTo>
                <a:cubicBezTo>
                  <a:pt x="246367" y="254771"/>
                  <a:pt x="246359" y="254779"/>
                  <a:pt x="246352" y="254786"/>
                </a:cubicBezTo>
                <a:cubicBezTo>
                  <a:pt x="246344" y="254794"/>
                  <a:pt x="246337" y="254801"/>
                  <a:pt x="246329" y="254808"/>
                </a:cubicBezTo>
                <a:lnTo>
                  <a:pt x="238101" y="246581"/>
                </a:lnTo>
                <a:lnTo>
                  <a:pt x="223742" y="268215"/>
                </a:lnTo>
                <a:lnTo>
                  <a:pt x="190546" y="268215"/>
                </a:lnTo>
                <a:cubicBezTo>
                  <a:pt x="181969" y="262570"/>
                  <a:pt x="170130" y="261374"/>
                  <a:pt x="154813" y="261668"/>
                </a:cubicBezTo>
                <a:cubicBezTo>
                  <a:pt x="121806" y="261668"/>
                  <a:pt x="92467" y="245961"/>
                  <a:pt x="74178" y="221373"/>
                </a:cubicBezTo>
                <a:cubicBezTo>
                  <a:pt x="57671" y="224382"/>
                  <a:pt x="42049" y="232539"/>
                  <a:pt x="29288" y="245300"/>
                </a:cubicBezTo>
                <a:lnTo>
                  <a:pt x="13811" y="268215"/>
                </a:lnTo>
                <a:lnTo>
                  <a:pt x="0" y="268215"/>
                </a:lnTo>
                <a:cubicBezTo>
                  <a:pt x="4705" y="256723"/>
                  <a:pt x="11839" y="246048"/>
                  <a:pt x="21157" y="236731"/>
                </a:cubicBezTo>
                <a:cubicBezTo>
                  <a:pt x="34324" y="223564"/>
                  <a:pt x="50200" y="214757"/>
                  <a:pt x="67080" y="210684"/>
                </a:cubicBezTo>
                <a:cubicBezTo>
                  <a:pt x="57989" y="195895"/>
                  <a:pt x="53000" y="178457"/>
                  <a:pt x="53000" y="159854"/>
                </a:cubicBezTo>
                <a:cubicBezTo>
                  <a:pt x="53000" y="132604"/>
                  <a:pt x="63706" y="107854"/>
                  <a:pt x="81286" y="89721"/>
                </a:cubicBezTo>
                <a:lnTo>
                  <a:pt x="81286" y="89721"/>
                </a:lnTo>
                <a:cubicBezTo>
                  <a:pt x="99420" y="72140"/>
                  <a:pt x="124170" y="61435"/>
                  <a:pt x="151420" y="61435"/>
                </a:cubicBezTo>
                <a:cubicBezTo>
                  <a:pt x="170023" y="61435"/>
                  <a:pt x="187461" y="66424"/>
                  <a:pt x="202250" y="75515"/>
                </a:cubicBezTo>
                <a:cubicBezTo>
                  <a:pt x="206323" y="58635"/>
                  <a:pt x="215130" y="42758"/>
                  <a:pt x="228297" y="29591"/>
                </a:cubicBezTo>
                <a:cubicBezTo>
                  <a:pt x="247566" y="10322"/>
                  <a:pt x="272636" y="391"/>
                  <a:pt x="297890" y="0"/>
                </a:cubicBezTo>
                <a:lnTo>
                  <a:pt x="297890" y="0"/>
                </a:lnTo>
                <a:cubicBezTo>
                  <a:pt x="323144" y="391"/>
                  <a:pt x="348215" y="10322"/>
                  <a:pt x="367484" y="29591"/>
                </a:cubicBezTo>
                <a:cubicBezTo>
                  <a:pt x="380644" y="42751"/>
                  <a:pt x="389448" y="58618"/>
                  <a:pt x="393604" y="75474"/>
                </a:cubicBezTo>
                <a:cubicBezTo>
                  <a:pt x="408376" y="66408"/>
                  <a:pt x="425787" y="61434"/>
                  <a:pt x="444360" y="61434"/>
                </a:cubicBezTo>
                <a:cubicBezTo>
                  <a:pt x="471611" y="61434"/>
                  <a:pt x="496360" y="72140"/>
                  <a:pt x="514494" y="89721"/>
                </a:cubicBezTo>
                <a:cubicBezTo>
                  <a:pt x="532075" y="107854"/>
                  <a:pt x="542780" y="132604"/>
                  <a:pt x="542780" y="159854"/>
                </a:cubicBezTo>
                <a:cubicBezTo>
                  <a:pt x="542780" y="178427"/>
                  <a:pt x="537807" y="195839"/>
                  <a:pt x="528740" y="210610"/>
                </a:cubicBezTo>
                <a:cubicBezTo>
                  <a:pt x="545596" y="214766"/>
                  <a:pt x="561463" y="223570"/>
                  <a:pt x="574624" y="236731"/>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15" name="Oval 814"/>
          <p:cNvSpPr/>
          <p:nvPr/>
        </p:nvSpPr>
        <p:spPr>
          <a:xfrm>
            <a:off x="7086653" y="3289366"/>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16" name="Oval 815"/>
          <p:cNvSpPr/>
          <p:nvPr/>
        </p:nvSpPr>
        <p:spPr>
          <a:xfrm>
            <a:off x="346333" y="3289366"/>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17" name="Oval 816"/>
          <p:cNvSpPr/>
          <p:nvPr/>
        </p:nvSpPr>
        <p:spPr>
          <a:xfrm>
            <a:off x="1188873" y="3289366"/>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18" name="Oval 817"/>
          <p:cNvSpPr/>
          <p:nvPr/>
        </p:nvSpPr>
        <p:spPr>
          <a:xfrm>
            <a:off x="2031413" y="3289366"/>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19" name="Oval 818"/>
          <p:cNvSpPr/>
          <p:nvPr/>
        </p:nvSpPr>
        <p:spPr>
          <a:xfrm>
            <a:off x="2873953" y="3289366"/>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20" name="Oval 819"/>
          <p:cNvSpPr/>
          <p:nvPr/>
        </p:nvSpPr>
        <p:spPr>
          <a:xfrm>
            <a:off x="3716493" y="3289366"/>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21" name="Oval 820"/>
          <p:cNvSpPr/>
          <p:nvPr/>
        </p:nvSpPr>
        <p:spPr>
          <a:xfrm>
            <a:off x="4559033" y="3289366"/>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22" name="Oval 821"/>
          <p:cNvSpPr/>
          <p:nvPr/>
        </p:nvSpPr>
        <p:spPr>
          <a:xfrm>
            <a:off x="5401573" y="3289366"/>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23" name="Oval 822"/>
          <p:cNvSpPr/>
          <p:nvPr/>
        </p:nvSpPr>
        <p:spPr>
          <a:xfrm>
            <a:off x="6244113" y="3289366"/>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24" name="Oval 823"/>
          <p:cNvSpPr/>
          <p:nvPr/>
        </p:nvSpPr>
        <p:spPr>
          <a:xfrm>
            <a:off x="8771733" y="3289366"/>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25" name="Oval 824"/>
          <p:cNvSpPr/>
          <p:nvPr/>
        </p:nvSpPr>
        <p:spPr>
          <a:xfrm>
            <a:off x="7929193" y="3289366"/>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26" name="Oval 825"/>
          <p:cNvSpPr/>
          <p:nvPr/>
        </p:nvSpPr>
        <p:spPr>
          <a:xfrm>
            <a:off x="10456813" y="3289366"/>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27" name="Oval 826"/>
          <p:cNvSpPr/>
          <p:nvPr/>
        </p:nvSpPr>
        <p:spPr>
          <a:xfrm>
            <a:off x="9614273" y="3289366"/>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28" name="Oval 827"/>
          <p:cNvSpPr/>
          <p:nvPr/>
        </p:nvSpPr>
        <p:spPr>
          <a:xfrm>
            <a:off x="11299353" y="3289366"/>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29" name="Teardrop 3"/>
          <p:cNvSpPr/>
          <p:nvPr/>
        </p:nvSpPr>
        <p:spPr>
          <a:xfrm rot="5400000" flipH="1" flipV="1">
            <a:off x="6442772" y="3490488"/>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30" name="Teardrop 3"/>
          <p:cNvSpPr/>
          <p:nvPr/>
        </p:nvSpPr>
        <p:spPr>
          <a:xfrm rot="5400000" flipH="1" flipV="1">
            <a:off x="-148774" y="3639262"/>
            <a:ext cx="612648" cy="315100"/>
          </a:xfrm>
          <a:custGeom>
            <a:avLst/>
            <a:gdLst/>
            <a:ahLst/>
            <a:cxnLst/>
            <a:rect l="l" t="t" r="r" b="b"/>
            <a:pathLst>
              <a:path w="612648" h="315100">
                <a:moveTo>
                  <a:pt x="239386" y="75670"/>
                </a:moveTo>
                <a:cubicBezTo>
                  <a:pt x="230866" y="67149"/>
                  <a:pt x="224313" y="57406"/>
                  <a:pt x="219944" y="46909"/>
                </a:cubicBezTo>
                <a:cubicBezTo>
                  <a:pt x="207099" y="60107"/>
                  <a:pt x="182914" y="65356"/>
                  <a:pt x="163810" y="64989"/>
                </a:cubicBezTo>
                <a:cubicBezTo>
                  <a:pt x="113792" y="64989"/>
                  <a:pt x="73243" y="105538"/>
                  <a:pt x="73243" y="155556"/>
                </a:cubicBezTo>
                <a:cubicBezTo>
                  <a:pt x="73243" y="179467"/>
                  <a:pt x="82509" y="201213"/>
                  <a:pt x="97830" y="217225"/>
                </a:cubicBezTo>
                <a:close/>
                <a:moveTo>
                  <a:pt x="268191" y="95157"/>
                </a:moveTo>
                <a:cubicBezTo>
                  <a:pt x="257695" y="90787"/>
                  <a:pt x="247952" y="84234"/>
                  <a:pt x="239431" y="75715"/>
                </a:cubicBezTo>
                <a:lnTo>
                  <a:pt x="97875" y="217270"/>
                </a:lnTo>
                <a:cubicBezTo>
                  <a:pt x="113887" y="232591"/>
                  <a:pt x="135634" y="241857"/>
                  <a:pt x="159544" y="241857"/>
                </a:cubicBezTo>
                <a:cubicBezTo>
                  <a:pt x="184553" y="241857"/>
                  <a:pt x="207195" y="231720"/>
                  <a:pt x="223585" y="215331"/>
                </a:cubicBezTo>
                <a:cubicBezTo>
                  <a:pt x="239974" y="198941"/>
                  <a:pt x="250111" y="176299"/>
                  <a:pt x="250111" y="151290"/>
                </a:cubicBezTo>
                <a:cubicBezTo>
                  <a:pt x="249745" y="132187"/>
                  <a:pt x="254994" y="108002"/>
                  <a:pt x="268191" y="95157"/>
                </a:cubicBezTo>
                <a:close/>
                <a:moveTo>
                  <a:pt x="391275" y="232488"/>
                </a:moveTo>
                <a:cubicBezTo>
                  <a:pt x="366688" y="214199"/>
                  <a:pt x="350981" y="184860"/>
                  <a:pt x="350981" y="151853"/>
                </a:cubicBezTo>
                <a:cubicBezTo>
                  <a:pt x="351479" y="125869"/>
                  <a:pt x="347689" y="109892"/>
                  <a:pt x="331337" y="99934"/>
                </a:cubicBezTo>
                <a:cubicBezTo>
                  <a:pt x="315088" y="104415"/>
                  <a:pt x="297874" y="104335"/>
                  <a:pt x="281637" y="99721"/>
                </a:cubicBezTo>
                <a:cubicBezTo>
                  <a:pt x="265010" y="109675"/>
                  <a:pt x="261165" y="125694"/>
                  <a:pt x="261667" y="151853"/>
                </a:cubicBezTo>
                <a:cubicBezTo>
                  <a:pt x="261667" y="179968"/>
                  <a:pt x="250271" y="205421"/>
                  <a:pt x="231847" y="223846"/>
                </a:cubicBezTo>
                <a:lnTo>
                  <a:pt x="221347" y="232509"/>
                </a:lnTo>
                <a:cubicBezTo>
                  <a:pt x="224390" y="249009"/>
                  <a:pt x="232545" y="264623"/>
                  <a:pt x="245300" y="277378"/>
                </a:cubicBezTo>
                <a:cubicBezTo>
                  <a:pt x="262208" y="294285"/>
                  <a:pt x="284137" y="303111"/>
                  <a:pt x="306292" y="303599"/>
                </a:cubicBezTo>
                <a:lnTo>
                  <a:pt x="306292" y="218433"/>
                </a:lnTo>
                <a:lnTo>
                  <a:pt x="306356" y="218433"/>
                </a:lnTo>
                <a:lnTo>
                  <a:pt x="306356" y="303599"/>
                </a:lnTo>
                <a:cubicBezTo>
                  <a:pt x="328512" y="303110"/>
                  <a:pt x="350441" y="294285"/>
                  <a:pt x="367348" y="277378"/>
                </a:cubicBezTo>
                <a:cubicBezTo>
                  <a:pt x="380109" y="264617"/>
                  <a:pt x="388266" y="248996"/>
                  <a:pt x="391275" y="232488"/>
                </a:cubicBezTo>
                <a:close/>
                <a:moveTo>
                  <a:pt x="514773" y="217271"/>
                </a:moveTo>
                <a:lnTo>
                  <a:pt x="373218" y="75716"/>
                </a:lnTo>
                <a:cubicBezTo>
                  <a:pt x="364700" y="84231"/>
                  <a:pt x="354962" y="90781"/>
                  <a:pt x="344508" y="95209"/>
                </a:cubicBezTo>
                <a:cubicBezTo>
                  <a:pt x="357668" y="108066"/>
                  <a:pt x="362903" y="132212"/>
                  <a:pt x="362537" y="151290"/>
                </a:cubicBezTo>
                <a:cubicBezTo>
                  <a:pt x="362537" y="201309"/>
                  <a:pt x="403086" y="241857"/>
                  <a:pt x="453104" y="241857"/>
                </a:cubicBezTo>
                <a:cubicBezTo>
                  <a:pt x="477015" y="241857"/>
                  <a:pt x="498761" y="232592"/>
                  <a:pt x="514773" y="217271"/>
                </a:cubicBezTo>
                <a:close/>
                <a:moveTo>
                  <a:pt x="539405" y="155556"/>
                </a:moveTo>
                <a:cubicBezTo>
                  <a:pt x="539405" y="105538"/>
                  <a:pt x="498856" y="64989"/>
                  <a:pt x="448838" y="64989"/>
                </a:cubicBezTo>
                <a:cubicBezTo>
                  <a:pt x="429760" y="65355"/>
                  <a:pt x="405614" y="60121"/>
                  <a:pt x="392756" y="46961"/>
                </a:cubicBezTo>
                <a:cubicBezTo>
                  <a:pt x="388329" y="57415"/>
                  <a:pt x="381778" y="67153"/>
                  <a:pt x="373263" y="75671"/>
                </a:cubicBezTo>
                <a:lnTo>
                  <a:pt x="514818" y="217225"/>
                </a:lnTo>
                <a:cubicBezTo>
                  <a:pt x="530139" y="201213"/>
                  <a:pt x="539405" y="179467"/>
                  <a:pt x="539405" y="155556"/>
                </a:cubicBezTo>
                <a:close/>
                <a:moveTo>
                  <a:pt x="612648" y="8776"/>
                </a:moveTo>
                <a:cubicBezTo>
                  <a:pt x="612257" y="34030"/>
                  <a:pt x="602326" y="59101"/>
                  <a:pt x="583058" y="78369"/>
                </a:cubicBezTo>
                <a:cubicBezTo>
                  <a:pt x="569890" y="91537"/>
                  <a:pt x="554014" y="100343"/>
                  <a:pt x="537134" y="104416"/>
                </a:cubicBezTo>
                <a:cubicBezTo>
                  <a:pt x="546225" y="119205"/>
                  <a:pt x="551214" y="136643"/>
                  <a:pt x="551214" y="155247"/>
                </a:cubicBezTo>
                <a:cubicBezTo>
                  <a:pt x="551214" y="182497"/>
                  <a:pt x="540509" y="207247"/>
                  <a:pt x="522928" y="225380"/>
                </a:cubicBezTo>
                <a:lnTo>
                  <a:pt x="522928" y="225380"/>
                </a:lnTo>
                <a:cubicBezTo>
                  <a:pt x="504794" y="242961"/>
                  <a:pt x="480045" y="253667"/>
                  <a:pt x="452794" y="253667"/>
                </a:cubicBezTo>
                <a:cubicBezTo>
                  <a:pt x="434191" y="253667"/>
                  <a:pt x="416753" y="248677"/>
                  <a:pt x="401964" y="239586"/>
                </a:cubicBezTo>
                <a:cubicBezTo>
                  <a:pt x="397891" y="256466"/>
                  <a:pt x="389084" y="272342"/>
                  <a:pt x="375917" y="285509"/>
                </a:cubicBezTo>
                <a:cubicBezTo>
                  <a:pt x="356649" y="304778"/>
                  <a:pt x="331578" y="314709"/>
                  <a:pt x="306324" y="315100"/>
                </a:cubicBezTo>
                <a:lnTo>
                  <a:pt x="306324" y="315100"/>
                </a:lnTo>
                <a:cubicBezTo>
                  <a:pt x="281070" y="314709"/>
                  <a:pt x="255999" y="304778"/>
                  <a:pt x="236731" y="285509"/>
                </a:cubicBezTo>
                <a:cubicBezTo>
                  <a:pt x="223571" y="272349"/>
                  <a:pt x="214766" y="256482"/>
                  <a:pt x="210610" y="239626"/>
                </a:cubicBezTo>
                <a:cubicBezTo>
                  <a:pt x="195839" y="248693"/>
                  <a:pt x="178427" y="253666"/>
                  <a:pt x="159854" y="253666"/>
                </a:cubicBezTo>
                <a:cubicBezTo>
                  <a:pt x="132604" y="253666"/>
                  <a:pt x="107854" y="242961"/>
                  <a:pt x="89720" y="225380"/>
                </a:cubicBezTo>
                <a:lnTo>
                  <a:pt x="89720" y="225380"/>
                </a:lnTo>
                <a:cubicBezTo>
                  <a:pt x="72140" y="207247"/>
                  <a:pt x="61434" y="182497"/>
                  <a:pt x="61434" y="155247"/>
                </a:cubicBezTo>
                <a:cubicBezTo>
                  <a:pt x="61434" y="136673"/>
                  <a:pt x="66408" y="119262"/>
                  <a:pt x="75474" y="104490"/>
                </a:cubicBezTo>
                <a:cubicBezTo>
                  <a:pt x="58618" y="100334"/>
                  <a:pt x="42751" y="91530"/>
                  <a:pt x="29591" y="78369"/>
                </a:cubicBezTo>
                <a:cubicBezTo>
                  <a:pt x="10322" y="59101"/>
                  <a:pt x="391" y="34030"/>
                  <a:pt x="0" y="8776"/>
                </a:cubicBezTo>
                <a:lnTo>
                  <a:pt x="0" y="8776"/>
                </a:lnTo>
                <a:lnTo>
                  <a:pt x="1828" y="0"/>
                </a:lnTo>
                <a:lnTo>
                  <a:pt x="13374" y="0"/>
                </a:lnTo>
                <a:cubicBezTo>
                  <a:pt x="11782" y="2802"/>
                  <a:pt x="11567" y="5771"/>
                  <a:pt x="11501" y="8744"/>
                </a:cubicBezTo>
                <a:lnTo>
                  <a:pt x="96667" y="8744"/>
                </a:lnTo>
                <a:lnTo>
                  <a:pt x="96667" y="8808"/>
                </a:lnTo>
                <a:lnTo>
                  <a:pt x="11501" y="8808"/>
                </a:lnTo>
                <a:cubicBezTo>
                  <a:pt x="11990" y="30964"/>
                  <a:pt x="20815" y="52893"/>
                  <a:pt x="37722" y="69800"/>
                </a:cubicBezTo>
                <a:cubicBezTo>
                  <a:pt x="50477" y="82555"/>
                  <a:pt x="66091" y="90711"/>
                  <a:pt x="82592" y="93753"/>
                </a:cubicBezTo>
                <a:cubicBezTo>
                  <a:pt x="100880" y="69151"/>
                  <a:pt x="130228" y="53433"/>
                  <a:pt x="163247" y="53433"/>
                </a:cubicBezTo>
                <a:cubicBezTo>
                  <a:pt x="186137" y="53872"/>
                  <a:pt x="201262" y="50984"/>
                  <a:pt x="211355" y="39116"/>
                </a:cubicBezTo>
                <a:cubicBezTo>
                  <a:pt x="212796" y="37420"/>
                  <a:pt x="214135" y="35542"/>
                  <a:pt x="215380" y="33463"/>
                </a:cubicBezTo>
                <a:lnTo>
                  <a:pt x="215236" y="0"/>
                </a:lnTo>
                <a:lnTo>
                  <a:pt x="223507" y="0"/>
                </a:lnTo>
                <a:cubicBezTo>
                  <a:pt x="219688" y="24354"/>
                  <a:pt x="227777" y="49750"/>
                  <a:pt x="246535" y="68520"/>
                </a:cubicBezTo>
                <a:lnTo>
                  <a:pt x="254763" y="60293"/>
                </a:lnTo>
                <a:cubicBezTo>
                  <a:pt x="254771" y="60299"/>
                  <a:pt x="254778" y="60307"/>
                  <a:pt x="254786" y="60315"/>
                </a:cubicBezTo>
                <a:lnTo>
                  <a:pt x="254808" y="60338"/>
                </a:lnTo>
                <a:lnTo>
                  <a:pt x="246580" y="68565"/>
                </a:lnTo>
                <a:cubicBezTo>
                  <a:pt x="279582" y="101547"/>
                  <a:pt x="333066" y="101547"/>
                  <a:pt x="366068" y="68565"/>
                </a:cubicBezTo>
                <a:lnTo>
                  <a:pt x="357840" y="60338"/>
                </a:lnTo>
                <a:cubicBezTo>
                  <a:pt x="357847" y="60330"/>
                  <a:pt x="357855" y="60322"/>
                  <a:pt x="357862" y="60315"/>
                </a:cubicBezTo>
                <a:lnTo>
                  <a:pt x="357885" y="60293"/>
                </a:lnTo>
                <a:lnTo>
                  <a:pt x="366113" y="68520"/>
                </a:lnTo>
                <a:cubicBezTo>
                  <a:pt x="384872" y="49750"/>
                  <a:pt x="392961" y="24354"/>
                  <a:pt x="389142" y="0"/>
                </a:cubicBezTo>
                <a:lnTo>
                  <a:pt x="397337" y="0"/>
                </a:lnTo>
                <a:cubicBezTo>
                  <a:pt x="401479" y="11094"/>
                  <a:pt x="400548" y="22668"/>
                  <a:pt x="397481" y="33790"/>
                </a:cubicBezTo>
                <a:cubicBezTo>
                  <a:pt x="407439" y="50142"/>
                  <a:pt x="423417" y="53932"/>
                  <a:pt x="449401" y="53433"/>
                </a:cubicBezTo>
                <a:cubicBezTo>
                  <a:pt x="482408" y="53434"/>
                  <a:pt x="511746" y="69140"/>
                  <a:pt x="530035" y="93727"/>
                </a:cubicBezTo>
                <a:cubicBezTo>
                  <a:pt x="546543" y="90718"/>
                  <a:pt x="562165" y="82561"/>
                  <a:pt x="574926" y="69800"/>
                </a:cubicBezTo>
                <a:cubicBezTo>
                  <a:pt x="591833" y="52893"/>
                  <a:pt x="600659" y="30964"/>
                  <a:pt x="601147" y="8808"/>
                </a:cubicBezTo>
                <a:lnTo>
                  <a:pt x="515982" y="8808"/>
                </a:lnTo>
                <a:lnTo>
                  <a:pt x="515981" y="8744"/>
                </a:lnTo>
                <a:lnTo>
                  <a:pt x="601147" y="8744"/>
                </a:lnTo>
                <a:lnTo>
                  <a:pt x="599275" y="0"/>
                </a:lnTo>
                <a:lnTo>
                  <a:pt x="610820" y="0"/>
                </a:lnTo>
                <a:cubicBezTo>
                  <a:pt x="612423" y="2826"/>
                  <a:pt x="612602" y="5800"/>
                  <a:pt x="612648" y="8776"/>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31" name="Teardrop 3"/>
          <p:cNvSpPr/>
          <p:nvPr/>
        </p:nvSpPr>
        <p:spPr>
          <a:xfrm rot="5400000" flipH="1" flipV="1">
            <a:off x="1387532" y="3490488"/>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32" name="Teardrop 3"/>
          <p:cNvSpPr/>
          <p:nvPr/>
        </p:nvSpPr>
        <p:spPr>
          <a:xfrm rot="5400000" flipH="1" flipV="1">
            <a:off x="2230072" y="3490488"/>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33" name="Teardrop 3"/>
          <p:cNvSpPr/>
          <p:nvPr/>
        </p:nvSpPr>
        <p:spPr>
          <a:xfrm rot="5400000" flipH="1" flipV="1">
            <a:off x="3072612" y="3490488"/>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34" name="Teardrop 3"/>
          <p:cNvSpPr/>
          <p:nvPr/>
        </p:nvSpPr>
        <p:spPr>
          <a:xfrm rot="5400000" flipH="1" flipV="1">
            <a:off x="3915152" y="3490488"/>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35" name="Teardrop 3"/>
          <p:cNvSpPr/>
          <p:nvPr/>
        </p:nvSpPr>
        <p:spPr>
          <a:xfrm rot="5400000" flipH="1" flipV="1">
            <a:off x="4757692" y="3490488"/>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36" name="Teardrop 3"/>
          <p:cNvSpPr/>
          <p:nvPr/>
        </p:nvSpPr>
        <p:spPr>
          <a:xfrm rot="5400000" flipH="1" flipV="1">
            <a:off x="5600232" y="3490488"/>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37" name="Teardrop 3"/>
          <p:cNvSpPr/>
          <p:nvPr/>
        </p:nvSpPr>
        <p:spPr>
          <a:xfrm rot="5400000" flipH="1" flipV="1">
            <a:off x="8127852" y="3490488"/>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38" name="Teardrop 3"/>
          <p:cNvSpPr/>
          <p:nvPr/>
        </p:nvSpPr>
        <p:spPr>
          <a:xfrm rot="5400000" flipH="1" flipV="1">
            <a:off x="7285312" y="3490488"/>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39" name="Teardrop 3"/>
          <p:cNvSpPr/>
          <p:nvPr/>
        </p:nvSpPr>
        <p:spPr>
          <a:xfrm rot="5400000" flipH="1" flipV="1">
            <a:off x="9812932" y="3490488"/>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40" name="Teardrop 3"/>
          <p:cNvSpPr/>
          <p:nvPr/>
        </p:nvSpPr>
        <p:spPr>
          <a:xfrm rot="5400000" flipH="1" flipV="1">
            <a:off x="8970392" y="3490488"/>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41" name="Teardrop 3"/>
          <p:cNvSpPr/>
          <p:nvPr/>
        </p:nvSpPr>
        <p:spPr>
          <a:xfrm rot="5400000" flipH="1" flipV="1">
            <a:off x="11498011" y="3490488"/>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42" name="Teardrop 3"/>
          <p:cNvSpPr/>
          <p:nvPr/>
        </p:nvSpPr>
        <p:spPr>
          <a:xfrm rot="5400000" flipH="1" flipV="1">
            <a:off x="10655472" y="3490488"/>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43" name="Teardrop 3"/>
          <p:cNvSpPr/>
          <p:nvPr/>
        </p:nvSpPr>
        <p:spPr>
          <a:xfrm rot="5400000" flipH="1" flipV="1">
            <a:off x="544992" y="3490488"/>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44" name="Oval 843"/>
          <p:cNvSpPr/>
          <p:nvPr/>
        </p:nvSpPr>
        <p:spPr>
          <a:xfrm>
            <a:off x="6664511" y="3712646"/>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45" name="Oval 844"/>
          <p:cNvSpPr/>
          <p:nvPr/>
        </p:nvSpPr>
        <p:spPr>
          <a:xfrm>
            <a:off x="766731" y="3712646"/>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46" name="Oval 845"/>
          <p:cNvSpPr/>
          <p:nvPr/>
        </p:nvSpPr>
        <p:spPr>
          <a:xfrm>
            <a:off x="1609271" y="3712646"/>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47" name="Oval 846"/>
          <p:cNvSpPr/>
          <p:nvPr/>
        </p:nvSpPr>
        <p:spPr>
          <a:xfrm>
            <a:off x="2451811" y="3712646"/>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48" name="Oval 847"/>
          <p:cNvSpPr/>
          <p:nvPr/>
        </p:nvSpPr>
        <p:spPr>
          <a:xfrm>
            <a:off x="3294351" y="3712646"/>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49" name="Oval 848"/>
          <p:cNvSpPr/>
          <p:nvPr/>
        </p:nvSpPr>
        <p:spPr>
          <a:xfrm>
            <a:off x="4136891" y="3712646"/>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50" name="Oval 849"/>
          <p:cNvSpPr/>
          <p:nvPr/>
        </p:nvSpPr>
        <p:spPr>
          <a:xfrm>
            <a:off x="4979431" y="3712646"/>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51" name="Oval 850"/>
          <p:cNvSpPr/>
          <p:nvPr/>
        </p:nvSpPr>
        <p:spPr>
          <a:xfrm>
            <a:off x="5821971" y="3712646"/>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52" name="Oval 851"/>
          <p:cNvSpPr/>
          <p:nvPr/>
        </p:nvSpPr>
        <p:spPr>
          <a:xfrm>
            <a:off x="8349591" y="3712646"/>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53" name="Oval 852"/>
          <p:cNvSpPr/>
          <p:nvPr/>
        </p:nvSpPr>
        <p:spPr>
          <a:xfrm>
            <a:off x="7507051" y="3712646"/>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54" name="Oval 853"/>
          <p:cNvSpPr/>
          <p:nvPr/>
        </p:nvSpPr>
        <p:spPr>
          <a:xfrm>
            <a:off x="10034671" y="3712646"/>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55" name="Oval 854"/>
          <p:cNvSpPr/>
          <p:nvPr/>
        </p:nvSpPr>
        <p:spPr>
          <a:xfrm>
            <a:off x="9192131" y="3712646"/>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56" name="Oval 855"/>
          <p:cNvSpPr/>
          <p:nvPr/>
        </p:nvSpPr>
        <p:spPr>
          <a:xfrm>
            <a:off x="11719750" y="3712646"/>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57" name="Oval 856"/>
          <p:cNvSpPr/>
          <p:nvPr/>
        </p:nvSpPr>
        <p:spPr>
          <a:xfrm>
            <a:off x="10877211" y="3712646"/>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58" name="Teardrop 3"/>
          <p:cNvSpPr/>
          <p:nvPr/>
        </p:nvSpPr>
        <p:spPr>
          <a:xfrm rot="5400000" flipH="1" flipV="1">
            <a:off x="6021182" y="3914584"/>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59" name="Teardrop 3"/>
          <p:cNvSpPr/>
          <p:nvPr/>
        </p:nvSpPr>
        <p:spPr>
          <a:xfrm rot="5400000" flipH="1" flipV="1">
            <a:off x="965942" y="3914584"/>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60" name="Teardrop 3"/>
          <p:cNvSpPr/>
          <p:nvPr/>
        </p:nvSpPr>
        <p:spPr>
          <a:xfrm rot="5400000" flipH="1" flipV="1">
            <a:off x="1808482" y="3914584"/>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61" name="Teardrop 3"/>
          <p:cNvSpPr/>
          <p:nvPr/>
        </p:nvSpPr>
        <p:spPr>
          <a:xfrm rot="5400000" flipH="1" flipV="1">
            <a:off x="2651022" y="3914584"/>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62" name="Teardrop 3"/>
          <p:cNvSpPr/>
          <p:nvPr/>
        </p:nvSpPr>
        <p:spPr>
          <a:xfrm rot="5400000" flipH="1" flipV="1">
            <a:off x="3493562" y="3914584"/>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63" name="Teardrop 3"/>
          <p:cNvSpPr/>
          <p:nvPr/>
        </p:nvSpPr>
        <p:spPr>
          <a:xfrm rot="5400000" flipH="1" flipV="1">
            <a:off x="4336102" y="3914584"/>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64" name="Teardrop 3"/>
          <p:cNvSpPr/>
          <p:nvPr/>
        </p:nvSpPr>
        <p:spPr>
          <a:xfrm rot="5400000" flipH="1" flipV="1">
            <a:off x="5178642" y="3914584"/>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65" name="Teardrop 3"/>
          <p:cNvSpPr/>
          <p:nvPr/>
        </p:nvSpPr>
        <p:spPr>
          <a:xfrm rot="5400000" flipH="1" flipV="1">
            <a:off x="7706262" y="3914584"/>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66" name="Teardrop 3"/>
          <p:cNvSpPr/>
          <p:nvPr/>
        </p:nvSpPr>
        <p:spPr>
          <a:xfrm rot="5400000" flipH="1" flipV="1">
            <a:off x="6863722" y="3914584"/>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67" name="Teardrop 3"/>
          <p:cNvSpPr/>
          <p:nvPr/>
        </p:nvSpPr>
        <p:spPr>
          <a:xfrm rot="5400000" flipH="1" flipV="1">
            <a:off x="9391342" y="3914584"/>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68" name="Teardrop 3"/>
          <p:cNvSpPr/>
          <p:nvPr/>
        </p:nvSpPr>
        <p:spPr>
          <a:xfrm rot="5400000" flipH="1" flipV="1">
            <a:off x="8548802" y="3914584"/>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69" name="Teardrop 3"/>
          <p:cNvSpPr/>
          <p:nvPr/>
        </p:nvSpPr>
        <p:spPr>
          <a:xfrm rot="5400000" flipH="1" flipV="1">
            <a:off x="11076421" y="3914584"/>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70" name="Teardrop 3"/>
          <p:cNvSpPr/>
          <p:nvPr/>
        </p:nvSpPr>
        <p:spPr>
          <a:xfrm rot="5400000" flipH="1" flipV="1">
            <a:off x="10233882" y="3914584"/>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71" name="Teardrop 3"/>
          <p:cNvSpPr/>
          <p:nvPr/>
        </p:nvSpPr>
        <p:spPr>
          <a:xfrm rot="5400000" flipH="1" flipV="1">
            <a:off x="123402" y="3914584"/>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72" name="Teardrop 3"/>
          <p:cNvSpPr/>
          <p:nvPr/>
        </p:nvSpPr>
        <p:spPr>
          <a:xfrm rot="5400000" flipH="1" flipV="1">
            <a:off x="11760002" y="4069935"/>
            <a:ext cx="595781" cy="268215"/>
          </a:xfrm>
          <a:custGeom>
            <a:avLst/>
            <a:gdLst/>
            <a:ahLst/>
            <a:cxnLst/>
            <a:rect l="l" t="t" r="r" b="b"/>
            <a:pathLst>
              <a:path w="595781" h="268215">
                <a:moveTo>
                  <a:pt x="230951" y="239431"/>
                </a:moveTo>
                <a:lnTo>
                  <a:pt x="89396" y="97876"/>
                </a:lnTo>
                <a:cubicBezTo>
                  <a:pt x="74075" y="113887"/>
                  <a:pt x="64809" y="135634"/>
                  <a:pt x="64809" y="159544"/>
                </a:cubicBezTo>
                <a:cubicBezTo>
                  <a:pt x="64809" y="209563"/>
                  <a:pt x="105358" y="250112"/>
                  <a:pt x="155376" y="250112"/>
                </a:cubicBezTo>
                <a:cubicBezTo>
                  <a:pt x="174455" y="249746"/>
                  <a:pt x="198601" y="254980"/>
                  <a:pt x="211458" y="268141"/>
                </a:cubicBezTo>
                <a:cubicBezTo>
                  <a:pt x="215886" y="257686"/>
                  <a:pt x="222436" y="247948"/>
                  <a:pt x="230951" y="239431"/>
                </a:cubicBezTo>
                <a:close/>
                <a:moveTo>
                  <a:pt x="259706" y="219892"/>
                </a:moveTo>
                <a:cubicBezTo>
                  <a:pt x="246546" y="207035"/>
                  <a:pt x="241311" y="182889"/>
                  <a:pt x="241677" y="163811"/>
                </a:cubicBezTo>
                <a:cubicBezTo>
                  <a:pt x="241677" y="113792"/>
                  <a:pt x="201129" y="73244"/>
                  <a:pt x="151110" y="73244"/>
                </a:cubicBezTo>
                <a:cubicBezTo>
                  <a:pt x="127200" y="73244"/>
                  <a:pt x="105453" y="82510"/>
                  <a:pt x="89441" y="97831"/>
                </a:cubicBezTo>
                <a:lnTo>
                  <a:pt x="230996" y="239386"/>
                </a:lnTo>
                <a:cubicBezTo>
                  <a:pt x="239514" y="230871"/>
                  <a:pt x="249252" y="224320"/>
                  <a:pt x="259706" y="219892"/>
                </a:cubicBezTo>
                <a:close/>
                <a:moveTo>
                  <a:pt x="382868" y="82592"/>
                </a:moveTo>
                <a:cubicBezTo>
                  <a:pt x="379825" y="66091"/>
                  <a:pt x="371670" y="50477"/>
                  <a:pt x="358914" y="37722"/>
                </a:cubicBezTo>
                <a:cubicBezTo>
                  <a:pt x="342007" y="20815"/>
                  <a:pt x="320078" y="11989"/>
                  <a:pt x="297922" y="11501"/>
                </a:cubicBezTo>
                <a:lnTo>
                  <a:pt x="297922" y="96667"/>
                </a:lnTo>
                <a:lnTo>
                  <a:pt x="297858" y="96667"/>
                </a:lnTo>
                <a:lnTo>
                  <a:pt x="297858" y="11501"/>
                </a:lnTo>
                <a:cubicBezTo>
                  <a:pt x="275703" y="11990"/>
                  <a:pt x="253774" y="20815"/>
                  <a:pt x="236866" y="37722"/>
                </a:cubicBezTo>
                <a:cubicBezTo>
                  <a:pt x="224105" y="50483"/>
                  <a:pt x="215948" y="66105"/>
                  <a:pt x="212939" y="82613"/>
                </a:cubicBezTo>
                <a:cubicBezTo>
                  <a:pt x="237527" y="100902"/>
                  <a:pt x="253233" y="130241"/>
                  <a:pt x="253233" y="163248"/>
                </a:cubicBezTo>
                <a:cubicBezTo>
                  <a:pt x="252735" y="189232"/>
                  <a:pt x="256525" y="205210"/>
                  <a:pt x="272877" y="215167"/>
                </a:cubicBezTo>
                <a:cubicBezTo>
                  <a:pt x="289126" y="210687"/>
                  <a:pt x="306340" y="210767"/>
                  <a:pt x="322577" y="215380"/>
                </a:cubicBezTo>
                <a:cubicBezTo>
                  <a:pt x="324655" y="214136"/>
                  <a:pt x="326534" y="212797"/>
                  <a:pt x="328229" y="211355"/>
                </a:cubicBezTo>
                <a:cubicBezTo>
                  <a:pt x="340097" y="201263"/>
                  <a:pt x="342986" y="186138"/>
                  <a:pt x="342547" y="163248"/>
                </a:cubicBezTo>
                <a:cubicBezTo>
                  <a:pt x="342547" y="130228"/>
                  <a:pt x="358265" y="100880"/>
                  <a:pt x="382868" y="82592"/>
                </a:cubicBezTo>
                <a:close/>
                <a:moveTo>
                  <a:pt x="506339" y="97830"/>
                </a:moveTo>
                <a:cubicBezTo>
                  <a:pt x="490327" y="82509"/>
                  <a:pt x="468581" y="73244"/>
                  <a:pt x="444670" y="73244"/>
                </a:cubicBezTo>
                <a:cubicBezTo>
                  <a:pt x="394652" y="73244"/>
                  <a:pt x="354103" y="113792"/>
                  <a:pt x="354103" y="163811"/>
                </a:cubicBezTo>
                <a:cubicBezTo>
                  <a:pt x="354470" y="182914"/>
                  <a:pt x="349220" y="207099"/>
                  <a:pt x="336023" y="219944"/>
                </a:cubicBezTo>
                <a:cubicBezTo>
                  <a:pt x="346519" y="224314"/>
                  <a:pt x="356263" y="230867"/>
                  <a:pt x="364783" y="239386"/>
                </a:cubicBezTo>
                <a:close/>
                <a:moveTo>
                  <a:pt x="530971" y="159544"/>
                </a:moveTo>
                <a:cubicBezTo>
                  <a:pt x="530971" y="135634"/>
                  <a:pt x="521705" y="113887"/>
                  <a:pt x="506384" y="97876"/>
                </a:cubicBezTo>
                <a:lnTo>
                  <a:pt x="364828" y="239431"/>
                </a:lnTo>
                <a:cubicBezTo>
                  <a:pt x="373348" y="247952"/>
                  <a:pt x="379901" y="257695"/>
                  <a:pt x="384270" y="268192"/>
                </a:cubicBezTo>
                <a:cubicBezTo>
                  <a:pt x="397115" y="254994"/>
                  <a:pt x="421300" y="249745"/>
                  <a:pt x="440404" y="250111"/>
                </a:cubicBezTo>
                <a:cubicBezTo>
                  <a:pt x="465413" y="250112"/>
                  <a:pt x="488055" y="239974"/>
                  <a:pt x="504444" y="223585"/>
                </a:cubicBezTo>
                <a:cubicBezTo>
                  <a:pt x="520834" y="207196"/>
                  <a:pt x="530971" y="184554"/>
                  <a:pt x="530971" y="159544"/>
                </a:cubicBezTo>
                <a:close/>
                <a:moveTo>
                  <a:pt x="595781" y="268215"/>
                </a:moveTo>
                <a:lnTo>
                  <a:pt x="581969" y="268215"/>
                </a:lnTo>
                <a:cubicBezTo>
                  <a:pt x="578743" y="259654"/>
                  <a:pt x="573266" y="252074"/>
                  <a:pt x="566492" y="245300"/>
                </a:cubicBezTo>
                <a:cubicBezTo>
                  <a:pt x="553737" y="232545"/>
                  <a:pt x="538123" y="224389"/>
                  <a:pt x="521623" y="221347"/>
                </a:cubicBezTo>
                <a:cubicBezTo>
                  <a:pt x="519174" y="225205"/>
                  <a:pt x="516174" y="228633"/>
                  <a:pt x="512960" y="231847"/>
                </a:cubicBezTo>
                <a:cubicBezTo>
                  <a:pt x="494535" y="250272"/>
                  <a:pt x="469082" y="261667"/>
                  <a:pt x="440967" y="261667"/>
                </a:cubicBezTo>
                <a:cubicBezTo>
                  <a:pt x="425629" y="261373"/>
                  <a:pt x="413777" y="262574"/>
                  <a:pt x="405186" y="268215"/>
                </a:cubicBezTo>
                <a:lnTo>
                  <a:pt x="372038" y="268215"/>
                </a:lnTo>
                <a:cubicBezTo>
                  <a:pt x="369178" y="260078"/>
                  <a:pt x="364042" y="252948"/>
                  <a:pt x="357679" y="246581"/>
                </a:cubicBezTo>
                <a:lnTo>
                  <a:pt x="349451" y="254808"/>
                </a:lnTo>
                <a:lnTo>
                  <a:pt x="349428" y="254786"/>
                </a:lnTo>
                <a:cubicBezTo>
                  <a:pt x="349421" y="254779"/>
                  <a:pt x="349413" y="254771"/>
                  <a:pt x="349406" y="254763"/>
                </a:cubicBezTo>
                <a:lnTo>
                  <a:pt x="357634" y="246536"/>
                </a:lnTo>
                <a:cubicBezTo>
                  <a:pt x="324632" y="213554"/>
                  <a:pt x="271148" y="213554"/>
                  <a:pt x="238147" y="246536"/>
                </a:cubicBezTo>
                <a:lnTo>
                  <a:pt x="246374" y="254763"/>
                </a:lnTo>
                <a:cubicBezTo>
                  <a:pt x="246367" y="254771"/>
                  <a:pt x="246360" y="254779"/>
                  <a:pt x="246352" y="254786"/>
                </a:cubicBezTo>
                <a:cubicBezTo>
                  <a:pt x="246345" y="254794"/>
                  <a:pt x="246337" y="254801"/>
                  <a:pt x="246329" y="254808"/>
                </a:cubicBezTo>
                <a:lnTo>
                  <a:pt x="238101" y="246581"/>
                </a:lnTo>
                <a:lnTo>
                  <a:pt x="223742" y="268215"/>
                </a:lnTo>
                <a:lnTo>
                  <a:pt x="190546" y="268215"/>
                </a:lnTo>
                <a:cubicBezTo>
                  <a:pt x="181970" y="262570"/>
                  <a:pt x="170130" y="261374"/>
                  <a:pt x="154813" y="261668"/>
                </a:cubicBezTo>
                <a:cubicBezTo>
                  <a:pt x="121806" y="261668"/>
                  <a:pt x="92467" y="245961"/>
                  <a:pt x="74179" y="221373"/>
                </a:cubicBezTo>
                <a:cubicBezTo>
                  <a:pt x="57671" y="224382"/>
                  <a:pt x="42049" y="232539"/>
                  <a:pt x="29288" y="245300"/>
                </a:cubicBezTo>
                <a:lnTo>
                  <a:pt x="13811" y="268215"/>
                </a:lnTo>
                <a:lnTo>
                  <a:pt x="0" y="268215"/>
                </a:lnTo>
                <a:cubicBezTo>
                  <a:pt x="4705" y="256723"/>
                  <a:pt x="11839" y="246048"/>
                  <a:pt x="21157" y="236731"/>
                </a:cubicBezTo>
                <a:cubicBezTo>
                  <a:pt x="34324" y="223564"/>
                  <a:pt x="50200" y="214757"/>
                  <a:pt x="67080" y="210684"/>
                </a:cubicBezTo>
                <a:cubicBezTo>
                  <a:pt x="57990" y="195895"/>
                  <a:pt x="53000" y="178457"/>
                  <a:pt x="53000" y="159854"/>
                </a:cubicBezTo>
                <a:cubicBezTo>
                  <a:pt x="53000" y="132604"/>
                  <a:pt x="63706" y="107854"/>
                  <a:pt x="81286" y="89721"/>
                </a:cubicBezTo>
                <a:cubicBezTo>
                  <a:pt x="99420" y="72140"/>
                  <a:pt x="124170" y="61435"/>
                  <a:pt x="151420" y="61435"/>
                </a:cubicBezTo>
                <a:cubicBezTo>
                  <a:pt x="170023" y="61435"/>
                  <a:pt x="187461" y="66424"/>
                  <a:pt x="202250" y="75515"/>
                </a:cubicBezTo>
                <a:cubicBezTo>
                  <a:pt x="206323" y="58635"/>
                  <a:pt x="215130" y="42758"/>
                  <a:pt x="228297" y="29591"/>
                </a:cubicBezTo>
                <a:cubicBezTo>
                  <a:pt x="247566" y="10322"/>
                  <a:pt x="272636" y="391"/>
                  <a:pt x="297890" y="0"/>
                </a:cubicBezTo>
                <a:cubicBezTo>
                  <a:pt x="323144" y="391"/>
                  <a:pt x="348215" y="10322"/>
                  <a:pt x="367484" y="29591"/>
                </a:cubicBezTo>
                <a:cubicBezTo>
                  <a:pt x="380644" y="42751"/>
                  <a:pt x="389448" y="58618"/>
                  <a:pt x="393604" y="75474"/>
                </a:cubicBezTo>
                <a:cubicBezTo>
                  <a:pt x="408376" y="66408"/>
                  <a:pt x="425787" y="61434"/>
                  <a:pt x="444360" y="61434"/>
                </a:cubicBezTo>
                <a:cubicBezTo>
                  <a:pt x="471611" y="61434"/>
                  <a:pt x="496360" y="72140"/>
                  <a:pt x="514494" y="89721"/>
                </a:cubicBezTo>
                <a:cubicBezTo>
                  <a:pt x="532075" y="107854"/>
                  <a:pt x="542780" y="132604"/>
                  <a:pt x="542780" y="159854"/>
                </a:cubicBezTo>
                <a:cubicBezTo>
                  <a:pt x="542780" y="178427"/>
                  <a:pt x="537807" y="195839"/>
                  <a:pt x="528740" y="210610"/>
                </a:cubicBezTo>
                <a:cubicBezTo>
                  <a:pt x="545596" y="214766"/>
                  <a:pt x="561463" y="223570"/>
                  <a:pt x="574624" y="236731"/>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73" name="Oval 872"/>
          <p:cNvSpPr/>
          <p:nvPr/>
        </p:nvSpPr>
        <p:spPr>
          <a:xfrm>
            <a:off x="7086653" y="4135371"/>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74" name="Oval 873"/>
          <p:cNvSpPr/>
          <p:nvPr/>
        </p:nvSpPr>
        <p:spPr>
          <a:xfrm>
            <a:off x="346333" y="4135371"/>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75" name="Oval 874"/>
          <p:cNvSpPr/>
          <p:nvPr/>
        </p:nvSpPr>
        <p:spPr>
          <a:xfrm>
            <a:off x="1188873" y="4135371"/>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76" name="Oval 875"/>
          <p:cNvSpPr/>
          <p:nvPr/>
        </p:nvSpPr>
        <p:spPr>
          <a:xfrm>
            <a:off x="2031413" y="4135371"/>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77" name="Oval 876"/>
          <p:cNvSpPr/>
          <p:nvPr/>
        </p:nvSpPr>
        <p:spPr>
          <a:xfrm>
            <a:off x="2873953" y="4135371"/>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78" name="Oval 877"/>
          <p:cNvSpPr/>
          <p:nvPr/>
        </p:nvSpPr>
        <p:spPr>
          <a:xfrm>
            <a:off x="3716493" y="4135371"/>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79" name="Oval 878"/>
          <p:cNvSpPr/>
          <p:nvPr/>
        </p:nvSpPr>
        <p:spPr>
          <a:xfrm>
            <a:off x="4559033" y="4135371"/>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80" name="Oval 879"/>
          <p:cNvSpPr/>
          <p:nvPr/>
        </p:nvSpPr>
        <p:spPr>
          <a:xfrm>
            <a:off x="5401573" y="4135371"/>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81" name="Oval 880"/>
          <p:cNvSpPr/>
          <p:nvPr/>
        </p:nvSpPr>
        <p:spPr>
          <a:xfrm>
            <a:off x="6244113" y="4135371"/>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82" name="Oval 881"/>
          <p:cNvSpPr/>
          <p:nvPr/>
        </p:nvSpPr>
        <p:spPr>
          <a:xfrm>
            <a:off x="8771733" y="4135371"/>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83" name="Oval 882"/>
          <p:cNvSpPr/>
          <p:nvPr/>
        </p:nvSpPr>
        <p:spPr>
          <a:xfrm>
            <a:off x="7929193" y="4135371"/>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84" name="Oval 883"/>
          <p:cNvSpPr/>
          <p:nvPr/>
        </p:nvSpPr>
        <p:spPr>
          <a:xfrm>
            <a:off x="10456813" y="4135371"/>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85" name="Oval 884"/>
          <p:cNvSpPr/>
          <p:nvPr/>
        </p:nvSpPr>
        <p:spPr>
          <a:xfrm>
            <a:off x="9614273" y="4135371"/>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86" name="Oval 885"/>
          <p:cNvSpPr/>
          <p:nvPr/>
        </p:nvSpPr>
        <p:spPr>
          <a:xfrm>
            <a:off x="11299353" y="4135371"/>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87" name="Teardrop 3"/>
          <p:cNvSpPr/>
          <p:nvPr/>
        </p:nvSpPr>
        <p:spPr>
          <a:xfrm rot="5400000" flipH="1" flipV="1">
            <a:off x="6636142" y="4185695"/>
            <a:ext cx="232840" cy="539773"/>
          </a:xfrm>
          <a:custGeom>
            <a:avLst/>
            <a:gdLst/>
            <a:ahLst/>
            <a:cxnLst/>
            <a:rect l="l" t="t" r="r" b="b"/>
            <a:pathLst>
              <a:path w="232840" h="539773">
                <a:moveTo>
                  <a:pt x="221340" y="269867"/>
                </a:moveTo>
                <a:cubicBezTo>
                  <a:pt x="220851" y="247712"/>
                  <a:pt x="212026" y="225783"/>
                  <a:pt x="195119" y="208875"/>
                </a:cubicBezTo>
                <a:cubicBezTo>
                  <a:pt x="182363" y="196120"/>
                  <a:pt x="166749" y="187965"/>
                  <a:pt x="150249" y="184922"/>
                </a:cubicBezTo>
                <a:cubicBezTo>
                  <a:pt x="147800" y="188780"/>
                  <a:pt x="144800" y="192208"/>
                  <a:pt x="141586" y="195422"/>
                </a:cubicBezTo>
                <a:cubicBezTo>
                  <a:pt x="123161" y="213847"/>
                  <a:pt x="97708" y="225243"/>
                  <a:pt x="69593" y="225243"/>
                </a:cubicBezTo>
                <a:cubicBezTo>
                  <a:pt x="43433" y="224741"/>
                  <a:pt x="27415" y="228586"/>
                  <a:pt x="17461" y="245213"/>
                </a:cubicBezTo>
                <a:cubicBezTo>
                  <a:pt x="22074" y="261450"/>
                  <a:pt x="22154" y="278664"/>
                  <a:pt x="17673" y="294913"/>
                </a:cubicBezTo>
                <a:cubicBezTo>
                  <a:pt x="27631" y="311265"/>
                  <a:pt x="43609" y="315055"/>
                  <a:pt x="69593" y="314557"/>
                </a:cubicBezTo>
                <a:cubicBezTo>
                  <a:pt x="102600" y="314557"/>
                  <a:pt x="131938" y="330263"/>
                  <a:pt x="150227" y="354851"/>
                </a:cubicBezTo>
                <a:cubicBezTo>
                  <a:pt x="166735" y="351841"/>
                  <a:pt x="182357" y="343684"/>
                  <a:pt x="195118" y="330923"/>
                </a:cubicBezTo>
                <a:cubicBezTo>
                  <a:pt x="212026" y="314016"/>
                  <a:pt x="220851" y="292087"/>
                  <a:pt x="221339" y="269931"/>
                </a:cubicBezTo>
                <a:lnTo>
                  <a:pt x="136174" y="269931"/>
                </a:lnTo>
                <a:lnTo>
                  <a:pt x="136173" y="269867"/>
                </a:lnTo>
                <a:close/>
                <a:moveTo>
                  <a:pt x="232840" y="269899"/>
                </a:moveTo>
                <a:cubicBezTo>
                  <a:pt x="232449" y="295153"/>
                  <a:pt x="222519" y="320224"/>
                  <a:pt x="203250" y="339492"/>
                </a:cubicBezTo>
                <a:cubicBezTo>
                  <a:pt x="190082" y="352660"/>
                  <a:pt x="174206" y="361467"/>
                  <a:pt x="157326" y="365540"/>
                </a:cubicBezTo>
                <a:cubicBezTo>
                  <a:pt x="166417" y="380328"/>
                  <a:pt x="171406" y="397767"/>
                  <a:pt x="171406" y="416370"/>
                </a:cubicBezTo>
                <a:cubicBezTo>
                  <a:pt x="171406" y="443620"/>
                  <a:pt x="160701" y="468370"/>
                  <a:pt x="143120" y="486503"/>
                </a:cubicBezTo>
                <a:lnTo>
                  <a:pt x="143120" y="486504"/>
                </a:lnTo>
                <a:cubicBezTo>
                  <a:pt x="124986" y="504084"/>
                  <a:pt x="100237" y="514790"/>
                  <a:pt x="72986" y="514790"/>
                </a:cubicBezTo>
                <a:cubicBezTo>
                  <a:pt x="54383" y="514790"/>
                  <a:pt x="36945" y="509800"/>
                  <a:pt x="22156" y="500710"/>
                </a:cubicBezTo>
                <a:lnTo>
                  <a:pt x="0" y="539773"/>
                </a:lnTo>
                <a:lnTo>
                  <a:pt x="0" y="521718"/>
                </a:lnTo>
                <a:cubicBezTo>
                  <a:pt x="5973" y="513180"/>
                  <a:pt x="9654" y="503556"/>
                  <a:pt x="11467" y="493611"/>
                </a:cubicBezTo>
                <a:lnTo>
                  <a:pt x="0" y="480024"/>
                </a:lnTo>
                <a:lnTo>
                  <a:pt x="0" y="462727"/>
                </a:lnTo>
                <a:cubicBezTo>
                  <a:pt x="14950" y="487415"/>
                  <a:pt x="42305" y="502981"/>
                  <a:pt x="73296" y="502981"/>
                </a:cubicBezTo>
                <a:cubicBezTo>
                  <a:pt x="97207" y="502981"/>
                  <a:pt x="118953" y="493715"/>
                  <a:pt x="134965" y="478394"/>
                </a:cubicBezTo>
                <a:lnTo>
                  <a:pt x="0" y="343429"/>
                </a:lnTo>
                <a:lnTo>
                  <a:pt x="0" y="343339"/>
                </a:lnTo>
                <a:lnTo>
                  <a:pt x="135010" y="478348"/>
                </a:lnTo>
                <a:cubicBezTo>
                  <a:pt x="150331" y="462337"/>
                  <a:pt x="159597" y="440590"/>
                  <a:pt x="159597" y="416680"/>
                </a:cubicBezTo>
                <a:cubicBezTo>
                  <a:pt x="159597" y="366661"/>
                  <a:pt x="119048" y="326112"/>
                  <a:pt x="69030" y="326113"/>
                </a:cubicBezTo>
                <a:cubicBezTo>
                  <a:pt x="49952" y="326479"/>
                  <a:pt x="25806" y="321244"/>
                  <a:pt x="12948" y="308084"/>
                </a:cubicBezTo>
                <a:lnTo>
                  <a:pt x="0" y="327154"/>
                </a:lnTo>
                <a:lnTo>
                  <a:pt x="0" y="309010"/>
                </a:lnTo>
                <a:cubicBezTo>
                  <a:pt x="14338" y="284867"/>
                  <a:pt x="14338" y="254933"/>
                  <a:pt x="0" y="230790"/>
                </a:cubicBezTo>
                <a:lnTo>
                  <a:pt x="0" y="212690"/>
                </a:lnTo>
                <a:cubicBezTo>
                  <a:pt x="6036" y="217996"/>
                  <a:pt x="9959" y="224711"/>
                  <a:pt x="12896" y="231767"/>
                </a:cubicBezTo>
                <a:cubicBezTo>
                  <a:pt x="25742" y="218569"/>
                  <a:pt x="49927" y="213320"/>
                  <a:pt x="69030" y="213687"/>
                </a:cubicBezTo>
                <a:cubicBezTo>
                  <a:pt x="94039" y="213687"/>
                  <a:pt x="116681" y="203550"/>
                  <a:pt x="133071" y="187160"/>
                </a:cubicBezTo>
                <a:cubicBezTo>
                  <a:pt x="149460" y="170771"/>
                  <a:pt x="159597" y="148129"/>
                  <a:pt x="159597" y="123120"/>
                </a:cubicBezTo>
                <a:cubicBezTo>
                  <a:pt x="159597" y="99209"/>
                  <a:pt x="150331" y="77463"/>
                  <a:pt x="135010" y="61451"/>
                </a:cubicBezTo>
                <a:lnTo>
                  <a:pt x="0" y="196461"/>
                </a:lnTo>
                <a:lnTo>
                  <a:pt x="0" y="196370"/>
                </a:lnTo>
                <a:lnTo>
                  <a:pt x="134965" y="61406"/>
                </a:lnTo>
                <a:cubicBezTo>
                  <a:pt x="118953" y="46085"/>
                  <a:pt x="97207" y="36819"/>
                  <a:pt x="73296" y="36819"/>
                </a:cubicBezTo>
                <a:cubicBezTo>
                  <a:pt x="42305" y="36819"/>
                  <a:pt x="14950" y="52385"/>
                  <a:pt x="0" y="77073"/>
                </a:cubicBezTo>
                <a:lnTo>
                  <a:pt x="0" y="59780"/>
                </a:lnTo>
                <a:cubicBezTo>
                  <a:pt x="2240" y="53717"/>
                  <a:pt x="6698" y="49732"/>
                  <a:pt x="11494" y="46167"/>
                </a:cubicBezTo>
                <a:cubicBezTo>
                  <a:pt x="9661" y="36227"/>
                  <a:pt x="5972" y="26608"/>
                  <a:pt x="0" y="18074"/>
                </a:cubicBezTo>
                <a:lnTo>
                  <a:pt x="0" y="0"/>
                </a:lnTo>
                <a:cubicBezTo>
                  <a:pt x="11637" y="10773"/>
                  <a:pt x="18655" y="24545"/>
                  <a:pt x="22230" y="39049"/>
                </a:cubicBezTo>
                <a:cubicBezTo>
                  <a:pt x="37002" y="29983"/>
                  <a:pt x="54413" y="25010"/>
                  <a:pt x="72986" y="25010"/>
                </a:cubicBezTo>
                <a:cubicBezTo>
                  <a:pt x="100237" y="25010"/>
                  <a:pt x="124986" y="35715"/>
                  <a:pt x="143120" y="53296"/>
                </a:cubicBezTo>
                <a:cubicBezTo>
                  <a:pt x="160701" y="71430"/>
                  <a:pt x="171406" y="96180"/>
                  <a:pt x="171406" y="123429"/>
                </a:cubicBezTo>
                <a:cubicBezTo>
                  <a:pt x="171406" y="142002"/>
                  <a:pt x="166433" y="159414"/>
                  <a:pt x="157367" y="174185"/>
                </a:cubicBezTo>
                <a:cubicBezTo>
                  <a:pt x="174223" y="178341"/>
                  <a:pt x="190089" y="187146"/>
                  <a:pt x="203250" y="200306"/>
                </a:cubicBezTo>
                <a:cubicBezTo>
                  <a:pt x="222519" y="219575"/>
                  <a:pt x="232449" y="244645"/>
                  <a:pt x="232840" y="269899"/>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88" name="Teardrop 3"/>
          <p:cNvSpPr/>
          <p:nvPr/>
        </p:nvSpPr>
        <p:spPr>
          <a:xfrm rot="5400000" flipH="1" flipV="1">
            <a:off x="22905" y="4316257"/>
            <a:ext cx="232840" cy="278649"/>
          </a:xfrm>
          <a:custGeom>
            <a:avLst/>
            <a:gdLst/>
            <a:ahLst/>
            <a:cxnLst/>
            <a:rect l="l" t="t" r="r" b="b"/>
            <a:pathLst>
              <a:path w="232840" h="278649">
                <a:moveTo>
                  <a:pt x="232840" y="8776"/>
                </a:moveTo>
                <a:cubicBezTo>
                  <a:pt x="232449" y="34030"/>
                  <a:pt x="222519" y="59101"/>
                  <a:pt x="203250" y="78369"/>
                </a:cubicBezTo>
                <a:cubicBezTo>
                  <a:pt x="190082" y="91537"/>
                  <a:pt x="174206" y="100343"/>
                  <a:pt x="157326" y="104416"/>
                </a:cubicBezTo>
                <a:cubicBezTo>
                  <a:pt x="166417" y="119205"/>
                  <a:pt x="171406" y="136643"/>
                  <a:pt x="171406" y="155247"/>
                </a:cubicBezTo>
                <a:cubicBezTo>
                  <a:pt x="171406" y="182497"/>
                  <a:pt x="160701" y="207247"/>
                  <a:pt x="143120" y="225380"/>
                </a:cubicBezTo>
                <a:cubicBezTo>
                  <a:pt x="124986" y="242961"/>
                  <a:pt x="100237" y="253667"/>
                  <a:pt x="72986" y="253667"/>
                </a:cubicBezTo>
                <a:cubicBezTo>
                  <a:pt x="54383" y="253667"/>
                  <a:pt x="36945" y="248677"/>
                  <a:pt x="22156" y="239586"/>
                </a:cubicBezTo>
                <a:lnTo>
                  <a:pt x="0" y="278649"/>
                </a:lnTo>
                <a:lnTo>
                  <a:pt x="0" y="260595"/>
                </a:lnTo>
                <a:cubicBezTo>
                  <a:pt x="5973" y="252057"/>
                  <a:pt x="9654" y="242433"/>
                  <a:pt x="11467" y="232488"/>
                </a:cubicBezTo>
                <a:lnTo>
                  <a:pt x="0" y="218900"/>
                </a:lnTo>
                <a:lnTo>
                  <a:pt x="0" y="201603"/>
                </a:lnTo>
                <a:cubicBezTo>
                  <a:pt x="14950" y="226291"/>
                  <a:pt x="42305" y="241857"/>
                  <a:pt x="73296" y="241857"/>
                </a:cubicBezTo>
                <a:cubicBezTo>
                  <a:pt x="97207" y="241857"/>
                  <a:pt x="118953" y="232592"/>
                  <a:pt x="134965" y="217271"/>
                </a:cubicBezTo>
                <a:lnTo>
                  <a:pt x="0" y="82306"/>
                </a:lnTo>
                <a:lnTo>
                  <a:pt x="0" y="82216"/>
                </a:lnTo>
                <a:lnTo>
                  <a:pt x="135010" y="217225"/>
                </a:lnTo>
                <a:cubicBezTo>
                  <a:pt x="150331" y="201213"/>
                  <a:pt x="159597" y="179467"/>
                  <a:pt x="159597" y="155556"/>
                </a:cubicBezTo>
                <a:cubicBezTo>
                  <a:pt x="159597" y="105538"/>
                  <a:pt x="119048" y="64989"/>
                  <a:pt x="69030" y="64989"/>
                </a:cubicBezTo>
                <a:cubicBezTo>
                  <a:pt x="49952" y="65355"/>
                  <a:pt x="25806" y="60121"/>
                  <a:pt x="12948" y="46961"/>
                </a:cubicBezTo>
                <a:lnTo>
                  <a:pt x="0" y="66032"/>
                </a:lnTo>
                <a:lnTo>
                  <a:pt x="0" y="46474"/>
                </a:lnTo>
                <a:cubicBezTo>
                  <a:pt x="9193" y="32573"/>
                  <a:pt x="11853" y="16060"/>
                  <a:pt x="9334" y="0"/>
                </a:cubicBezTo>
                <a:lnTo>
                  <a:pt x="17529" y="0"/>
                </a:lnTo>
                <a:cubicBezTo>
                  <a:pt x="21671" y="11094"/>
                  <a:pt x="20740" y="22668"/>
                  <a:pt x="17673" y="33790"/>
                </a:cubicBezTo>
                <a:cubicBezTo>
                  <a:pt x="27631" y="50142"/>
                  <a:pt x="43609" y="53932"/>
                  <a:pt x="69593" y="53433"/>
                </a:cubicBezTo>
                <a:cubicBezTo>
                  <a:pt x="102600" y="53434"/>
                  <a:pt x="131938" y="69140"/>
                  <a:pt x="150227" y="93727"/>
                </a:cubicBezTo>
                <a:cubicBezTo>
                  <a:pt x="166735" y="90718"/>
                  <a:pt x="182357" y="82561"/>
                  <a:pt x="195118" y="69800"/>
                </a:cubicBezTo>
                <a:cubicBezTo>
                  <a:pt x="212026" y="52893"/>
                  <a:pt x="220851" y="30964"/>
                  <a:pt x="221339" y="8808"/>
                </a:cubicBezTo>
                <a:lnTo>
                  <a:pt x="136174" y="8808"/>
                </a:lnTo>
                <a:lnTo>
                  <a:pt x="136173" y="8744"/>
                </a:lnTo>
                <a:lnTo>
                  <a:pt x="221340" y="8744"/>
                </a:lnTo>
                <a:lnTo>
                  <a:pt x="219467" y="0"/>
                </a:lnTo>
                <a:lnTo>
                  <a:pt x="231012" y="0"/>
                </a:lnTo>
                <a:cubicBezTo>
                  <a:pt x="232616" y="2826"/>
                  <a:pt x="232794" y="5800"/>
                  <a:pt x="232840" y="8776"/>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89" name="Teardrop 3"/>
          <p:cNvSpPr/>
          <p:nvPr/>
        </p:nvSpPr>
        <p:spPr>
          <a:xfrm rot="5400000" flipH="1" flipV="1">
            <a:off x="1580901" y="4185695"/>
            <a:ext cx="232840" cy="539772"/>
          </a:xfrm>
          <a:custGeom>
            <a:avLst/>
            <a:gdLst/>
            <a:ahLst/>
            <a:cxnLst/>
            <a:rect l="l" t="t" r="r" b="b"/>
            <a:pathLst>
              <a:path w="232840" h="539772">
                <a:moveTo>
                  <a:pt x="221340" y="269867"/>
                </a:moveTo>
                <a:cubicBezTo>
                  <a:pt x="220851" y="247711"/>
                  <a:pt x="212026" y="225782"/>
                  <a:pt x="195119" y="208875"/>
                </a:cubicBezTo>
                <a:cubicBezTo>
                  <a:pt x="182363" y="196120"/>
                  <a:pt x="166749" y="187964"/>
                  <a:pt x="150249" y="184922"/>
                </a:cubicBezTo>
                <a:cubicBezTo>
                  <a:pt x="147800" y="188780"/>
                  <a:pt x="144800" y="192208"/>
                  <a:pt x="141586" y="195422"/>
                </a:cubicBezTo>
                <a:cubicBezTo>
                  <a:pt x="123161" y="213847"/>
                  <a:pt x="97708" y="225243"/>
                  <a:pt x="69593" y="225242"/>
                </a:cubicBezTo>
                <a:cubicBezTo>
                  <a:pt x="43433" y="224741"/>
                  <a:pt x="27415" y="228586"/>
                  <a:pt x="17461" y="245213"/>
                </a:cubicBezTo>
                <a:cubicBezTo>
                  <a:pt x="22074" y="261450"/>
                  <a:pt x="22154" y="278664"/>
                  <a:pt x="17673" y="294913"/>
                </a:cubicBezTo>
                <a:cubicBezTo>
                  <a:pt x="27631" y="311265"/>
                  <a:pt x="43609" y="315055"/>
                  <a:pt x="69593" y="314556"/>
                </a:cubicBezTo>
                <a:cubicBezTo>
                  <a:pt x="102600" y="314557"/>
                  <a:pt x="131938" y="330263"/>
                  <a:pt x="150227" y="354850"/>
                </a:cubicBezTo>
                <a:cubicBezTo>
                  <a:pt x="166735" y="351841"/>
                  <a:pt x="182357" y="343684"/>
                  <a:pt x="195118" y="330923"/>
                </a:cubicBezTo>
                <a:cubicBezTo>
                  <a:pt x="212026" y="314016"/>
                  <a:pt x="220851" y="292087"/>
                  <a:pt x="221339" y="269931"/>
                </a:cubicBezTo>
                <a:lnTo>
                  <a:pt x="136174" y="269931"/>
                </a:lnTo>
                <a:lnTo>
                  <a:pt x="136173" y="269867"/>
                </a:lnTo>
                <a:close/>
                <a:moveTo>
                  <a:pt x="232840" y="269899"/>
                </a:moveTo>
                <a:cubicBezTo>
                  <a:pt x="232449" y="295153"/>
                  <a:pt x="222519" y="320224"/>
                  <a:pt x="203250" y="339492"/>
                </a:cubicBezTo>
                <a:cubicBezTo>
                  <a:pt x="190082" y="352660"/>
                  <a:pt x="174206" y="361466"/>
                  <a:pt x="157326" y="365539"/>
                </a:cubicBezTo>
                <a:cubicBezTo>
                  <a:pt x="166417" y="380328"/>
                  <a:pt x="171406" y="397766"/>
                  <a:pt x="171406" y="416370"/>
                </a:cubicBezTo>
                <a:cubicBezTo>
                  <a:pt x="171406" y="443620"/>
                  <a:pt x="160701" y="468370"/>
                  <a:pt x="143120" y="486503"/>
                </a:cubicBezTo>
                <a:lnTo>
                  <a:pt x="143120" y="486503"/>
                </a:lnTo>
                <a:cubicBezTo>
                  <a:pt x="124986" y="504084"/>
                  <a:pt x="100237" y="514790"/>
                  <a:pt x="72986" y="514790"/>
                </a:cubicBezTo>
                <a:cubicBezTo>
                  <a:pt x="54383" y="514790"/>
                  <a:pt x="36945" y="509800"/>
                  <a:pt x="22156" y="500710"/>
                </a:cubicBezTo>
                <a:lnTo>
                  <a:pt x="0" y="539772"/>
                </a:lnTo>
                <a:lnTo>
                  <a:pt x="0" y="521718"/>
                </a:lnTo>
                <a:cubicBezTo>
                  <a:pt x="5973" y="513179"/>
                  <a:pt x="9654" y="503556"/>
                  <a:pt x="11467" y="493611"/>
                </a:cubicBezTo>
                <a:lnTo>
                  <a:pt x="0" y="480023"/>
                </a:lnTo>
                <a:lnTo>
                  <a:pt x="0" y="462726"/>
                </a:lnTo>
                <a:cubicBezTo>
                  <a:pt x="14950" y="487414"/>
                  <a:pt x="42305" y="502980"/>
                  <a:pt x="73296" y="502980"/>
                </a:cubicBezTo>
                <a:cubicBezTo>
                  <a:pt x="97207" y="502980"/>
                  <a:pt x="118953" y="493715"/>
                  <a:pt x="134965" y="478394"/>
                </a:cubicBezTo>
                <a:lnTo>
                  <a:pt x="0" y="343429"/>
                </a:lnTo>
                <a:lnTo>
                  <a:pt x="0" y="343338"/>
                </a:lnTo>
                <a:lnTo>
                  <a:pt x="135010" y="478348"/>
                </a:lnTo>
                <a:cubicBezTo>
                  <a:pt x="150331" y="462336"/>
                  <a:pt x="159597" y="440590"/>
                  <a:pt x="159597" y="416679"/>
                </a:cubicBezTo>
                <a:cubicBezTo>
                  <a:pt x="159597" y="366661"/>
                  <a:pt x="119048" y="326112"/>
                  <a:pt x="69030" y="326112"/>
                </a:cubicBezTo>
                <a:cubicBezTo>
                  <a:pt x="49952" y="326478"/>
                  <a:pt x="25806" y="321244"/>
                  <a:pt x="12948" y="308084"/>
                </a:cubicBezTo>
                <a:lnTo>
                  <a:pt x="0" y="327154"/>
                </a:lnTo>
                <a:lnTo>
                  <a:pt x="0" y="309010"/>
                </a:lnTo>
                <a:cubicBezTo>
                  <a:pt x="14338" y="284867"/>
                  <a:pt x="14338" y="254932"/>
                  <a:pt x="0" y="230790"/>
                </a:cubicBezTo>
                <a:lnTo>
                  <a:pt x="0" y="212689"/>
                </a:lnTo>
                <a:cubicBezTo>
                  <a:pt x="6036" y="217996"/>
                  <a:pt x="9959" y="224711"/>
                  <a:pt x="12896" y="231767"/>
                </a:cubicBezTo>
                <a:cubicBezTo>
                  <a:pt x="25742" y="218569"/>
                  <a:pt x="49927" y="213320"/>
                  <a:pt x="69030" y="213686"/>
                </a:cubicBezTo>
                <a:cubicBezTo>
                  <a:pt x="94039" y="213687"/>
                  <a:pt x="116681" y="203550"/>
                  <a:pt x="133071" y="187160"/>
                </a:cubicBezTo>
                <a:cubicBezTo>
                  <a:pt x="149460" y="170771"/>
                  <a:pt x="159597" y="148129"/>
                  <a:pt x="159597" y="123119"/>
                </a:cubicBezTo>
                <a:cubicBezTo>
                  <a:pt x="159597" y="99209"/>
                  <a:pt x="150331" y="77463"/>
                  <a:pt x="135010" y="61451"/>
                </a:cubicBezTo>
                <a:lnTo>
                  <a:pt x="0" y="196461"/>
                </a:lnTo>
                <a:lnTo>
                  <a:pt x="0" y="196370"/>
                </a:lnTo>
                <a:lnTo>
                  <a:pt x="134965" y="61405"/>
                </a:lnTo>
                <a:cubicBezTo>
                  <a:pt x="118953" y="46084"/>
                  <a:pt x="97207" y="36819"/>
                  <a:pt x="73296" y="36819"/>
                </a:cubicBezTo>
                <a:cubicBezTo>
                  <a:pt x="42305" y="36819"/>
                  <a:pt x="14950" y="52385"/>
                  <a:pt x="0" y="77073"/>
                </a:cubicBezTo>
                <a:lnTo>
                  <a:pt x="0" y="59779"/>
                </a:lnTo>
                <a:cubicBezTo>
                  <a:pt x="2240" y="53717"/>
                  <a:pt x="6698" y="49732"/>
                  <a:pt x="11494" y="46167"/>
                </a:cubicBezTo>
                <a:cubicBezTo>
                  <a:pt x="9661" y="36227"/>
                  <a:pt x="5972" y="26608"/>
                  <a:pt x="0" y="18074"/>
                </a:cubicBezTo>
                <a:lnTo>
                  <a:pt x="0" y="0"/>
                </a:lnTo>
                <a:cubicBezTo>
                  <a:pt x="11637" y="10773"/>
                  <a:pt x="18655" y="24545"/>
                  <a:pt x="22230" y="39049"/>
                </a:cubicBezTo>
                <a:cubicBezTo>
                  <a:pt x="37002" y="29983"/>
                  <a:pt x="54413" y="25010"/>
                  <a:pt x="72986" y="25009"/>
                </a:cubicBezTo>
                <a:cubicBezTo>
                  <a:pt x="100237" y="25009"/>
                  <a:pt x="124986" y="35715"/>
                  <a:pt x="143120" y="53296"/>
                </a:cubicBezTo>
                <a:lnTo>
                  <a:pt x="143120" y="53296"/>
                </a:lnTo>
                <a:cubicBezTo>
                  <a:pt x="160701" y="71429"/>
                  <a:pt x="171406" y="96179"/>
                  <a:pt x="171406" y="123429"/>
                </a:cubicBezTo>
                <a:cubicBezTo>
                  <a:pt x="171406" y="142002"/>
                  <a:pt x="166433" y="159414"/>
                  <a:pt x="157367" y="174185"/>
                </a:cubicBezTo>
                <a:cubicBezTo>
                  <a:pt x="174223" y="178341"/>
                  <a:pt x="190089" y="187145"/>
                  <a:pt x="203250" y="200305"/>
                </a:cubicBezTo>
                <a:cubicBezTo>
                  <a:pt x="222519" y="219574"/>
                  <a:pt x="232449" y="244645"/>
                  <a:pt x="232840" y="269899"/>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90" name="Teardrop 3"/>
          <p:cNvSpPr/>
          <p:nvPr/>
        </p:nvSpPr>
        <p:spPr>
          <a:xfrm rot="5400000" flipH="1" flipV="1">
            <a:off x="2423441" y="4185695"/>
            <a:ext cx="232840" cy="539772"/>
          </a:xfrm>
          <a:custGeom>
            <a:avLst/>
            <a:gdLst/>
            <a:ahLst/>
            <a:cxnLst/>
            <a:rect l="l" t="t" r="r" b="b"/>
            <a:pathLst>
              <a:path w="232840" h="539772">
                <a:moveTo>
                  <a:pt x="221340" y="269867"/>
                </a:moveTo>
                <a:cubicBezTo>
                  <a:pt x="220851" y="247711"/>
                  <a:pt x="212026" y="225782"/>
                  <a:pt x="195119" y="208875"/>
                </a:cubicBezTo>
                <a:cubicBezTo>
                  <a:pt x="182363" y="196120"/>
                  <a:pt x="166749" y="187965"/>
                  <a:pt x="150249" y="184922"/>
                </a:cubicBezTo>
                <a:cubicBezTo>
                  <a:pt x="147800" y="188780"/>
                  <a:pt x="144800" y="192208"/>
                  <a:pt x="141586" y="195422"/>
                </a:cubicBezTo>
                <a:cubicBezTo>
                  <a:pt x="123161" y="213847"/>
                  <a:pt x="97708" y="225243"/>
                  <a:pt x="69593" y="225242"/>
                </a:cubicBezTo>
                <a:cubicBezTo>
                  <a:pt x="43433" y="224741"/>
                  <a:pt x="27415" y="228586"/>
                  <a:pt x="17461" y="245213"/>
                </a:cubicBezTo>
                <a:cubicBezTo>
                  <a:pt x="22074" y="261450"/>
                  <a:pt x="22154" y="278664"/>
                  <a:pt x="17673" y="294913"/>
                </a:cubicBezTo>
                <a:cubicBezTo>
                  <a:pt x="27631" y="311265"/>
                  <a:pt x="43609" y="315055"/>
                  <a:pt x="69593" y="314557"/>
                </a:cubicBezTo>
                <a:cubicBezTo>
                  <a:pt x="102600" y="314557"/>
                  <a:pt x="131938" y="330263"/>
                  <a:pt x="150227" y="354850"/>
                </a:cubicBezTo>
                <a:cubicBezTo>
                  <a:pt x="166735" y="351841"/>
                  <a:pt x="182357" y="343684"/>
                  <a:pt x="195118" y="330923"/>
                </a:cubicBezTo>
                <a:cubicBezTo>
                  <a:pt x="212026" y="314016"/>
                  <a:pt x="220851" y="292087"/>
                  <a:pt x="221339" y="269931"/>
                </a:cubicBezTo>
                <a:lnTo>
                  <a:pt x="136174" y="269931"/>
                </a:lnTo>
                <a:lnTo>
                  <a:pt x="136173" y="269867"/>
                </a:lnTo>
                <a:close/>
                <a:moveTo>
                  <a:pt x="232840" y="269899"/>
                </a:moveTo>
                <a:cubicBezTo>
                  <a:pt x="232449" y="295153"/>
                  <a:pt x="222519" y="320224"/>
                  <a:pt x="203250" y="339492"/>
                </a:cubicBezTo>
                <a:cubicBezTo>
                  <a:pt x="190082" y="352660"/>
                  <a:pt x="174206" y="361466"/>
                  <a:pt x="157326" y="365539"/>
                </a:cubicBezTo>
                <a:cubicBezTo>
                  <a:pt x="166417" y="380328"/>
                  <a:pt x="171406" y="397767"/>
                  <a:pt x="171406" y="416370"/>
                </a:cubicBezTo>
                <a:cubicBezTo>
                  <a:pt x="171406" y="443620"/>
                  <a:pt x="160701" y="468370"/>
                  <a:pt x="143120" y="486503"/>
                </a:cubicBezTo>
                <a:cubicBezTo>
                  <a:pt x="124986" y="504084"/>
                  <a:pt x="100237" y="514790"/>
                  <a:pt x="72986" y="514790"/>
                </a:cubicBezTo>
                <a:cubicBezTo>
                  <a:pt x="54383" y="514790"/>
                  <a:pt x="36945" y="509800"/>
                  <a:pt x="22156" y="500710"/>
                </a:cubicBezTo>
                <a:lnTo>
                  <a:pt x="0" y="539772"/>
                </a:lnTo>
                <a:lnTo>
                  <a:pt x="0" y="521718"/>
                </a:lnTo>
                <a:cubicBezTo>
                  <a:pt x="5973" y="513180"/>
                  <a:pt x="9654" y="503556"/>
                  <a:pt x="11467" y="493611"/>
                </a:cubicBezTo>
                <a:lnTo>
                  <a:pt x="0" y="480023"/>
                </a:lnTo>
                <a:lnTo>
                  <a:pt x="0" y="462726"/>
                </a:lnTo>
                <a:cubicBezTo>
                  <a:pt x="14950" y="487414"/>
                  <a:pt x="42305" y="502980"/>
                  <a:pt x="73296" y="502980"/>
                </a:cubicBezTo>
                <a:cubicBezTo>
                  <a:pt x="97207" y="502980"/>
                  <a:pt x="118953" y="493715"/>
                  <a:pt x="134965" y="478394"/>
                </a:cubicBezTo>
                <a:lnTo>
                  <a:pt x="0" y="343429"/>
                </a:lnTo>
                <a:lnTo>
                  <a:pt x="0" y="343339"/>
                </a:lnTo>
                <a:lnTo>
                  <a:pt x="135010" y="478348"/>
                </a:lnTo>
                <a:cubicBezTo>
                  <a:pt x="150331" y="462336"/>
                  <a:pt x="159597" y="440590"/>
                  <a:pt x="159597" y="416680"/>
                </a:cubicBezTo>
                <a:cubicBezTo>
                  <a:pt x="159597" y="366661"/>
                  <a:pt x="119048" y="326112"/>
                  <a:pt x="69030" y="326113"/>
                </a:cubicBezTo>
                <a:cubicBezTo>
                  <a:pt x="49952" y="326478"/>
                  <a:pt x="25806" y="321244"/>
                  <a:pt x="12948" y="308084"/>
                </a:cubicBezTo>
                <a:lnTo>
                  <a:pt x="0" y="327154"/>
                </a:lnTo>
                <a:lnTo>
                  <a:pt x="0" y="309010"/>
                </a:lnTo>
                <a:cubicBezTo>
                  <a:pt x="14338" y="284867"/>
                  <a:pt x="14338" y="254933"/>
                  <a:pt x="0" y="230790"/>
                </a:cubicBezTo>
                <a:lnTo>
                  <a:pt x="0" y="212689"/>
                </a:lnTo>
                <a:cubicBezTo>
                  <a:pt x="6036" y="217996"/>
                  <a:pt x="9959" y="224711"/>
                  <a:pt x="12896" y="231767"/>
                </a:cubicBezTo>
                <a:cubicBezTo>
                  <a:pt x="25742" y="218569"/>
                  <a:pt x="49927" y="213320"/>
                  <a:pt x="69030" y="213687"/>
                </a:cubicBezTo>
                <a:cubicBezTo>
                  <a:pt x="94039" y="213687"/>
                  <a:pt x="116681" y="203550"/>
                  <a:pt x="133071" y="187160"/>
                </a:cubicBezTo>
                <a:cubicBezTo>
                  <a:pt x="149460" y="170771"/>
                  <a:pt x="159597" y="148129"/>
                  <a:pt x="159597" y="123120"/>
                </a:cubicBezTo>
                <a:cubicBezTo>
                  <a:pt x="159597" y="99209"/>
                  <a:pt x="150331" y="77463"/>
                  <a:pt x="135010" y="61451"/>
                </a:cubicBezTo>
                <a:lnTo>
                  <a:pt x="0" y="196461"/>
                </a:lnTo>
                <a:lnTo>
                  <a:pt x="0" y="196370"/>
                </a:lnTo>
                <a:lnTo>
                  <a:pt x="134965" y="61405"/>
                </a:lnTo>
                <a:cubicBezTo>
                  <a:pt x="118953" y="46084"/>
                  <a:pt x="97207" y="36819"/>
                  <a:pt x="73296" y="36819"/>
                </a:cubicBezTo>
                <a:cubicBezTo>
                  <a:pt x="42305" y="36819"/>
                  <a:pt x="14950" y="52385"/>
                  <a:pt x="0" y="77073"/>
                </a:cubicBezTo>
                <a:lnTo>
                  <a:pt x="0" y="59779"/>
                </a:lnTo>
                <a:cubicBezTo>
                  <a:pt x="2240" y="53717"/>
                  <a:pt x="6698" y="49732"/>
                  <a:pt x="11494" y="46167"/>
                </a:cubicBezTo>
                <a:cubicBezTo>
                  <a:pt x="9661" y="36227"/>
                  <a:pt x="5972" y="26608"/>
                  <a:pt x="0" y="18074"/>
                </a:cubicBezTo>
                <a:lnTo>
                  <a:pt x="0" y="0"/>
                </a:lnTo>
                <a:cubicBezTo>
                  <a:pt x="11637" y="10773"/>
                  <a:pt x="18655" y="24545"/>
                  <a:pt x="22230" y="39049"/>
                </a:cubicBezTo>
                <a:cubicBezTo>
                  <a:pt x="37002" y="29983"/>
                  <a:pt x="54413" y="25010"/>
                  <a:pt x="72986" y="25010"/>
                </a:cubicBezTo>
                <a:cubicBezTo>
                  <a:pt x="100237" y="25009"/>
                  <a:pt x="124986" y="35715"/>
                  <a:pt x="143120" y="53296"/>
                </a:cubicBezTo>
                <a:lnTo>
                  <a:pt x="143120" y="53296"/>
                </a:lnTo>
                <a:cubicBezTo>
                  <a:pt x="160701" y="71429"/>
                  <a:pt x="171406" y="96179"/>
                  <a:pt x="171406" y="123429"/>
                </a:cubicBezTo>
                <a:cubicBezTo>
                  <a:pt x="171406" y="142002"/>
                  <a:pt x="166433" y="159414"/>
                  <a:pt x="157367" y="174185"/>
                </a:cubicBezTo>
                <a:cubicBezTo>
                  <a:pt x="174223" y="178341"/>
                  <a:pt x="190089" y="187146"/>
                  <a:pt x="203250" y="200306"/>
                </a:cubicBezTo>
                <a:cubicBezTo>
                  <a:pt x="222519" y="219574"/>
                  <a:pt x="232449" y="244645"/>
                  <a:pt x="232840" y="269899"/>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91" name="Teardrop 3"/>
          <p:cNvSpPr/>
          <p:nvPr/>
        </p:nvSpPr>
        <p:spPr>
          <a:xfrm rot="5400000" flipH="1" flipV="1">
            <a:off x="3265981" y="4185695"/>
            <a:ext cx="232840" cy="539772"/>
          </a:xfrm>
          <a:custGeom>
            <a:avLst/>
            <a:gdLst/>
            <a:ahLst/>
            <a:cxnLst/>
            <a:rect l="l" t="t" r="r" b="b"/>
            <a:pathLst>
              <a:path w="232840" h="539772">
                <a:moveTo>
                  <a:pt x="221340" y="269867"/>
                </a:moveTo>
                <a:cubicBezTo>
                  <a:pt x="220851" y="247711"/>
                  <a:pt x="212026" y="225782"/>
                  <a:pt x="195119" y="208875"/>
                </a:cubicBezTo>
                <a:cubicBezTo>
                  <a:pt x="182363" y="196120"/>
                  <a:pt x="166749" y="187965"/>
                  <a:pt x="150249" y="184922"/>
                </a:cubicBezTo>
                <a:cubicBezTo>
                  <a:pt x="147800" y="188780"/>
                  <a:pt x="144800" y="192208"/>
                  <a:pt x="141586" y="195422"/>
                </a:cubicBezTo>
                <a:cubicBezTo>
                  <a:pt x="123161" y="213847"/>
                  <a:pt x="97708" y="225243"/>
                  <a:pt x="69593" y="225242"/>
                </a:cubicBezTo>
                <a:cubicBezTo>
                  <a:pt x="43433" y="224741"/>
                  <a:pt x="27415" y="228586"/>
                  <a:pt x="17461" y="245213"/>
                </a:cubicBezTo>
                <a:cubicBezTo>
                  <a:pt x="22074" y="261450"/>
                  <a:pt x="22154" y="278664"/>
                  <a:pt x="17673" y="294913"/>
                </a:cubicBezTo>
                <a:cubicBezTo>
                  <a:pt x="27631" y="311265"/>
                  <a:pt x="43609" y="315055"/>
                  <a:pt x="69593" y="314557"/>
                </a:cubicBezTo>
                <a:cubicBezTo>
                  <a:pt x="102600" y="314557"/>
                  <a:pt x="131938" y="330263"/>
                  <a:pt x="150227" y="354850"/>
                </a:cubicBezTo>
                <a:cubicBezTo>
                  <a:pt x="166735" y="351841"/>
                  <a:pt x="182357" y="343684"/>
                  <a:pt x="195118" y="330923"/>
                </a:cubicBezTo>
                <a:cubicBezTo>
                  <a:pt x="212026" y="314016"/>
                  <a:pt x="220851" y="292087"/>
                  <a:pt x="221339" y="269931"/>
                </a:cubicBezTo>
                <a:lnTo>
                  <a:pt x="136174" y="269931"/>
                </a:lnTo>
                <a:lnTo>
                  <a:pt x="136173" y="269867"/>
                </a:lnTo>
                <a:close/>
                <a:moveTo>
                  <a:pt x="232840" y="269899"/>
                </a:moveTo>
                <a:cubicBezTo>
                  <a:pt x="232449" y="295153"/>
                  <a:pt x="222519" y="320224"/>
                  <a:pt x="203250" y="339492"/>
                </a:cubicBezTo>
                <a:cubicBezTo>
                  <a:pt x="190082" y="352660"/>
                  <a:pt x="174206" y="361466"/>
                  <a:pt x="157326" y="365539"/>
                </a:cubicBezTo>
                <a:cubicBezTo>
                  <a:pt x="166417" y="380328"/>
                  <a:pt x="171406" y="397767"/>
                  <a:pt x="171406" y="416370"/>
                </a:cubicBezTo>
                <a:cubicBezTo>
                  <a:pt x="171406" y="443620"/>
                  <a:pt x="160701" y="468370"/>
                  <a:pt x="143120" y="486503"/>
                </a:cubicBezTo>
                <a:cubicBezTo>
                  <a:pt x="124986" y="504084"/>
                  <a:pt x="100237" y="514790"/>
                  <a:pt x="72986" y="514790"/>
                </a:cubicBezTo>
                <a:cubicBezTo>
                  <a:pt x="54383" y="514790"/>
                  <a:pt x="36945" y="509800"/>
                  <a:pt x="22156" y="500710"/>
                </a:cubicBezTo>
                <a:lnTo>
                  <a:pt x="0" y="539772"/>
                </a:lnTo>
                <a:lnTo>
                  <a:pt x="0" y="521718"/>
                </a:lnTo>
                <a:cubicBezTo>
                  <a:pt x="5973" y="513180"/>
                  <a:pt x="9654" y="503556"/>
                  <a:pt x="11467" y="493611"/>
                </a:cubicBezTo>
                <a:lnTo>
                  <a:pt x="0" y="480023"/>
                </a:lnTo>
                <a:lnTo>
                  <a:pt x="0" y="462726"/>
                </a:lnTo>
                <a:cubicBezTo>
                  <a:pt x="14950" y="487414"/>
                  <a:pt x="42305" y="502980"/>
                  <a:pt x="73296" y="502980"/>
                </a:cubicBezTo>
                <a:cubicBezTo>
                  <a:pt x="97207" y="502980"/>
                  <a:pt x="118953" y="493715"/>
                  <a:pt x="134965" y="478394"/>
                </a:cubicBezTo>
                <a:lnTo>
                  <a:pt x="0" y="343429"/>
                </a:lnTo>
                <a:lnTo>
                  <a:pt x="0" y="343339"/>
                </a:lnTo>
                <a:lnTo>
                  <a:pt x="135010" y="478348"/>
                </a:lnTo>
                <a:cubicBezTo>
                  <a:pt x="150331" y="462336"/>
                  <a:pt x="159597" y="440590"/>
                  <a:pt x="159597" y="416680"/>
                </a:cubicBezTo>
                <a:cubicBezTo>
                  <a:pt x="159597" y="366661"/>
                  <a:pt x="119048" y="326112"/>
                  <a:pt x="69030" y="326113"/>
                </a:cubicBezTo>
                <a:cubicBezTo>
                  <a:pt x="49952" y="326478"/>
                  <a:pt x="25806" y="321244"/>
                  <a:pt x="12948" y="308084"/>
                </a:cubicBezTo>
                <a:lnTo>
                  <a:pt x="0" y="327154"/>
                </a:lnTo>
                <a:lnTo>
                  <a:pt x="0" y="309010"/>
                </a:lnTo>
                <a:cubicBezTo>
                  <a:pt x="14338" y="284867"/>
                  <a:pt x="14338" y="254933"/>
                  <a:pt x="0" y="230790"/>
                </a:cubicBezTo>
                <a:lnTo>
                  <a:pt x="0" y="212689"/>
                </a:lnTo>
                <a:cubicBezTo>
                  <a:pt x="6036" y="217996"/>
                  <a:pt x="9959" y="224711"/>
                  <a:pt x="12896" y="231767"/>
                </a:cubicBezTo>
                <a:cubicBezTo>
                  <a:pt x="25742" y="218569"/>
                  <a:pt x="49927" y="213320"/>
                  <a:pt x="69030" y="213687"/>
                </a:cubicBezTo>
                <a:cubicBezTo>
                  <a:pt x="94039" y="213687"/>
                  <a:pt x="116681" y="203550"/>
                  <a:pt x="133071" y="187160"/>
                </a:cubicBezTo>
                <a:cubicBezTo>
                  <a:pt x="149460" y="170771"/>
                  <a:pt x="159597" y="148129"/>
                  <a:pt x="159597" y="123120"/>
                </a:cubicBezTo>
                <a:cubicBezTo>
                  <a:pt x="159597" y="99209"/>
                  <a:pt x="150331" y="77463"/>
                  <a:pt x="135010" y="61451"/>
                </a:cubicBezTo>
                <a:lnTo>
                  <a:pt x="0" y="196461"/>
                </a:lnTo>
                <a:lnTo>
                  <a:pt x="0" y="196370"/>
                </a:lnTo>
                <a:lnTo>
                  <a:pt x="134965" y="61405"/>
                </a:lnTo>
                <a:cubicBezTo>
                  <a:pt x="118953" y="46084"/>
                  <a:pt x="97207" y="36819"/>
                  <a:pt x="73296" y="36819"/>
                </a:cubicBezTo>
                <a:cubicBezTo>
                  <a:pt x="42305" y="36819"/>
                  <a:pt x="14950" y="52385"/>
                  <a:pt x="0" y="77073"/>
                </a:cubicBezTo>
                <a:lnTo>
                  <a:pt x="0" y="59779"/>
                </a:lnTo>
                <a:cubicBezTo>
                  <a:pt x="2240" y="53717"/>
                  <a:pt x="6698" y="49732"/>
                  <a:pt x="11494" y="46167"/>
                </a:cubicBezTo>
                <a:cubicBezTo>
                  <a:pt x="9661" y="36227"/>
                  <a:pt x="5972" y="26608"/>
                  <a:pt x="0" y="18074"/>
                </a:cubicBezTo>
                <a:lnTo>
                  <a:pt x="0" y="0"/>
                </a:lnTo>
                <a:cubicBezTo>
                  <a:pt x="11637" y="10773"/>
                  <a:pt x="18655" y="24545"/>
                  <a:pt x="22230" y="39049"/>
                </a:cubicBezTo>
                <a:cubicBezTo>
                  <a:pt x="37002" y="29983"/>
                  <a:pt x="54413" y="25010"/>
                  <a:pt x="72986" y="25010"/>
                </a:cubicBezTo>
                <a:cubicBezTo>
                  <a:pt x="100237" y="25009"/>
                  <a:pt x="124986" y="35715"/>
                  <a:pt x="143120" y="53296"/>
                </a:cubicBezTo>
                <a:lnTo>
                  <a:pt x="143120" y="53296"/>
                </a:lnTo>
                <a:cubicBezTo>
                  <a:pt x="160701" y="71429"/>
                  <a:pt x="171406" y="96179"/>
                  <a:pt x="171406" y="123429"/>
                </a:cubicBezTo>
                <a:cubicBezTo>
                  <a:pt x="171406" y="142002"/>
                  <a:pt x="166433" y="159414"/>
                  <a:pt x="157367" y="174185"/>
                </a:cubicBezTo>
                <a:cubicBezTo>
                  <a:pt x="174223" y="178341"/>
                  <a:pt x="190089" y="187146"/>
                  <a:pt x="203250" y="200306"/>
                </a:cubicBezTo>
                <a:cubicBezTo>
                  <a:pt x="222519" y="219574"/>
                  <a:pt x="232449" y="244645"/>
                  <a:pt x="232840" y="269899"/>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92" name="Teardrop 3"/>
          <p:cNvSpPr/>
          <p:nvPr/>
        </p:nvSpPr>
        <p:spPr>
          <a:xfrm rot="5400000" flipH="1" flipV="1">
            <a:off x="4108522" y="4185695"/>
            <a:ext cx="232840" cy="539773"/>
          </a:xfrm>
          <a:custGeom>
            <a:avLst/>
            <a:gdLst/>
            <a:ahLst/>
            <a:cxnLst/>
            <a:rect l="l" t="t" r="r" b="b"/>
            <a:pathLst>
              <a:path w="232840" h="539773">
                <a:moveTo>
                  <a:pt x="221340" y="269867"/>
                </a:moveTo>
                <a:cubicBezTo>
                  <a:pt x="220851" y="247712"/>
                  <a:pt x="212026" y="225782"/>
                  <a:pt x="195119" y="208875"/>
                </a:cubicBezTo>
                <a:cubicBezTo>
                  <a:pt x="182363" y="196120"/>
                  <a:pt x="166749" y="187965"/>
                  <a:pt x="150249" y="184922"/>
                </a:cubicBezTo>
                <a:cubicBezTo>
                  <a:pt x="147800" y="188780"/>
                  <a:pt x="144800" y="192208"/>
                  <a:pt x="141586" y="195422"/>
                </a:cubicBezTo>
                <a:cubicBezTo>
                  <a:pt x="123161" y="213847"/>
                  <a:pt x="97708" y="225243"/>
                  <a:pt x="69593" y="225242"/>
                </a:cubicBezTo>
                <a:cubicBezTo>
                  <a:pt x="43433" y="224741"/>
                  <a:pt x="27415" y="228586"/>
                  <a:pt x="17461" y="245213"/>
                </a:cubicBezTo>
                <a:cubicBezTo>
                  <a:pt x="22074" y="261450"/>
                  <a:pt x="22154" y="278664"/>
                  <a:pt x="17673" y="294913"/>
                </a:cubicBezTo>
                <a:cubicBezTo>
                  <a:pt x="27631" y="311265"/>
                  <a:pt x="43609" y="315055"/>
                  <a:pt x="69593" y="314557"/>
                </a:cubicBezTo>
                <a:cubicBezTo>
                  <a:pt x="102600" y="314557"/>
                  <a:pt x="131938" y="330263"/>
                  <a:pt x="150227" y="354851"/>
                </a:cubicBezTo>
                <a:cubicBezTo>
                  <a:pt x="166735" y="351841"/>
                  <a:pt x="182357" y="343684"/>
                  <a:pt x="195118" y="330923"/>
                </a:cubicBezTo>
                <a:cubicBezTo>
                  <a:pt x="212026" y="314016"/>
                  <a:pt x="220851" y="292087"/>
                  <a:pt x="221339" y="269931"/>
                </a:cubicBezTo>
                <a:lnTo>
                  <a:pt x="136174" y="269931"/>
                </a:lnTo>
                <a:lnTo>
                  <a:pt x="136173" y="269867"/>
                </a:lnTo>
                <a:close/>
                <a:moveTo>
                  <a:pt x="232840" y="269899"/>
                </a:moveTo>
                <a:cubicBezTo>
                  <a:pt x="232449" y="295153"/>
                  <a:pt x="222519" y="320224"/>
                  <a:pt x="203250" y="339492"/>
                </a:cubicBezTo>
                <a:cubicBezTo>
                  <a:pt x="190082" y="352660"/>
                  <a:pt x="174206" y="361467"/>
                  <a:pt x="157326" y="365540"/>
                </a:cubicBezTo>
                <a:cubicBezTo>
                  <a:pt x="166417" y="380328"/>
                  <a:pt x="171406" y="397767"/>
                  <a:pt x="171406" y="416370"/>
                </a:cubicBezTo>
                <a:cubicBezTo>
                  <a:pt x="171406" y="443620"/>
                  <a:pt x="160701" y="468370"/>
                  <a:pt x="143120" y="486503"/>
                </a:cubicBezTo>
                <a:lnTo>
                  <a:pt x="143120" y="486504"/>
                </a:lnTo>
                <a:cubicBezTo>
                  <a:pt x="124986" y="504084"/>
                  <a:pt x="100237" y="514790"/>
                  <a:pt x="72986" y="514790"/>
                </a:cubicBezTo>
                <a:cubicBezTo>
                  <a:pt x="54383" y="514790"/>
                  <a:pt x="36945" y="509800"/>
                  <a:pt x="22156" y="500710"/>
                </a:cubicBezTo>
                <a:lnTo>
                  <a:pt x="0" y="539773"/>
                </a:lnTo>
                <a:lnTo>
                  <a:pt x="0" y="521718"/>
                </a:lnTo>
                <a:cubicBezTo>
                  <a:pt x="5973" y="513180"/>
                  <a:pt x="9654" y="503556"/>
                  <a:pt x="11467" y="493611"/>
                </a:cubicBezTo>
                <a:lnTo>
                  <a:pt x="0" y="480024"/>
                </a:lnTo>
                <a:lnTo>
                  <a:pt x="0" y="462726"/>
                </a:lnTo>
                <a:cubicBezTo>
                  <a:pt x="14950" y="487415"/>
                  <a:pt x="42305" y="502981"/>
                  <a:pt x="73296" y="502981"/>
                </a:cubicBezTo>
                <a:cubicBezTo>
                  <a:pt x="97207" y="502981"/>
                  <a:pt x="118953" y="493715"/>
                  <a:pt x="134965" y="478394"/>
                </a:cubicBezTo>
                <a:lnTo>
                  <a:pt x="0" y="343429"/>
                </a:lnTo>
                <a:lnTo>
                  <a:pt x="0" y="343339"/>
                </a:lnTo>
                <a:lnTo>
                  <a:pt x="135010" y="478348"/>
                </a:lnTo>
                <a:cubicBezTo>
                  <a:pt x="150331" y="462337"/>
                  <a:pt x="159597" y="440590"/>
                  <a:pt x="159597" y="416680"/>
                </a:cubicBezTo>
                <a:cubicBezTo>
                  <a:pt x="159597" y="366661"/>
                  <a:pt x="119048" y="326112"/>
                  <a:pt x="69030" y="326113"/>
                </a:cubicBezTo>
                <a:cubicBezTo>
                  <a:pt x="49952" y="326479"/>
                  <a:pt x="25806" y="321244"/>
                  <a:pt x="12948" y="308084"/>
                </a:cubicBezTo>
                <a:lnTo>
                  <a:pt x="0" y="327154"/>
                </a:lnTo>
                <a:lnTo>
                  <a:pt x="0" y="309010"/>
                </a:lnTo>
                <a:cubicBezTo>
                  <a:pt x="14338" y="284867"/>
                  <a:pt x="14338" y="254933"/>
                  <a:pt x="0" y="230790"/>
                </a:cubicBezTo>
                <a:lnTo>
                  <a:pt x="0" y="212689"/>
                </a:lnTo>
                <a:cubicBezTo>
                  <a:pt x="6036" y="217996"/>
                  <a:pt x="9959" y="224711"/>
                  <a:pt x="12896" y="231767"/>
                </a:cubicBezTo>
                <a:cubicBezTo>
                  <a:pt x="25742" y="218569"/>
                  <a:pt x="49927" y="213320"/>
                  <a:pt x="69030" y="213687"/>
                </a:cubicBezTo>
                <a:cubicBezTo>
                  <a:pt x="94039" y="213687"/>
                  <a:pt x="116681" y="203550"/>
                  <a:pt x="133071" y="187160"/>
                </a:cubicBezTo>
                <a:cubicBezTo>
                  <a:pt x="149460" y="170771"/>
                  <a:pt x="159597" y="148129"/>
                  <a:pt x="159597" y="123120"/>
                </a:cubicBezTo>
                <a:cubicBezTo>
                  <a:pt x="159597" y="99209"/>
                  <a:pt x="150331" y="77463"/>
                  <a:pt x="135010" y="61451"/>
                </a:cubicBezTo>
                <a:lnTo>
                  <a:pt x="0" y="196461"/>
                </a:lnTo>
                <a:lnTo>
                  <a:pt x="0" y="196370"/>
                </a:lnTo>
                <a:lnTo>
                  <a:pt x="134965" y="61405"/>
                </a:lnTo>
                <a:cubicBezTo>
                  <a:pt x="118953" y="46084"/>
                  <a:pt x="97207" y="36819"/>
                  <a:pt x="73296" y="36819"/>
                </a:cubicBezTo>
                <a:cubicBezTo>
                  <a:pt x="42305" y="36819"/>
                  <a:pt x="14950" y="52385"/>
                  <a:pt x="0" y="77073"/>
                </a:cubicBezTo>
                <a:lnTo>
                  <a:pt x="0" y="59779"/>
                </a:lnTo>
                <a:cubicBezTo>
                  <a:pt x="2240" y="53717"/>
                  <a:pt x="6698" y="49732"/>
                  <a:pt x="11494" y="46167"/>
                </a:cubicBezTo>
                <a:cubicBezTo>
                  <a:pt x="9661" y="36227"/>
                  <a:pt x="5972" y="26608"/>
                  <a:pt x="0" y="18074"/>
                </a:cubicBezTo>
                <a:lnTo>
                  <a:pt x="0" y="0"/>
                </a:lnTo>
                <a:cubicBezTo>
                  <a:pt x="11637" y="10773"/>
                  <a:pt x="18655" y="24545"/>
                  <a:pt x="22230" y="39049"/>
                </a:cubicBezTo>
                <a:cubicBezTo>
                  <a:pt x="37002" y="29983"/>
                  <a:pt x="54413" y="25010"/>
                  <a:pt x="72986" y="25010"/>
                </a:cubicBezTo>
                <a:cubicBezTo>
                  <a:pt x="100237" y="25009"/>
                  <a:pt x="124986" y="35715"/>
                  <a:pt x="143120" y="53296"/>
                </a:cubicBezTo>
                <a:lnTo>
                  <a:pt x="143120" y="53296"/>
                </a:lnTo>
                <a:cubicBezTo>
                  <a:pt x="160701" y="71429"/>
                  <a:pt x="171406" y="96179"/>
                  <a:pt x="171406" y="123429"/>
                </a:cubicBezTo>
                <a:cubicBezTo>
                  <a:pt x="171406" y="142002"/>
                  <a:pt x="166433" y="159414"/>
                  <a:pt x="157367" y="174185"/>
                </a:cubicBezTo>
                <a:cubicBezTo>
                  <a:pt x="174223" y="178341"/>
                  <a:pt x="190089" y="187146"/>
                  <a:pt x="203250" y="200306"/>
                </a:cubicBezTo>
                <a:cubicBezTo>
                  <a:pt x="222519" y="219574"/>
                  <a:pt x="232449" y="244645"/>
                  <a:pt x="232840" y="269899"/>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93" name="Teardrop 3"/>
          <p:cNvSpPr/>
          <p:nvPr/>
        </p:nvSpPr>
        <p:spPr>
          <a:xfrm rot="5400000" flipH="1" flipV="1">
            <a:off x="4951062" y="4185695"/>
            <a:ext cx="232840" cy="539773"/>
          </a:xfrm>
          <a:custGeom>
            <a:avLst/>
            <a:gdLst/>
            <a:ahLst/>
            <a:cxnLst/>
            <a:rect l="l" t="t" r="r" b="b"/>
            <a:pathLst>
              <a:path w="232840" h="539773">
                <a:moveTo>
                  <a:pt x="221340" y="269867"/>
                </a:moveTo>
                <a:cubicBezTo>
                  <a:pt x="220851" y="247712"/>
                  <a:pt x="212026" y="225783"/>
                  <a:pt x="195119" y="208875"/>
                </a:cubicBezTo>
                <a:cubicBezTo>
                  <a:pt x="182363" y="196120"/>
                  <a:pt x="166749" y="187965"/>
                  <a:pt x="150249" y="184922"/>
                </a:cubicBezTo>
                <a:cubicBezTo>
                  <a:pt x="147800" y="188780"/>
                  <a:pt x="144800" y="192208"/>
                  <a:pt x="141586" y="195422"/>
                </a:cubicBezTo>
                <a:cubicBezTo>
                  <a:pt x="123161" y="213847"/>
                  <a:pt x="97708" y="225243"/>
                  <a:pt x="69593" y="225243"/>
                </a:cubicBezTo>
                <a:cubicBezTo>
                  <a:pt x="43433" y="224741"/>
                  <a:pt x="27415" y="228586"/>
                  <a:pt x="17461" y="245213"/>
                </a:cubicBezTo>
                <a:cubicBezTo>
                  <a:pt x="22074" y="261450"/>
                  <a:pt x="22154" y="278664"/>
                  <a:pt x="17673" y="294913"/>
                </a:cubicBezTo>
                <a:cubicBezTo>
                  <a:pt x="27631" y="311265"/>
                  <a:pt x="43609" y="315055"/>
                  <a:pt x="69593" y="314557"/>
                </a:cubicBezTo>
                <a:cubicBezTo>
                  <a:pt x="102600" y="314557"/>
                  <a:pt x="131938" y="330263"/>
                  <a:pt x="150227" y="354851"/>
                </a:cubicBezTo>
                <a:cubicBezTo>
                  <a:pt x="166735" y="351841"/>
                  <a:pt x="182357" y="343684"/>
                  <a:pt x="195118" y="330923"/>
                </a:cubicBezTo>
                <a:cubicBezTo>
                  <a:pt x="212026" y="314016"/>
                  <a:pt x="220851" y="292087"/>
                  <a:pt x="221339" y="269931"/>
                </a:cubicBezTo>
                <a:lnTo>
                  <a:pt x="136174" y="269931"/>
                </a:lnTo>
                <a:lnTo>
                  <a:pt x="136173" y="269867"/>
                </a:lnTo>
                <a:close/>
                <a:moveTo>
                  <a:pt x="232840" y="269899"/>
                </a:moveTo>
                <a:cubicBezTo>
                  <a:pt x="232449" y="295153"/>
                  <a:pt x="222519" y="320224"/>
                  <a:pt x="203250" y="339492"/>
                </a:cubicBezTo>
                <a:cubicBezTo>
                  <a:pt x="190082" y="352660"/>
                  <a:pt x="174206" y="361467"/>
                  <a:pt x="157326" y="365540"/>
                </a:cubicBezTo>
                <a:cubicBezTo>
                  <a:pt x="166417" y="380328"/>
                  <a:pt x="171406" y="397767"/>
                  <a:pt x="171406" y="416370"/>
                </a:cubicBezTo>
                <a:cubicBezTo>
                  <a:pt x="171406" y="443620"/>
                  <a:pt x="160701" y="468370"/>
                  <a:pt x="143120" y="486503"/>
                </a:cubicBezTo>
                <a:lnTo>
                  <a:pt x="143120" y="486504"/>
                </a:lnTo>
                <a:cubicBezTo>
                  <a:pt x="124986" y="504084"/>
                  <a:pt x="100237" y="514790"/>
                  <a:pt x="72986" y="514790"/>
                </a:cubicBezTo>
                <a:cubicBezTo>
                  <a:pt x="54383" y="514790"/>
                  <a:pt x="36945" y="509800"/>
                  <a:pt x="22156" y="500710"/>
                </a:cubicBezTo>
                <a:lnTo>
                  <a:pt x="0" y="539773"/>
                </a:lnTo>
                <a:lnTo>
                  <a:pt x="0" y="521718"/>
                </a:lnTo>
                <a:cubicBezTo>
                  <a:pt x="5973" y="513180"/>
                  <a:pt x="9654" y="503556"/>
                  <a:pt x="11467" y="493611"/>
                </a:cubicBezTo>
                <a:lnTo>
                  <a:pt x="0" y="480024"/>
                </a:lnTo>
                <a:lnTo>
                  <a:pt x="0" y="462727"/>
                </a:lnTo>
                <a:cubicBezTo>
                  <a:pt x="14950" y="487415"/>
                  <a:pt x="42305" y="502981"/>
                  <a:pt x="73296" y="502981"/>
                </a:cubicBezTo>
                <a:cubicBezTo>
                  <a:pt x="97207" y="502981"/>
                  <a:pt x="118953" y="493715"/>
                  <a:pt x="134965" y="478394"/>
                </a:cubicBezTo>
                <a:lnTo>
                  <a:pt x="0" y="343429"/>
                </a:lnTo>
                <a:lnTo>
                  <a:pt x="0" y="343339"/>
                </a:lnTo>
                <a:lnTo>
                  <a:pt x="135010" y="478348"/>
                </a:lnTo>
                <a:cubicBezTo>
                  <a:pt x="150331" y="462337"/>
                  <a:pt x="159597" y="440590"/>
                  <a:pt x="159597" y="416680"/>
                </a:cubicBezTo>
                <a:cubicBezTo>
                  <a:pt x="159597" y="366661"/>
                  <a:pt x="119048" y="326112"/>
                  <a:pt x="69030" y="326113"/>
                </a:cubicBezTo>
                <a:cubicBezTo>
                  <a:pt x="49952" y="326479"/>
                  <a:pt x="25806" y="321244"/>
                  <a:pt x="12948" y="308084"/>
                </a:cubicBezTo>
                <a:lnTo>
                  <a:pt x="0" y="327154"/>
                </a:lnTo>
                <a:lnTo>
                  <a:pt x="0" y="309010"/>
                </a:lnTo>
                <a:cubicBezTo>
                  <a:pt x="14338" y="284867"/>
                  <a:pt x="14338" y="254933"/>
                  <a:pt x="0" y="230790"/>
                </a:cubicBezTo>
                <a:lnTo>
                  <a:pt x="0" y="212690"/>
                </a:lnTo>
                <a:cubicBezTo>
                  <a:pt x="6036" y="217996"/>
                  <a:pt x="9959" y="224711"/>
                  <a:pt x="12896" y="231767"/>
                </a:cubicBezTo>
                <a:cubicBezTo>
                  <a:pt x="25742" y="218569"/>
                  <a:pt x="49927" y="213320"/>
                  <a:pt x="69030" y="213687"/>
                </a:cubicBezTo>
                <a:cubicBezTo>
                  <a:pt x="94039" y="213687"/>
                  <a:pt x="116681" y="203550"/>
                  <a:pt x="133071" y="187160"/>
                </a:cubicBezTo>
                <a:cubicBezTo>
                  <a:pt x="149460" y="170771"/>
                  <a:pt x="159597" y="148129"/>
                  <a:pt x="159597" y="123120"/>
                </a:cubicBezTo>
                <a:cubicBezTo>
                  <a:pt x="159597" y="99209"/>
                  <a:pt x="150331" y="77463"/>
                  <a:pt x="135010" y="61451"/>
                </a:cubicBezTo>
                <a:lnTo>
                  <a:pt x="0" y="196461"/>
                </a:lnTo>
                <a:lnTo>
                  <a:pt x="0" y="196370"/>
                </a:lnTo>
                <a:lnTo>
                  <a:pt x="134965" y="61406"/>
                </a:lnTo>
                <a:cubicBezTo>
                  <a:pt x="118953" y="46085"/>
                  <a:pt x="97207" y="36819"/>
                  <a:pt x="73296" y="36819"/>
                </a:cubicBezTo>
                <a:cubicBezTo>
                  <a:pt x="42305" y="36819"/>
                  <a:pt x="14950" y="52385"/>
                  <a:pt x="0" y="77073"/>
                </a:cubicBezTo>
                <a:lnTo>
                  <a:pt x="0" y="59780"/>
                </a:lnTo>
                <a:cubicBezTo>
                  <a:pt x="2240" y="53717"/>
                  <a:pt x="6698" y="49732"/>
                  <a:pt x="11494" y="46167"/>
                </a:cubicBezTo>
                <a:cubicBezTo>
                  <a:pt x="9661" y="36227"/>
                  <a:pt x="5972" y="26608"/>
                  <a:pt x="0" y="18074"/>
                </a:cubicBezTo>
                <a:lnTo>
                  <a:pt x="0" y="0"/>
                </a:lnTo>
                <a:cubicBezTo>
                  <a:pt x="11637" y="10773"/>
                  <a:pt x="18655" y="24545"/>
                  <a:pt x="22230" y="39049"/>
                </a:cubicBezTo>
                <a:cubicBezTo>
                  <a:pt x="37002" y="29983"/>
                  <a:pt x="54413" y="25010"/>
                  <a:pt x="72986" y="25010"/>
                </a:cubicBezTo>
                <a:cubicBezTo>
                  <a:pt x="100237" y="25010"/>
                  <a:pt x="124986" y="35715"/>
                  <a:pt x="143120" y="53296"/>
                </a:cubicBezTo>
                <a:cubicBezTo>
                  <a:pt x="160701" y="71430"/>
                  <a:pt x="171406" y="96180"/>
                  <a:pt x="171406" y="123429"/>
                </a:cubicBezTo>
                <a:cubicBezTo>
                  <a:pt x="171406" y="142002"/>
                  <a:pt x="166433" y="159414"/>
                  <a:pt x="157367" y="174185"/>
                </a:cubicBezTo>
                <a:cubicBezTo>
                  <a:pt x="174223" y="178341"/>
                  <a:pt x="190089" y="187146"/>
                  <a:pt x="203250" y="200306"/>
                </a:cubicBezTo>
                <a:cubicBezTo>
                  <a:pt x="222519" y="219575"/>
                  <a:pt x="232449" y="244645"/>
                  <a:pt x="232840" y="269899"/>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94" name="Teardrop 3"/>
          <p:cNvSpPr/>
          <p:nvPr/>
        </p:nvSpPr>
        <p:spPr>
          <a:xfrm rot="5400000" flipH="1" flipV="1">
            <a:off x="5793602" y="4185695"/>
            <a:ext cx="232840" cy="539773"/>
          </a:xfrm>
          <a:custGeom>
            <a:avLst/>
            <a:gdLst/>
            <a:ahLst/>
            <a:cxnLst/>
            <a:rect l="l" t="t" r="r" b="b"/>
            <a:pathLst>
              <a:path w="232840" h="539773">
                <a:moveTo>
                  <a:pt x="221340" y="269867"/>
                </a:moveTo>
                <a:cubicBezTo>
                  <a:pt x="220851" y="247712"/>
                  <a:pt x="212026" y="225783"/>
                  <a:pt x="195119" y="208875"/>
                </a:cubicBezTo>
                <a:cubicBezTo>
                  <a:pt x="182363" y="196120"/>
                  <a:pt x="166749" y="187965"/>
                  <a:pt x="150249" y="184922"/>
                </a:cubicBezTo>
                <a:cubicBezTo>
                  <a:pt x="147800" y="188780"/>
                  <a:pt x="144800" y="192208"/>
                  <a:pt x="141586" y="195422"/>
                </a:cubicBezTo>
                <a:cubicBezTo>
                  <a:pt x="123161" y="213847"/>
                  <a:pt x="97708" y="225243"/>
                  <a:pt x="69593" y="225243"/>
                </a:cubicBezTo>
                <a:cubicBezTo>
                  <a:pt x="43433" y="224741"/>
                  <a:pt x="27415" y="228586"/>
                  <a:pt x="17461" y="245213"/>
                </a:cubicBezTo>
                <a:cubicBezTo>
                  <a:pt x="22074" y="261450"/>
                  <a:pt x="22154" y="278664"/>
                  <a:pt x="17673" y="294913"/>
                </a:cubicBezTo>
                <a:cubicBezTo>
                  <a:pt x="27631" y="311265"/>
                  <a:pt x="43609" y="315055"/>
                  <a:pt x="69593" y="314557"/>
                </a:cubicBezTo>
                <a:cubicBezTo>
                  <a:pt x="102600" y="314557"/>
                  <a:pt x="131938" y="330263"/>
                  <a:pt x="150227" y="354851"/>
                </a:cubicBezTo>
                <a:cubicBezTo>
                  <a:pt x="166735" y="351841"/>
                  <a:pt x="182357" y="343684"/>
                  <a:pt x="195118" y="330923"/>
                </a:cubicBezTo>
                <a:cubicBezTo>
                  <a:pt x="212026" y="314016"/>
                  <a:pt x="220851" y="292087"/>
                  <a:pt x="221339" y="269931"/>
                </a:cubicBezTo>
                <a:lnTo>
                  <a:pt x="136174" y="269931"/>
                </a:lnTo>
                <a:lnTo>
                  <a:pt x="136173" y="269867"/>
                </a:lnTo>
                <a:close/>
                <a:moveTo>
                  <a:pt x="232840" y="269899"/>
                </a:moveTo>
                <a:cubicBezTo>
                  <a:pt x="232449" y="295153"/>
                  <a:pt x="222519" y="320224"/>
                  <a:pt x="203250" y="339492"/>
                </a:cubicBezTo>
                <a:cubicBezTo>
                  <a:pt x="190082" y="352660"/>
                  <a:pt x="174206" y="361467"/>
                  <a:pt x="157326" y="365540"/>
                </a:cubicBezTo>
                <a:cubicBezTo>
                  <a:pt x="166417" y="380328"/>
                  <a:pt x="171406" y="397767"/>
                  <a:pt x="171406" y="416370"/>
                </a:cubicBezTo>
                <a:cubicBezTo>
                  <a:pt x="171406" y="443620"/>
                  <a:pt x="160701" y="468370"/>
                  <a:pt x="143120" y="486503"/>
                </a:cubicBezTo>
                <a:lnTo>
                  <a:pt x="143120" y="486504"/>
                </a:lnTo>
                <a:cubicBezTo>
                  <a:pt x="124986" y="504084"/>
                  <a:pt x="100237" y="514790"/>
                  <a:pt x="72986" y="514790"/>
                </a:cubicBezTo>
                <a:cubicBezTo>
                  <a:pt x="54383" y="514790"/>
                  <a:pt x="36945" y="509800"/>
                  <a:pt x="22156" y="500710"/>
                </a:cubicBezTo>
                <a:lnTo>
                  <a:pt x="0" y="539773"/>
                </a:lnTo>
                <a:lnTo>
                  <a:pt x="0" y="521718"/>
                </a:lnTo>
                <a:cubicBezTo>
                  <a:pt x="5973" y="513180"/>
                  <a:pt x="9654" y="503556"/>
                  <a:pt x="11467" y="493611"/>
                </a:cubicBezTo>
                <a:lnTo>
                  <a:pt x="0" y="480024"/>
                </a:lnTo>
                <a:lnTo>
                  <a:pt x="0" y="462727"/>
                </a:lnTo>
                <a:cubicBezTo>
                  <a:pt x="14950" y="487415"/>
                  <a:pt x="42305" y="502981"/>
                  <a:pt x="73296" y="502981"/>
                </a:cubicBezTo>
                <a:cubicBezTo>
                  <a:pt x="97207" y="502981"/>
                  <a:pt x="118953" y="493715"/>
                  <a:pt x="134965" y="478394"/>
                </a:cubicBezTo>
                <a:lnTo>
                  <a:pt x="0" y="343429"/>
                </a:lnTo>
                <a:lnTo>
                  <a:pt x="0" y="343339"/>
                </a:lnTo>
                <a:lnTo>
                  <a:pt x="135010" y="478348"/>
                </a:lnTo>
                <a:cubicBezTo>
                  <a:pt x="150331" y="462337"/>
                  <a:pt x="159597" y="440590"/>
                  <a:pt x="159597" y="416680"/>
                </a:cubicBezTo>
                <a:cubicBezTo>
                  <a:pt x="159597" y="366661"/>
                  <a:pt x="119048" y="326112"/>
                  <a:pt x="69030" y="326113"/>
                </a:cubicBezTo>
                <a:cubicBezTo>
                  <a:pt x="49952" y="326479"/>
                  <a:pt x="25806" y="321244"/>
                  <a:pt x="12948" y="308084"/>
                </a:cubicBezTo>
                <a:lnTo>
                  <a:pt x="0" y="327154"/>
                </a:lnTo>
                <a:lnTo>
                  <a:pt x="0" y="309010"/>
                </a:lnTo>
                <a:cubicBezTo>
                  <a:pt x="14338" y="284867"/>
                  <a:pt x="14338" y="254933"/>
                  <a:pt x="0" y="230790"/>
                </a:cubicBezTo>
                <a:lnTo>
                  <a:pt x="0" y="212690"/>
                </a:lnTo>
                <a:cubicBezTo>
                  <a:pt x="6036" y="217996"/>
                  <a:pt x="9959" y="224711"/>
                  <a:pt x="12896" y="231767"/>
                </a:cubicBezTo>
                <a:cubicBezTo>
                  <a:pt x="25742" y="218569"/>
                  <a:pt x="49927" y="213320"/>
                  <a:pt x="69030" y="213687"/>
                </a:cubicBezTo>
                <a:cubicBezTo>
                  <a:pt x="94039" y="213687"/>
                  <a:pt x="116681" y="203550"/>
                  <a:pt x="133071" y="187160"/>
                </a:cubicBezTo>
                <a:cubicBezTo>
                  <a:pt x="149460" y="170771"/>
                  <a:pt x="159597" y="148129"/>
                  <a:pt x="159597" y="123120"/>
                </a:cubicBezTo>
                <a:cubicBezTo>
                  <a:pt x="159597" y="99209"/>
                  <a:pt x="150331" y="77463"/>
                  <a:pt x="135010" y="61451"/>
                </a:cubicBezTo>
                <a:lnTo>
                  <a:pt x="0" y="196461"/>
                </a:lnTo>
                <a:lnTo>
                  <a:pt x="0" y="196370"/>
                </a:lnTo>
                <a:lnTo>
                  <a:pt x="134965" y="61406"/>
                </a:lnTo>
                <a:cubicBezTo>
                  <a:pt x="118953" y="46085"/>
                  <a:pt x="97207" y="36819"/>
                  <a:pt x="73296" y="36819"/>
                </a:cubicBezTo>
                <a:cubicBezTo>
                  <a:pt x="42305" y="36819"/>
                  <a:pt x="14950" y="52385"/>
                  <a:pt x="0" y="77073"/>
                </a:cubicBezTo>
                <a:lnTo>
                  <a:pt x="0" y="59780"/>
                </a:lnTo>
                <a:cubicBezTo>
                  <a:pt x="2240" y="53717"/>
                  <a:pt x="6698" y="49732"/>
                  <a:pt x="11494" y="46167"/>
                </a:cubicBezTo>
                <a:cubicBezTo>
                  <a:pt x="9661" y="36227"/>
                  <a:pt x="5972" y="26608"/>
                  <a:pt x="0" y="18074"/>
                </a:cubicBezTo>
                <a:lnTo>
                  <a:pt x="0" y="0"/>
                </a:lnTo>
                <a:cubicBezTo>
                  <a:pt x="11637" y="10773"/>
                  <a:pt x="18655" y="24545"/>
                  <a:pt x="22230" y="39049"/>
                </a:cubicBezTo>
                <a:cubicBezTo>
                  <a:pt x="37002" y="29983"/>
                  <a:pt x="54413" y="25010"/>
                  <a:pt x="72986" y="25010"/>
                </a:cubicBezTo>
                <a:cubicBezTo>
                  <a:pt x="100237" y="25010"/>
                  <a:pt x="124986" y="35715"/>
                  <a:pt x="143120" y="53296"/>
                </a:cubicBezTo>
                <a:cubicBezTo>
                  <a:pt x="160701" y="71430"/>
                  <a:pt x="171406" y="96180"/>
                  <a:pt x="171406" y="123429"/>
                </a:cubicBezTo>
                <a:cubicBezTo>
                  <a:pt x="171406" y="142002"/>
                  <a:pt x="166433" y="159414"/>
                  <a:pt x="157367" y="174185"/>
                </a:cubicBezTo>
                <a:cubicBezTo>
                  <a:pt x="174223" y="178341"/>
                  <a:pt x="190089" y="187146"/>
                  <a:pt x="203250" y="200306"/>
                </a:cubicBezTo>
                <a:cubicBezTo>
                  <a:pt x="222519" y="219575"/>
                  <a:pt x="232449" y="244645"/>
                  <a:pt x="232840" y="269899"/>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95" name="Teardrop 3"/>
          <p:cNvSpPr/>
          <p:nvPr/>
        </p:nvSpPr>
        <p:spPr>
          <a:xfrm rot="5400000" flipH="1" flipV="1">
            <a:off x="8321221" y="4185695"/>
            <a:ext cx="232840" cy="539772"/>
          </a:xfrm>
          <a:custGeom>
            <a:avLst/>
            <a:gdLst/>
            <a:ahLst/>
            <a:cxnLst/>
            <a:rect l="l" t="t" r="r" b="b"/>
            <a:pathLst>
              <a:path w="232840" h="539772">
                <a:moveTo>
                  <a:pt x="221340" y="269867"/>
                </a:moveTo>
                <a:cubicBezTo>
                  <a:pt x="220851" y="247711"/>
                  <a:pt x="212026" y="225782"/>
                  <a:pt x="195119" y="208875"/>
                </a:cubicBezTo>
                <a:cubicBezTo>
                  <a:pt x="182363" y="196120"/>
                  <a:pt x="166749" y="187965"/>
                  <a:pt x="150249" y="184922"/>
                </a:cubicBezTo>
                <a:cubicBezTo>
                  <a:pt x="147800" y="188780"/>
                  <a:pt x="144800" y="192208"/>
                  <a:pt x="141586" y="195422"/>
                </a:cubicBezTo>
                <a:cubicBezTo>
                  <a:pt x="123161" y="213847"/>
                  <a:pt x="97708" y="225242"/>
                  <a:pt x="69593" y="225242"/>
                </a:cubicBezTo>
                <a:cubicBezTo>
                  <a:pt x="43433" y="224741"/>
                  <a:pt x="27415" y="228586"/>
                  <a:pt x="17461" y="245212"/>
                </a:cubicBezTo>
                <a:cubicBezTo>
                  <a:pt x="22074" y="261450"/>
                  <a:pt x="22154" y="278664"/>
                  <a:pt x="17673" y="294913"/>
                </a:cubicBezTo>
                <a:cubicBezTo>
                  <a:pt x="27631" y="311265"/>
                  <a:pt x="43609" y="315055"/>
                  <a:pt x="69593" y="314556"/>
                </a:cubicBezTo>
                <a:cubicBezTo>
                  <a:pt x="102600" y="314556"/>
                  <a:pt x="131938" y="330263"/>
                  <a:pt x="150227" y="354850"/>
                </a:cubicBezTo>
                <a:cubicBezTo>
                  <a:pt x="166735" y="351841"/>
                  <a:pt x="182357" y="343684"/>
                  <a:pt x="195118" y="330923"/>
                </a:cubicBezTo>
                <a:cubicBezTo>
                  <a:pt x="212026" y="314015"/>
                  <a:pt x="220851" y="292087"/>
                  <a:pt x="221339" y="269931"/>
                </a:cubicBezTo>
                <a:lnTo>
                  <a:pt x="136174" y="269931"/>
                </a:lnTo>
                <a:lnTo>
                  <a:pt x="136173" y="269867"/>
                </a:lnTo>
                <a:close/>
                <a:moveTo>
                  <a:pt x="232840" y="269899"/>
                </a:moveTo>
                <a:cubicBezTo>
                  <a:pt x="232449" y="295153"/>
                  <a:pt x="222519" y="320224"/>
                  <a:pt x="203250" y="339492"/>
                </a:cubicBezTo>
                <a:cubicBezTo>
                  <a:pt x="190082" y="352660"/>
                  <a:pt x="174206" y="361466"/>
                  <a:pt x="157326" y="365539"/>
                </a:cubicBezTo>
                <a:cubicBezTo>
                  <a:pt x="166417" y="380328"/>
                  <a:pt x="171406" y="397766"/>
                  <a:pt x="171406" y="416370"/>
                </a:cubicBezTo>
                <a:cubicBezTo>
                  <a:pt x="171406" y="443620"/>
                  <a:pt x="160701" y="468370"/>
                  <a:pt x="143120" y="486503"/>
                </a:cubicBezTo>
                <a:cubicBezTo>
                  <a:pt x="124986" y="504084"/>
                  <a:pt x="100237" y="514790"/>
                  <a:pt x="72986" y="514790"/>
                </a:cubicBezTo>
                <a:cubicBezTo>
                  <a:pt x="54383" y="514790"/>
                  <a:pt x="36945" y="509800"/>
                  <a:pt x="22156" y="500709"/>
                </a:cubicBezTo>
                <a:lnTo>
                  <a:pt x="0" y="539772"/>
                </a:lnTo>
                <a:lnTo>
                  <a:pt x="0" y="521718"/>
                </a:lnTo>
                <a:cubicBezTo>
                  <a:pt x="5973" y="513179"/>
                  <a:pt x="9654" y="503556"/>
                  <a:pt x="11467" y="493611"/>
                </a:cubicBezTo>
                <a:lnTo>
                  <a:pt x="0" y="480023"/>
                </a:lnTo>
                <a:lnTo>
                  <a:pt x="0" y="462726"/>
                </a:lnTo>
                <a:cubicBezTo>
                  <a:pt x="14950" y="487414"/>
                  <a:pt x="42305" y="502980"/>
                  <a:pt x="73296" y="502980"/>
                </a:cubicBezTo>
                <a:cubicBezTo>
                  <a:pt x="97207" y="502980"/>
                  <a:pt x="118953" y="493715"/>
                  <a:pt x="134965" y="478394"/>
                </a:cubicBezTo>
                <a:lnTo>
                  <a:pt x="0" y="343429"/>
                </a:lnTo>
                <a:lnTo>
                  <a:pt x="0" y="343338"/>
                </a:lnTo>
                <a:lnTo>
                  <a:pt x="135010" y="478348"/>
                </a:lnTo>
                <a:cubicBezTo>
                  <a:pt x="150331" y="462336"/>
                  <a:pt x="159597" y="440590"/>
                  <a:pt x="159597" y="416679"/>
                </a:cubicBezTo>
                <a:cubicBezTo>
                  <a:pt x="159597" y="366661"/>
                  <a:pt x="119048" y="326112"/>
                  <a:pt x="69030" y="326112"/>
                </a:cubicBezTo>
                <a:cubicBezTo>
                  <a:pt x="49952" y="326478"/>
                  <a:pt x="25806" y="321244"/>
                  <a:pt x="12948" y="308084"/>
                </a:cubicBezTo>
                <a:lnTo>
                  <a:pt x="0" y="327154"/>
                </a:lnTo>
                <a:lnTo>
                  <a:pt x="0" y="309010"/>
                </a:lnTo>
                <a:cubicBezTo>
                  <a:pt x="14338" y="284867"/>
                  <a:pt x="14338" y="254932"/>
                  <a:pt x="0" y="230790"/>
                </a:cubicBezTo>
                <a:lnTo>
                  <a:pt x="0" y="212690"/>
                </a:lnTo>
                <a:cubicBezTo>
                  <a:pt x="6036" y="217996"/>
                  <a:pt x="9959" y="224711"/>
                  <a:pt x="12896" y="231767"/>
                </a:cubicBezTo>
                <a:cubicBezTo>
                  <a:pt x="25742" y="218569"/>
                  <a:pt x="49927" y="213320"/>
                  <a:pt x="69030" y="213687"/>
                </a:cubicBezTo>
                <a:cubicBezTo>
                  <a:pt x="94039" y="213687"/>
                  <a:pt x="116681" y="203550"/>
                  <a:pt x="133071" y="187160"/>
                </a:cubicBezTo>
                <a:cubicBezTo>
                  <a:pt x="149460" y="170771"/>
                  <a:pt x="159597" y="148129"/>
                  <a:pt x="159597" y="123120"/>
                </a:cubicBezTo>
                <a:cubicBezTo>
                  <a:pt x="159597" y="99209"/>
                  <a:pt x="150331" y="77463"/>
                  <a:pt x="135010" y="61451"/>
                </a:cubicBezTo>
                <a:lnTo>
                  <a:pt x="0" y="196461"/>
                </a:lnTo>
                <a:lnTo>
                  <a:pt x="0" y="196370"/>
                </a:lnTo>
                <a:lnTo>
                  <a:pt x="134965" y="61406"/>
                </a:lnTo>
                <a:cubicBezTo>
                  <a:pt x="118953" y="46085"/>
                  <a:pt x="97207" y="36819"/>
                  <a:pt x="73296" y="36819"/>
                </a:cubicBezTo>
                <a:cubicBezTo>
                  <a:pt x="42305" y="36819"/>
                  <a:pt x="14950" y="52385"/>
                  <a:pt x="0" y="77073"/>
                </a:cubicBezTo>
                <a:lnTo>
                  <a:pt x="0" y="59780"/>
                </a:lnTo>
                <a:cubicBezTo>
                  <a:pt x="2240" y="53717"/>
                  <a:pt x="6698" y="49732"/>
                  <a:pt x="11494" y="46167"/>
                </a:cubicBezTo>
                <a:cubicBezTo>
                  <a:pt x="9661" y="36227"/>
                  <a:pt x="5972" y="26608"/>
                  <a:pt x="0" y="18074"/>
                </a:cubicBezTo>
                <a:lnTo>
                  <a:pt x="0" y="0"/>
                </a:lnTo>
                <a:cubicBezTo>
                  <a:pt x="11637" y="10773"/>
                  <a:pt x="18655" y="24545"/>
                  <a:pt x="22230" y="39049"/>
                </a:cubicBezTo>
                <a:cubicBezTo>
                  <a:pt x="37002" y="29983"/>
                  <a:pt x="54413" y="25010"/>
                  <a:pt x="72986" y="25010"/>
                </a:cubicBezTo>
                <a:cubicBezTo>
                  <a:pt x="100237" y="25010"/>
                  <a:pt x="124986" y="35715"/>
                  <a:pt x="143120" y="53296"/>
                </a:cubicBezTo>
                <a:cubicBezTo>
                  <a:pt x="160701" y="71430"/>
                  <a:pt x="171406" y="96180"/>
                  <a:pt x="171406" y="123429"/>
                </a:cubicBezTo>
                <a:cubicBezTo>
                  <a:pt x="171406" y="142002"/>
                  <a:pt x="166433" y="159414"/>
                  <a:pt x="157367" y="174185"/>
                </a:cubicBezTo>
                <a:cubicBezTo>
                  <a:pt x="174223" y="178341"/>
                  <a:pt x="190089" y="187146"/>
                  <a:pt x="203250" y="200306"/>
                </a:cubicBezTo>
                <a:cubicBezTo>
                  <a:pt x="222519" y="219575"/>
                  <a:pt x="232449" y="244645"/>
                  <a:pt x="232840" y="269899"/>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96" name="Teardrop 3"/>
          <p:cNvSpPr/>
          <p:nvPr/>
        </p:nvSpPr>
        <p:spPr>
          <a:xfrm rot="5400000" flipH="1" flipV="1">
            <a:off x="7478682" y="4185695"/>
            <a:ext cx="232840" cy="539773"/>
          </a:xfrm>
          <a:custGeom>
            <a:avLst/>
            <a:gdLst/>
            <a:ahLst/>
            <a:cxnLst/>
            <a:rect l="l" t="t" r="r" b="b"/>
            <a:pathLst>
              <a:path w="232840" h="539773">
                <a:moveTo>
                  <a:pt x="221340" y="269867"/>
                </a:moveTo>
                <a:cubicBezTo>
                  <a:pt x="220851" y="247712"/>
                  <a:pt x="212026" y="225783"/>
                  <a:pt x="195119" y="208875"/>
                </a:cubicBezTo>
                <a:cubicBezTo>
                  <a:pt x="182363" y="196120"/>
                  <a:pt x="166749" y="187965"/>
                  <a:pt x="150249" y="184922"/>
                </a:cubicBezTo>
                <a:cubicBezTo>
                  <a:pt x="147800" y="188780"/>
                  <a:pt x="144800" y="192208"/>
                  <a:pt x="141586" y="195422"/>
                </a:cubicBezTo>
                <a:cubicBezTo>
                  <a:pt x="123161" y="213847"/>
                  <a:pt x="97708" y="225243"/>
                  <a:pt x="69593" y="225243"/>
                </a:cubicBezTo>
                <a:cubicBezTo>
                  <a:pt x="43433" y="224741"/>
                  <a:pt x="27415" y="228586"/>
                  <a:pt x="17461" y="245213"/>
                </a:cubicBezTo>
                <a:cubicBezTo>
                  <a:pt x="22074" y="261450"/>
                  <a:pt x="22154" y="278664"/>
                  <a:pt x="17673" y="294913"/>
                </a:cubicBezTo>
                <a:cubicBezTo>
                  <a:pt x="27631" y="311265"/>
                  <a:pt x="43609" y="315055"/>
                  <a:pt x="69593" y="314557"/>
                </a:cubicBezTo>
                <a:cubicBezTo>
                  <a:pt x="102600" y="314557"/>
                  <a:pt x="131938" y="330263"/>
                  <a:pt x="150227" y="354851"/>
                </a:cubicBezTo>
                <a:cubicBezTo>
                  <a:pt x="166735" y="351841"/>
                  <a:pt x="182357" y="343684"/>
                  <a:pt x="195118" y="330923"/>
                </a:cubicBezTo>
                <a:cubicBezTo>
                  <a:pt x="212026" y="314016"/>
                  <a:pt x="220851" y="292087"/>
                  <a:pt x="221339" y="269931"/>
                </a:cubicBezTo>
                <a:lnTo>
                  <a:pt x="136174" y="269931"/>
                </a:lnTo>
                <a:lnTo>
                  <a:pt x="136173" y="269867"/>
                </a:lnTo>
                <a:close/>
                <a:moveTo>
                  <a:pt x="232840" y="269899"/>
                </a:moveTo>
                <a:cubicBezTo>
                  <a:pt x="232449" y="295153"/>
                  <a:pt x="222519" y="320224"/>
                  <a:pt x="203250" y="339492"/>
                </a:cubicBezTo>
                <a:cubicBezTo>
                  <a:pt x="190082" y="352660"/>
                  <a:pt x="174206" y="361467"/>
                  <a:pt x="157326" y="365540"/>
                </a:cubicBezTo>
                <a:cubicBezTo>
                  <a:pt x="166417" y="380328"/>
                  <a:pt x="171406" y="397767"/>
                  <a:pt x="171406" y="416370"/>
                </a:cubicBezTo>
                <a:cubicBezTo>
                  <a:pt x="171406" y="443620"/>
                  <a:pt x="160701" y="468370"/>
                  <a:pt x="143120" y="486503"/>
                </a:cubicBezTo>
                <a:lnTo>
                  <a:pt x="143120" y="486504"/>
                </a:lnTo>
                <a:cubicBezTo>
                  <a:pt x="124986" y="504084"/>
                  <a:pt x="100237" y="514790"/>
                  <a:pt x="72986" y="514790"/>
                </a:cubicBezTo>
                <a:cubicBezTo>
                  <a:pt x="54383" y="514790"/>
                  <a:pt x="36945" y="509800"/>
                  <a:pt x="22156" y="500710"/>
                </a:cubicBezTo>
                <a:lnTo>
                  <a:pt x="0" y="539773"/>
                </a:lnTo>
                <a:lnTo>
                  <a:pt x="0" y="521718"/>
                </a:lnTo>
                <a:cubicBezTo>
                  <a:pt x="5973" y="513180"/>
                  <a:pt x="9654" y="503556"/>
                  <a:pt x="11467" y="493611"/>
                </a:cubicBezTo>
                <a:lnTo>
                  <a:pt x="0" y="480024"/>
                </a:lnTo>
                <a:lnTo>
                  <a:pt x="0" y="462726"/>
                </a:lnTo>
                <a:cubicBezTo>
                  <a:pt x="14950" y="487415"/>
                  <a:pt x="42305" y="502981"/>
                  <a:pt x="73296" y="502981"/>
                </a:cubicBezTo>
                <a:cubicBezTo>
                  <a:pt x="97207" y="502981"/>
                  <a:pt x="118953" y="493715"/>
                  <a:pt x="134965" y="478394"/>
                </a:cubicBezTo>
                <a:lnTo>
                  <a:pt x="0" y="343429"/>
                </a:lnTo>
                <a:lnTo>
                  <a:pt x="0" y="343339"/>
                </a:lnTo>
                <a:lnTo>
                  <a:pt x="135010" y="478348"/>
                </a:lnTo>
                <a:cubicBezTo>
                  <a:pt x="150331" y="462337"/>
                  <a:pt x="159597" y="440590"/>
                  <a:pt x="159597" y="416680"/>
                </a:cubicBezTo>
                <a:cubicBezTo>
                  <a:pt x="159597" y="366661"/>
                  <a:pt x="119048" y="326112"/>
                  <a:pt x="69030" y="326113"/>
                </a:cubicBezTo>
                <a:cubicBezTo>
                  <a:pt x="49952" y="326479"/>
                  <a:pt x="25806" y="321244"/>
                  <a:pt x="12948" y="308084"/>
                </a:cubicBezTo>
                <a:lnTo>
                  <a:pt x="0" y="327154"/>
                </a:lnTo>
                <a:lnTo>
                  <a:pt x="0" y="309010"/>
                </a:lnTo>
                <a:cubicBezTo>
                  <a:pt x="14338" y="284867"/>
                  <a:pt x="14338" y="254933"/>
                  <a:pt x="0" y="230790"/>
                </a:cubicBezTo>
                <a:lnTo>
                  <a:pt x="0" y="212690"/>
                </a:lnTo>
                <a:cubicBezTo>
                  <a:pt x="6036" y="217996"/>
                  <a:pt x="9959" y="224711"/>
                  <a:pt x="12896" y="231767"/>
                </a:cubicBezTo>
                <a:cubicBezTo>
                  <a:pt x="25742" y="218569"/>
                  <a:pt x="49927" y="213320"/>
                  <a:pt x="69030" y="213687"/>
                </a:cubicBezTo>
                <a:cubicBezTo>
                  <a:pt x="94039" y="213687"/>
                  <a:pt x="116681" y="203550"/>
                  <a:pt x="133071" y="187160"/>
                </a:cubicBezTo>
                <a:cubicBezTo>
                  <a:pt x="149460" y="170771"/>
                  <a:pt x="159597" y="148129"/>
                  <a:pt x="159597" y="123120"/>
                </a:cubicBezTo>
                <a:cubicBezTo>
                  <a:pt x="159597" y="99209"/>
                  <a:pt x="150331" y="77463"/>
                  <a:pt x="135010" y="61451"/>
                </a:cubicBezTo>
                <a:lnTo>
                  <a:pt x="0" y="196461"/>
                </a:lnTo>
                <a:lnTo>
                  <a:pt x="0" y="196370"/>
                </a:lnTo>
                <a:lnTo>
                  <a:pt x="134965" y="61406"/>
                </a:lnTo>
                <a:cubicBezTo>
                  <a:pt x="118953" y="46085"/>
                  <a:pt x="97207" y="36819"/>
                  <a:pt x="73296" y="36819"/>
                </a:cubicBezTo>
                <a:cubicBezTo>
                  <a:pt x="42305" y="36819"/>
                  <a:pt x="14950" y="52385"/>
                  <a:pt x="0" y="77073"/>
                </a:cubicBezTo>
                <a:lnTo>
                  <a:pt x="0" y="59780"/>
                </a:lnTo>
                <a:cubicBezTo>
                  <a:pt x="2240" y="53717"/>
                  <a:pt x="6698" y="49732"/>
                  <a:pt x="11494" y="46167"/>
                </a:cubicBezTo>
                <a:cubicBezTo>
                  <a:pt x="9661" y="36227"/>
                  <a:pt x="5972" y="26608"/>
                  <a:pt x="0" y="18074"/>
                </a:cubicBezTo>
                <a:lnTo>
                  <a:pt x="0" y="0"/>
                </a:lnTo>
                <a:cubicBezTo>
                  <a:pt x="11637" y="10773"/>
                  <a:pt x="18655" y="24545"/>
                  <a:pt x="22230" y="39049"/>
                </a:cubicBezTo>
                <a:cubicBezTo>
                  <a:pt x="37002" y="29983"/>
                  <a:pt x="54413" y="25010"/>
                  <a:pt x="72986" y="25010"/>
                </a:cubicBezTo>
                <a:cubicBezTo>
                  <a:pt x="100237" y="25010"/>
                  <a:pt x="124986" y="35715"/>
                  <a:pt x="143120" y="53296"/>
                </a:cubicBezTo>
                <a:cubicBezTo>
                  <a:pt x="160701" y="71430"/>
                  <a:pt x="171406" y="96180"/>
                  <a:pt x="171406" y="123429"/>
                </a:cubicBezTo>
                <a:cubicBezTo>
                  <a:pt x="171406" y="142002"/>
                  <a:pt x="166433" y="159414"/>
                  <a:pt x="157367" y="174185"/>
                </a:cubicBezTo>
                <a:cubicBezTo>
                  <a:pt x="174223" y="178341"/>
                  <a:pt x="190089" y="187146"/>
                  <a:pt x="203250" y="200306"/>
                </a:cubicBezTo>
                <a:cubicBezTo>
                  <a:pt x="222519" y="219575"/>
                  <a:pt x="232449" y="244645"/>
                  <a:pt x="232840" y="269899"/>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97" name="Teardrop 3"/>
          <p:cNvSpPr/>
          <p:nvPr/>
        </p:nvSpPr>
        <p:spPr>
          <a:xfrm rot="5400000" flipH="1" flipV="1">
            <a:off x="10006301" y="4185695"/>
            <a:ext cx="232840" cy="539772"/>
          </a:xfrm>
          <a:custGeom>
            <a:avLst/>
            <a:gdLst/>
            <a:ahLst/>
            <a:cxnLst/>
            <a:rect l="l" t="t" r="r" b="b"/>
            <a:pathLst>
              <a:path w="232840" h="539772">
                <a:moveTo>
                  <a:pt x="221340" y="269867"/>
                </a:moveTo>
                <a:cubicBezTo>
                  <a:pt x="220851" y="247711"/>
                  <a:pt x="212026" y="225782"/>
                  <a:pt x="195119" y="208875"/>
                </a:cubicBezTo>
                <a:cubicBezTo>
                  <a:pt x="182363" y="196120"/>
                  <a:pt x="166749" y="187964"/>
                  <a:pt x="150249" y="184922"/>
                </a:cubicBezTo>
                <a:cubicBezTo>
                  <a:pt x="147800" y="188780"/>
                  <a:pt x="144800" y="192208"/>
                  <a:pt x="141586" y="195422"/>
                </a:cubicBezTo>
                <a:cubicBezTo>
                  <a:pt x="123161" y="213847"/>
                  <a:pt x="97708" y="225242"/>
                  <a:pt x="69593" y="225242"/>
                </a:cubicBezTo>
                <a:cubicBezTo>
                  <a:pt x="43433" y="224741"/>
                  <a:pt x="27415" y="228586"/>
                  <a:pt x="17461" y="245212"/>
                </a:cubicBezTo>
                <a:cubicBezTo>
                  <a:pt x="22074" y="261450"/>
                  <a:pt x="22154" y="278664"/>
                  <a:pt x="17673" y="294913"/>
                </a:cubicBezTo>
                <a:cubicBezTo>
                  <a:pt x="27631" y="311265"/>
                  <a:pt x="43609" y="315055"/>
                  <a:pt x="69593" y="314556"/>
                </a:cubicBezTo>
                <a:cubicBezTo>
                  <a:pt x="102600" y="314556"/>
                  <a:pt x="131938" y="330263"/>
                  <a:pt x="150227" y="354850"/>
                </a:cubicBezTo>
                <a:cubicBezTo>
                  <a:pt x="166735" y="351841"/>
                  <a:pt x="182357" y="343684"/>
                  <a:pt x="195118" y="330923"/>
                </a:cubicBezTo>
                <a:cubicBezTo>
                  <a:pt x="212026" y="314015"/>
                  <a:pt x="220851" y="292087"/>
                  <a:pt x="221339" y="269931"/>
                </a:cubicBezTo>
                <a:lnTo>
                  <a:pt x="136174" y="269931"/>
                </a:lnTo>
                <a:lnTo>
                  <a:pt x="136173" y="269867"/>
                </a:lnTo>
                <a:close/>
                <a:moveTo>
                  <a:pt x="232840" y="269899"/>
                </a:moveTo>
                <a:cubicBezTo>
                  <a:pt x="232449" y="295153"/>
                  <a:pt x="222519" y="320224"/>
                  <a:pt x="203250" y="339492"/>
                </a:cubicBezTo>
                <a:cubicBezTo>
                  <a:pt x="190082" y="352660"/>
                  <a:pt x="174206" y="361466"/>
                  <a:pt x="157326" y="365539"/>
                </a:cubicBezTo>
                <a:cubicBezTo>
                  <a:pt x="166417" y="380328"/>
                  <a:pt x="171406" y="397766"/>
                  <a:pt x="171406" y="416370"/>
                </a:cubicBezTo>
                <a:cubicBezTo>
                  <a:pt x="171406" y="443620"/>
                  <a:pt x="160701" y="468370"/>
                  <a:pt x="143120" y="486503"/>
                </a:cubicBezTo>
                <a:cubicBezTo>
                  <a:pt x="124986" y="504084"/>
                  <a:pt x="100237" y="514790"/>
                  <a:pt x="72986" y="514790"/>
                </a:cubicBezTo>
                <a:cubicBezTo>
                  <a:pt x="54383" y="514790"/>
                  <a:pt x="36945" y="509800"/>
                  <a:pt x="22156" y="500709"/>
                </a:cubicBezTo>
                <a:lnTo>
                  <a:pt x="0" y="539772"/>
                </a:lnTo>
                <a:lnTo>
                  <a:pt x="0" y="521718"/>
                </a:lnTo>
                <a:cubicBezTo>
                  <a:pt x="5973" y="513179"/>
                  <a:pt x="9654" y="503556"/>
                  <a:pt x="11467" y="493611"/>
                </a:cubicBezTo>
                <a:lnTo>
                  <a:pt x="0" y="480023"/>
                </a:lnTo>
                <a:lnTo>
                  <a:pt x="0" y="462726"/>
                </a:lnTo>
                <a:cubicBezTo>
                  <a:pt x="14950" y="487414"/>
                  <a:pt x="42305" y="502980"/>
                  <a:pt x="73296" y="502980"/>
                </a:cubicBezTo>
                <a:cubicBezTo>
                  <a:pt x="97207" y="502980"/>
                  <a:pt x="118953" y="493715"/>
                  <a:pt x="134965" y="478394"/>
                </a:cubicBezTo>
                <a:lnTo>
                  <a:pt x="0" y="343429"/>
                </a:lnTo>
                <a:lnTo>
                  <a:pt x="0" y="343338"/>
                </a:lnTo>
                <a:lnTo>
                  <a:pt x="135010" y="478348"/>
                </a:lnTo>
                <a:cubicBezTo>
                  <a:pt x="150331" y="462336"/>
                  <a:pt x="159597" y="440590"/>
                  <a:pt x="159597" y="416679"/>
                </a:cubicBezTo>
                <a:cubicBezTo>
                  <a:pt x="159597" y="366661"/>
                  <a:pt x="119048" y="326112"/>
                  <a:pt x="69030" y="326112"/>
                </a:cubicBezTo>
                <a:cubicBezTo>
                  <a:pt x="49952" y="326478"/>
                  <a:pt x="25806" y="321244"/>
                  <a:pt x="12948" y="308084"/>
                </a:cubicBezTo>
                <a:lnTo>
                  <a:pt x="0" y="327154"/>
                </a:lnTo>
                <a:lnTo>
                  <a:pt x="0" y="309010"/>
                </a:lnTo>
                <a:cubicBezTo>
                  <a:pt x="14338" y="284867"/>
                  <a:pt x="14338" y="254932"/>
                  <a:pt x="0" y="230790"/>
                </a:cubicBezTo>
                <a:lnTo>
                  <a:pt x="0" y="212689"/>
                </a:lnTo>
                <a:cubicBezTo>
                  <a:pt x="6036" y="217996"/>
                  <a:pt x="9959" y="224711"/>
                  <a:pt x="12896" y="231767"/>
                </a:cubicBezTo>
                <a:cubicBezTo>
                  <a:pt x="25742" y="218569"/>
                  <a:pt x="49927" y="213320"/>
                  <a:pt x="69030" y="213686"/>
                </a:cubicBezTo>
                <a:cubicBezTo>
                  <a:pt x="94039" y="213687"/>
                  <a:pt x="116681" y="203549"/>
                  <a:pt x="133071" y="187160"/>
                </a:cubicBezTo>
                <a:cubicBezTo>
                  <a:pt x="149460" y="170771"/>
                  <a:pt x="159597" y="148129"/>
                  <a:pt x="159597" y="123119"/>
                </a:cubicBezTo>
                <a:cubicBezTo>
                  <a:pt x="159597" y="99209"/>
                  <a:pt x="150331" y="77462"/>
                  <a:pt x="135010" y="61451"/>
                </a:cubicBezTo>
                <a:lnTo>
                  <a:pt x="0" y="196461"/>
                </a:lnTo>
                <a:lnTo>
                  <a:pt x="0" y="196370"/>
                </a:lnTo>
                <a:lnTo>
                  <a:pt x="134965" y="61405"/>
                </a:lnTo>
                <a:cubicBezTo>
                  <a:pt x="118953" y="46084"/>
                  <a:pt x="97207" y="36819"/>
                  <a:pt x="73296" y="36819"/>
                </a:cubicBezTo>
                <a:cubicBezTo>
                  <a:pt x="42305" y="36819"/>
                  <a:pt x="14950" y="52385"/>
                  <a:pt x="0" y="77073"/>
                </a:cubicBezTo>
                <a:lnTo>
                  <a:pt x="0" y="59780"/>
                </a:lnTo>
                <a:cubicBezTo>
                  <a:pt x="2240" y="53717"/>
                  <a:pt x="6698" y="49732"/>
                  <a:pt x="11494" y="46167"/>
                </a:cubicBezTo>
                <a:cubicBezTo>
                  <a:pt x="9661" y="36227"/>
                  <a:pt x="5972" y="26608"/>
                  <a:pt x="0" y="18074"/>
                </a:cubicBezTo>
                <a:lnTo>
                  <a:pt x="0" y="0"/>
                </a:lnTo>
                <a:cubicBezTo>
                  <a:pt x="11637" y="10773"/>
                  <a:pt x="18655" y="24545"/>
                  <a:pt x="22230" y="39049"/>
                </a:cubicBezTo>
                <a:cubicBezTo>
                  <a:pt x="37002" y="29983"/>
                  <a:pt x="54413" y="25009"/>
                  <a:pt x="72986" y="25009"/>
                </a:cubicBezTo>
                <a:cubicBezTo>
                  <a:pt x="100237" y="25009"/>
                  <a:pt x="124986" y="35715"/>
                  <a:pt x="143120" y="53296"/>
                </a:cubicBezTo>
                <a:cubicBezTo>
                  <a:pt x="160701" y="71429"/>
                  <a:pt x="171406" y="96179"/>
                  <a:pt x="171406" y="123429"/>
                </a:cubicBezTo>
                <a:cubicBezTo>
                  <a:pt x="171406" y="142002"/>
                  <a:pt x="166433" y="159414"/>
                  <a:pt x="157367" y="174185"/>
                </a:cubicBezTo>
                <a:cubicBezTo>
                  <a:pt x="174223" y="178341"/>
                  <a:pt x="190089" y="187145"/>
                  <a:pt x="203250" y="200306"/>
                </a:cubicBezTo>
                <a:cubicBezTo>
                  <a:pt x="222519" y="219574"/>
                  <a:pt x="232449" y="244645"/>
                  <a:pt x="232840" y="269899"/>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98" name="Teardrop 3"/>
          <p:cNvSpPr/>
          <p:nvPr/>
        </p:nvSpPr>
        <p:spPr>
          <a:xfrm rot="5400000" flipH="1" flipV="1">
            <a:off x="9163761" y="4185695"/>
            <a:ext cx="232840" cy="539772"/>
          </a:xfrm>
          <a:custGeom>
            <a:avLst/>
            <a:gdLst/>
            <a:ahLst/>
            <a:cxnLst/>
            <a:rect l="l" t="t" r="r" b="b"/>
            <a:pathLst>
              <a:path w="232840" h="539772">
                <a:moveTo>
                  <a:pt x="221340" y="269867"/>
                </a:moveTo>
                <a:cubicBezTo>
                  <a:pt x="220851" y="247711"/>
                  <a:pt x="212026" y="225782"/>
                  <a:pt x="195119" y="208875"/>
                </a:cubicBezTo>
                <a:cubicBezTo>
                  <a:pt x="182363" y="196120"/>
                  <a:pt x="166749" y="187964"/>
                  <a:pt x="150249" y="184922"/>
                </a:cubicBezTo>
                <a:cubicBezTo>
                  <a:pt x="147800" y="188780"/>
                  <a:pt x="144800" y="192208"/>
                  <a:pt x="141586" y="195422"/>
                </a:cubicBezTo>
                <a:cubicBezTo>
                  <a:pt x="123161" y="213847"/>
                  <a:pt x="97708" y="225242"/>
                  <a:pt x="69593" y="225242"/>
                </a:cubicBezTo>
                <a:cubicBezTo>
                  <a:pt x="43433" y="224741"/>
                  <a:pt x="27415" y="228586"/>
                  <a:pt x="17461" y="245212"/>
                </a:cubicBezTo>
                <a:cubicBezTo>
                  <a:pt x="22074" y="261450"/>
                  <a:pt x="22154" y="278664"/>
                  <a:pt x="17673" y="294913"/>
                </a:cubicBezTo>
                <a:cubicBezTo>
                  <a:pt x="27631" y="311265"/>
                  <a:pt x="43609" y="315055"/>
                  <a:pt x="69593" y="314556"/>
                </a:cubicBezTo>
                <a:cubicBezTo>
                  <a:pt x="102600" y="314556"/>
                  <a:pt x="131938" y="330263"/>
                  <a:pt x="150227" y="354850"/>
                </a:cubicBezTo>
                <a:cubicBezTo>
                  <a:pt x="166735" y="351841"/>
                  <a:pt x="182357" y="343684"/>
                  <a:pt x="195118" y="330923"/>
                </a:cubicBezTo>
                <a:cubicBezTo>
                  <a:pt x="212026" y="314015"/>
                  <a:pt x="220851" y="292087"/>
                  <a:pt x="221339" y="269931"/>
                </a:cubicBezTo>
                <a:lnTo>
                  <a:pt x="136174" y="269931"/>
                </a:lnTo>
                <a:lnTo>
                  <a:pt x="136173" y="269867"/>
                </a:lnTo>
                <a:close/>
                <a:moveTo>
                  <a:pt x="232840" y="269899"/>
                </a:moveTo>
                <a:cubicBezTo>
                  <a:pt x="232449" y="295153"/>
                  <a:pt x="222519" y="320224"/>
                  <a:pt x="203250" y="339492"/>
                </a:cubicBezTo>
                <a:cubicBezTo>
                  <a:pt x="190082" y="352660"/>
                  <a:pt x="174206" y="361466"/>
                  <a:pt x="157326" y="365539"/>
                </a:cubicBezTo>
                <a:cubicBezTo>
                  <a:pt x="166417" y="380328"/>
                  <a:pt x="171406" y="397766"/>
                  <a:pt x="171406" y="416370"/>
                </a:cubicBezTo>
                <a:cubicBezTo>
                  <a:pt x="171406" y="443620"/>
                  <a:pt x="160701" y="468370"/>
                  <a:pt x="143120" y="486503"/>
                </a:cubicBezTo>
                <a:cubicBezTo>
                  <a:pt x="124986" y="504084"/>
                  <a:pt x="100237" y="514790"/>
                  <a:pt x="72986" y="514790"/>
                </a:cubicBezTo>
                <a:cubicBezTo>
                  <a:pt x="54383" y="514790"/>
                  <a:pt x="36945" y="509800"/>
                  <a:pt x="22156" y="500709"/>
                </a:cubicBezTo>
                <a:lnTo>
                  <a:pt x="0" y="539772"/>
                </a:lnTo>
                <a:lnTo>
                  <a:pt x="0" y="521717"/>
                </a:lnTo>
                <a:cubicBezTo>
                  <a:pt x="5973" y="513179"/>
                  <a:pt x="9654" y="503556"/>
                  <a:pt x="11467" y="493611"/>
                </a:cubicBezTo>
                <a:lnTo>
                  <a:pt x="0" y="480023"/>
                </a:lnTo>
                <a:lnTo>
                  <a:pt x="0" y="462726"/>
                </a:lnTo>
                <a:cubicBezTo>
                  <a:pt x="14950" y="487414"/>
                  <a:pt x="42305" y="502980"/>
                  <a:pt x="73296" y="502980"/>
                </a:cubicBezTo>
                <a:cubicBezTo>
                  <a:pt x="97207" y="502980"/>
                  <a:pt x="118953" y="493715"/>
                  <a:pt x="134965" y="478394"/>
                </a:cubicBezTo>
                <a:lnTo>
                  <a:pt x="0" y="343429"/>
                </a:lnTo>
                <a:lnTo>
                  <a:pt x="0" y="343338"/>
                </a:lnTo>
                <a:lnTo>
                  <a:pt x="135010" y="478348"/>
                </a:lnTo>
                <a:cubicBezTo>
                  <a:pt x="150331" y="462336"/>
                  <a:pt x="159597" y="440590"/>
                  <a:pt x="159597" y="416679"/>
                </a:cubicBezTo>
                <a:cubicBezTo>
                  <a:pt x="159597" y="366661"/>
                  <a:pt x="119048" y="326112"/>
                  <a:pt x="69030" y="326112"/>
                </a:cubicBezTo>
                <a:cubicBezTo>
                  <a:pt x="49952" y="326478"/>
                  <a:pt x="25806" y="321244"/>
                  <a:pt x="12948" y="308084"/>
                </a:cubicBezTo>
                <a:lnTo>
                  <a:pt x="0" y="327154"/>
                </a:lnTo>
                <a:lnTo>
                  <a:pt x="0" y="309010"/>
                </a:lnTo>
                <a:cubicBezTo>
                  <a:pt x="14338" y="284867"/>
                  <a:pt x="14338" y="254932"/>
                  <a:pt x="0" y="230790"/>
                </a:cubicBezTo>
                <a:lnTo>
                  <a:pt x="0" y="212689"/>
                </a:lnTo>
                <a:cubicBezTo>
                  <a:pt x="6036" y="217996"/>
                  <a:pt x="9959" y="224711"/>
                  <a:pt x="12896" y="231767"/>
                </a:cubicBezTo>
                <a:cubicBezTo>
                  <a:pt x="25742" y="218569"/>
                  <a:pt x="49927" y="213320"/>
                  <a:pt x="69030" y="213686"/>
                </a:cubicBezTo>
                <a:cubicBezTo>
                  <a:pt x="94039" y="213687"/>
                  <a:pt x="116681" y="203549"/>
                  <a:pt x="133071" y="187160"/>
                </a:cubicBezTo>
                <a:cubicBezTo>
                  <a:pt x="149460" y="170771"/>
                  <a:pt x="159597" y="148129"/>
                  <a:pt x="159597" y="123119"/>
                </a:cubicBezTo>
                <a:cubicBezTo>
                  <a:pt x="159597" y="99209"/>
                  <a:pt x="150331" y="77462"/>
                  <a:pt x="135010" y="61451"/>
                </a:cubicBezTo>
                <a:lnTo>
                  <a:pt x="0" y="196461"/>
                </a:lnTo>
                <a:lnTo>
                  <a:pt x="0" y="196370"/>
                </a:lnTo>
                <a:lnTo>
                  <a:pt x="134965" y="61405"/>
                </a:lnTo>
                <a:cubicBezTo>
                  <a:pt x="118953" y="46084"/>
                  <a:pt x="97207" y="36819"/>
                  <a:pt x="73296" y="36819"/>
                </a:cubicBezTo>
                <a:cubicBezTo>
                  <a:pt x="42305" y="36819"/>
                  <a:pt x="14950" y="52385"/>
                  <a:pt x="0" y="77073"/>
                </a:cubicBezTo>
                <a:lnTo>
                  <a:pt x="0" y="59780"/>
                </a:lnTo>
                <a:cubicBezTo>
                  <a:pt x="2240" y="53717"/>
                  <a:pt x="6698" y="49732"/>
                  <a:pt x="11494" y="46167"/>
                </a:cubicBezTo>
                <a:cubicBezTo>
                  <a:pt x="9661" y="36226"/>
                  <a:pt x="5972" y="26608"/>
                  <a:pt x="0" y="18073"/>
                </a:cubicBezTo>
                <a:lnTo>
                  <a:pt x="0" y="0"/>
                </a:lnTo>
                <a:cubicBezTo>
                  <a:pt x="11637" y="10773"/>
                  <a:pt x="18655" y="24545"/>
                  <a:pt x="22230" y="39049"/>
                </a:cubicBezTo>
                <a:cubicBezTo>
                  <a:pt x="37002" y="29983"/>
                  <a:pt x="54413" y="25009"/>
                  <a:pt x="72986" y="25009"/>
                </a:cubicBezTo>
                <a:cubicBezTo>
                  <a:pt x="100237" y="25009"/>
                  <a:pt x="124986" y="35715"/>
                  <a:pt x="143120" y="53296"/>
                </a:cubicBezTo>
                <a:cubicBezTo>
                  <a:pt x="160701" y="71429"/>
                  <a:pt x="171406" y="96179"/>
                  <a:pt x="171406" y="123429"/>
                </a:cubicBezTo>
                <a:cubicBezTo>
                  <a:pt x="171406" y="142002"/>
                  <a:pt x="166433" y="159414"/>
                  <a:pt x="157367" y="174185"/>
                </a:cubicBezTo>
                <a:cubicBezTo>
                  <a:pt x="174223" y="178341"/>
                  <a:pt x="190089" y="187145"/>
                  <a:pt x="203250" y="200306"/>
                </a:cubicBezTo>
                <a:cubicBezTo>
                  <a:pt x="222519" y="219574"/>
                  <a:pt x="232449" y="244645"/>
                  <a:pt x="232840" y="269899"/>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99" name="Teardrop 3"/>
          <p:cNvSpPr/>
          <p:nvPr/>
        </p:nvSpPr>
        <p:spPr>
          <a:xfrm rot="5400000" flipH="1" flipV="1">
            <a:off x="11691380" y="4185695"/>
            <a:ext cx="232840" cy="539772"/>
          </a:xfrm>
          <a:custGeom>
            <a:avLst/>
            <a:gdLst/>
            <a:ahLst/>
            <a:cxnLst/>
            <a:rect l="l" t="t" r="r" b="b"/>
            <a:pathLst>
              <a:path w="232840" h="539772">
                <a:moveTo>
                  <a:pt x="221340" y="269867"/>
                </a:moveTo>
                <a:cubicBezTo>
                  <a:pt x="220851" y="247711"/>
                  <a:pt x="212026" y="225782"/>
                  <a:pt x="195119" y="208875"/>
                </a:cubicBezTo>
                <a:cubicBezTo>
                  <a:pt x="182363" y="196120"/>
                  <a:pt x="166749" y="187964"/>
                  <a:pt x="150249" y="184922"/>
                </a:cubicBezTo>
                <a:cubicBezTo>
                  <a:pt x="147800" y="188780"/>
                  <a:pt x="144800" y="192208"/>
                  <a:pt x="141586" y="195422"/>
                </a:cubicBezTo>
                <a:cubicBezTo>
                  <a:pt x="123161" y="213847"/>
                  <a:pt x="97708" y="225242"/>
                  <a:pt x="69593" y="225242"/>
                </a:cubicBezTo>
                <a:cubicBezTo>
                  <a:pt x="43433" y="224741"/>
                  <a:pt x="27415" y="228586"/>
                  <a:pt x="17461" y="245212"/>
                </a:cubicBezTo>
                <a:cubicBezTo>
                  <a:pt x="22074" y="261450"/>
                  <a:pt x="22154" y="278664"/>
                  <a:pt x="17673" y="294913"/>
                </a:cubicBezTo>
                <a:cubicBezTo>
                  <a:pt x="27631" y="311265"/>
                  <a:pt x="43609" y="315055"/>
                  <a:pt x="69593" y="314556"/>
                </a:cubicBezTo>
                <a:cubicBezTo>
                  <a:pt x="102600" y="314556"/>
                  <a:pt x="131938" y="330263"/>
                  <a:pt x="150227" y="354850"/>
                </a:cubicBezTo>
                <a:cubicBezTo>
                  <a:pt x="166735" y="351841"/>
                  <a:pt x="182357" y="343684"/>
                  <a:pt x="195118" y="330923"/>
                </a:cubicBezTo>
                <a:cubicBezTo>
                  <a:pt x="212026" y="314015"/>
                  <a:pt x="220851" y="292087"/>
                  <a:pt x="221339" y="269931"/>
                </a:cubicBezTo>
                <a:lnTo>
                  <a:pt x="136174" y="269931"/>
                </a:lnTo>
                <a:lnTo>
                  <a:pt x="136173" y="269867"/>
                </a:lnTo>
                <a:close/>
                <a:moveTo>
                  <a:pt x="232840" y="269899"/>
                </a:moveTo>
                <a:cubicBezTo>
                  <a:pt x="232449" y="295153"/>
                  <a:pt x="222519" y="320224"/>
                  <a:pt x="203250" y="339492"/>
                </a:cubicBezTo>
                <a:cubicBezTo>
                  <a:pt x="190082" y="352660"/>
                  <a:pt x="174206" y="361466"/>
                  <a:pt x="157326" y="365539"/>
                </a:cubicBezTo>
                <a:cubicBezTo>
                  <a:pt x="166417" y="380328"/>
                  <a:pt x="171406" y="397766"/>
                  <a:pt x="171406" y="416370"/>
                </a:cubicBezTo>
                <a:cubicBezTo>
                  <a:pt x="171406" y="443620"/>
                  <a:pt x="160701" y="468370"/>
                  <a:pt x="143120" y="486503"/>
                </a:cubicBezTo>
                <a:cubicBezTo>
                  <a:pt x="124986" y="504084"/>
                  <a:pt x="100237" y="514790"/>
                  <a:pt x="72986" y="514790"/>
                </a:cubicBezTo>
                <a:cubicBezTo>
                  <a:pt x="54383" y="514790"/>
                  <a:pt x="36945" y="509800"/>
                  <a:pt x="22156" y="500709"/>
                </a:cubicBezTo>
                <a:lnTo>
                  <a:pt x="0" y="539772"/>
                </a:lnTo>
                <a:lnTo>
                  <a:pt x="0" y="521718"/>
                </a:lnTo>
                <a:cubicBezTo>
                  <a:pt x="5973" y="513179"/>
                  <a:pt x="9654" y="503556"/>
                  <a:pt x="11467" y="493611"/>
                </a:cubicBezTo>
                <a:lnTo>
                  <a:pt x="0" y="480023"/>
                </a:lnTo>
                <a:lnTo>
                  <a:pt x="0" y="462726"/>
                </a:lnTo>
                <a:cubicBezTo>
                  <a:pt x="14950" y="487414"/>
                  <a:pt x="42305" y="502980"/>
                  <a:pt x="73296" y="502980"/>
                </a:cubicBezTo>
                <a:cubicBezTo>
                  <a:pt x="97207" y="502980"/>
                  <a:pt x="118953" y="493715"/>
                  <a:pt x="134965" y="478394"/>
                </a:cubicBezTo>
                <a:lnTo>
                  <a:pt x="0" y="343429"/>
                </a:lnTo>
                <a:lnTo>
                  <a:pt x="0" y="343338"/>
                </a:lnTo>
                <a:lnTo>
                  <a:pt x="135010" y="478348"/>
                </a:lnTo>
                <a:cubicBezTo>
                  <a:pt x="150331" y="462336"/>
                  <a:pt x="159597" y="440590"/>
                  <a:pt x="159597" y="416679"/>
                </a:cubicBezTo>
                <a:cubicBezTo>
                  <a:pt x="159597" y="366661"/>
                  <a:pt x="119048" y="326112"/>
                  <a:pt x="69030" y="326112"/>
                </a:cubicBezTo>
                <a:cubicBezTo>
                  <a:pt x="49952" y="326478"/>
                  <a:pt x="25806" y="321244"/>
                  <a:pt x="12948" y="308084"/>
                </a:cubicBezTo>
                <a:lnTo>
                  <a:pt x="0" y="327154"/>
                </a:lnTo>
                <a:lnTo>
                  <a:pt x="0" y="309010"/>
                </a:lnTo>
                <a:cubicBezTo>
                  <a:pt x="14338" y="284867"/>
                  <a:pt x="14338" y="254932"/>
                  <a:pt x="0" y="230790"/>
                </a:cubicBezTo>
                <a:lnTo>
                  <a:pt x="0" y="212689"/>
                </a:lnTo>
                <a:cubicBezTo>
                  <a:pt x="6036" y="217996"/>
                  <a:pt x="9959" y="224711"/>
                  <a:pt x="12896" y="231767"/>
                </a:cubicBezTo>
                <a:cubicBezTo>
                  <a:pt x="25742" y="218569"/>
                  <a:pt x="49927" y="213320"/>
                  <a:pt x="69030" y="213686"/>
                </a:cubicBezTo>
                <a:cubicBezTo>
                  <a:pt x="94039" y="213687"/>
                  <a:pt x="116681" y="203549"/>
                  <a:pt x="133071" y="187160"/>
                </a:cubicBezTo>
                <a:cubicBezTo>
                  <a:pt x="149460" y="170771"/>
                  <a:pt x="159597" y="148129"/>
                  <a:pt x="159597" y="123119"/>
                </a:cubicBezTo>
                <a:cubicBezTo>
                  <a:pt x="159597" y="99209"/>
                  <a:pt x="150331" y="77462"/>
                  <a:pt x="135010" y="61451"/>
                </a:cubicBezTo>
                <a:lnTo>
                  <a:pt x="0" y="196461"/>
                </a:lnTo>
                <a:lnTo>
                  <a:pt x="0" y="196370"/>
                </a:lnTo>
                <a:lnTo>
                  <a:pt x="134965" y="61405"/>
                </a:lnTo>
                <a:cubicBezTo>
                  <a:pt x="118953" y="46084"/>
                  <a:pt x="97207" y="36819"/>
                  <a:pt x="73296" y="36819"/>
                </a:cubicBezTo>
                <a:cubicBezTo>
                  <a:pt x="42305" y="36819"/>
                  <a:pt x="14950" y="52385"/>
                  <a:pt x="0" y="77073"/>
                </a:cubicBezTo>
                <a:lnTo>
                  <a:pt x="0" y="59780"/>
                </a:lnTo>
                <a:cubicBezTo>
                  <a:pt x="2240" y="53717"/>
                  <a:pt x="6698" y="49732"/>
                  <a:pt x="11494" y="46167"/>
                </a:cubicBezTo>
                <a:cubicBezTo>
                  <a:pt x="9661" y="36227"/>
                  <a:pt x="5972" y="26608"/>
                  <a:pt x="0" y="18074"/>
                </a:cubicBezTo>
                <a:lnTo>
                  <a:pt x="0" y="0"/>
                </a:lnTo>
                <a:cubicBezTo>
                  <a:pt x="11637" y="10773"/>
                  <a:pt x="18655" y="24545"/>
                  <a:pt x="22230" y="39049"/>
                </a:cubicBezTo>
                <a:cubicBezTo>
                  <a:pt x="37002" y="29983"/>
                  <a:pt x="54413" y="25009"/>
                  <a:pt x="72986" y="25009"/>
                </a:cubicBezTo>
                <a:cubicBezTo>
                  <a:pt x="100237" y="25009"/>
                  <a:pt x="124986" y="35715"/>
                  <a:pt x="143120" y="53296"/>
                </a:cubicBezTo>
                <a:cubicBezTo>
                  <a:pt x="160701" y="71429"/>
                  <a:pt x="171406" y="96179"/>
                  <a:pt x="171406" y="123429"/>
                </a:cubicBezTo>
                <a:cubicBezTo>
                  <a:pt x="171406" y="142002"/>
                  <a:pt x="166433" y="159414"/>
                  <a:pt x="157367" y="174185"/>
                </a:cubicBezTo>
                <a:cubicBezTo>
                  <a:pt x="174223" y="178341"/>
                  <a:pt x="190089" y="187145"/>
                  <a:pt x="203250" y="200306"/>
                </a:cubicBezTo>
                <a:cubicBezTo>
                  <a:pt x="222519" y="219574"/>
                  <a:pt x="232449" y="244645"/>
                  <a:pt x="232840" y="269899"/>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00" name="Teardrop 3"/>
          <p:cNvSpPr/>
          <p:nvPr/>
        </p:nvSpPr>
        <p:spPr>
          <a:xfrm rot="5400000" flipH="1" flipV="1">
            <a:off x="10848841" y="4185695"/>
            <a:ext cx="232840" cy="539772"/>
          </a:xfrm>
          <a:custGeom>
            <a:avLst/>
            <a:gdLst/>
            <a:ahLst/>
            <a:cxnLst/>
            <a:rect l="l" t="t" r="r" b="b"/>
            <a:pathLst>
              <a:path w="232840" h="539772">
                <a:moveTo>
                  <a:pt x="221340" y="269867"/>
                </a:moveTo>
                <a:cubicBezTo>
                  <a:pt x="220851" y="247711"/>
                  <a:pt x="212026" y="225782"/>
                  <a:pt x="195119" y="208875"/>
                </a:cubicBezTo>
                <a:cubicBezTo>
                  <a:pt x="182363" y="196120"/>
                  <a:pt x="166749" y="187964"/>
                  <a:pt x="150249" y="184922"/>
                </a:cubicBezTo>
                <a:cubicBezTo>
                  <a:pt x="147800" y="188780"/>
                  <a:pt x="144800" y="192208"/>
                  <a:pt x="141586" y="195422"/>
                </a:cubicBezTo>
                <a:cubicBezTo>
                  <a:pt x="123161" y="213847"/>
                  <a:pt x="97708" y="225242"/>
                  <a:pt x="69593" y="225242"/>
                </a:cubicBezTo>
                <a:cubicBezTo>
                  <a:pt x="43433" y="224741"/>
                  <a:pt x="27415" y="228586"/>
                  <a:pt x="17461" y="245212"/>
                </a:cubicBezTo>
                <a:cubicBezTo>
                  <a:pt x="22074" y="261450"/>
                  <a:pt x="22154" y="278664"/>
                  <a:pt x="17673" y="294913"/>
                </a:cubicBezTo>
                <a:cubicBezTo>
                  <a:pt x="27631" y="311265"/>
                  <a:pt x="43609" y="315055"/>
                  <a:pt x="69593" y="314556"/>
                </a:cubicBezTo>
                <a:cubicBezTo>
                  <a:pt x="102600" y="314556"/>
                  <a:pt x="131938" y="330263"/>
                  <a:pt x="150227" y="354850"/>
                </a:cubicBezTo>
                <a:cubicBezTo>
                  <a:pt x="166735" y="351841"/>
                  <a:pt x="182357" y="343684"/>
                  <a:pt x="195118" y="330923"/>
                </a:cubicBezTo>
                <a:cubicBezTo>
                  <a:pt x="212026" y="314015"/>
                  <a:pt x="220851" y="292087"/>
                  <a:pt x="221339" y="269931"/>
                </a:cubicBezTo>
                <a:lnTo>
                  <a:pt x="136174" y="269931"/>
                </a:lnTo>
                <a:lnTo>
                  <a:pt x="136173" y="269867"/>
                </a:lnTo>
                <a:close/>
                <a:moveTo>
                  <a:pt x="232840" y="269899"/>
                </a:moveTo>
                <a:cubicBezTo>
                  <a:pt x="232449" y="295153"/>
                  <a:pt x="222519" y="320224"/>
                  <a:pt x="203250" y="339492"/>
                </a:cubicBezTo>
                <a:cubicBezTo>
                  <a:pt x="190082" y="352660"/>
                  <a:pt x="174206" y="361466"/>
                  <a:pt x="157326" y="365539"/>
                </a:cubicBezTo>
                <a:cubicBezTo>
                  <a:pt x="166417" y="380328"/>
                  <a:pt x="171406" y="397766"/>
                  <a:pt x="171406" y="416370"/>
                </a:cubicBezTo>
                <a:cubicBezTo>
                  <a:pt x="171406" y="443620"/>
                  <a:pt x="160701" y="468370"/>
                  <a:pt x="143120" y="486503"/>
                </a:cubicBezTo>
                <a:cubicBezTo>
                  <a:pt x="124986" y="504084"/>
                  <a:pt x="100237" y="514790"/>
                  <a:pt x="72986" y="514790"/>
                </a:cubicBezTo>
                <a:cubicBezTo>
                  <a:pt x="54383" y="514790"/>
                  <a:pt x="36945" y="509800"/>
                  <a:pt x="22156" y="500709"/>
                </a:cubicBezTo>
                <a:lnTo>
                  <a:pt x="0" y="539772"/>
                </a:lnTo>
                <a:lnTo>
                  <a:pt x="0" y="521718"/>
                </a:lnTo>
                <a:cubicBezTo>
                  <a:pt x="5973" y="513179"/>
                  <a:pt x="9654" y="503556"/>
                  <a:pt x="11467" y="493611"/>
                </a:cubicBezTo>
                <a:lnTo>
                  <a:pt x="0" y="480023"/>
                </a:lnTo>
                <a:lnTo>
                  <a:pt x="0" y="462726"/>
                </a:lnTo>
                <a:cubicBezTo>
                  <a:pt x="14950" y="487414"/>
                  <a:pt x="42305" y="502980"/>
                  <a:pt x="73296" y="502980"/>
                </a:cubicBezTo>
                <a:cubicBezTo>
                  <a:pt x="97207" y="502980"/>
                  <a:pt x="118953" y="493715"/>
                  <a:pt x="134965" y="478394"/>
                </a:cubicBezTo>
                <a:lnTo>
                  <a:pt x="0" y="343429"/>
                </a:lnTo>
                <a:lnTo>
                  <a:pt x="0" y="343338"/>
                </a:lnTo>
                <a:lnTo>
                  <a:pt x="135010" y="478348"/>
                </a:lnTo>
                <a:cubicBezTo>
                  <a:pt x="150331" y="462336"/>
                  <a:pt x="159597" y="440590"/>
                  <a:pt x="159597" y="416679"/>
                </a:cubicBezTo>
                <a:cubicBezTo>
                  <a:pt x="159597" y="366661"/>
                  <a:pt x="119048" y="326112"/>
                  <a:pt x="69030" y="326112"/>
                </a:cubicBezTo>
                <a:cubicBezTo>
                  <a:pt x="49952" y="326478"/>
                  <a:pt x="25806" y="321244"/>
                  <a:pt x="12948" y="308084"/>
                </a:cubicBezTo>
                <a:lnTo>
                  <a:pt x="0" y="327154"/>
                </a:lnTo>
                <a:lnTo>
                  <a:pt x="0" y="309010"/>
                </a:lnTo>
                <a:cubicBezTo>
                  <a:pt x="14338" y="284867"/>
                  <a:pt x="14338" y="254932"/>
                  <a:pt x="0" y="230790"/>
                </a:cubicBezTo>
                <a:lnTo>
                  <a:pt x="0" y="212689"/>
                </a:lnTo>
                <a:cubicBezTo>
                  <a:pt x="6036" y="217996"/>
                  <a:pt x="9959" y="224711"/>
                  <a:pt x="12896" y="231767"/>
                </a:cubicBezTo>
                <a:cubicBezTo>
                  <a:pt x="25742" y="218569"/>
                  <a:pt x="49927" y="213320"/>
                  <a:pt x="69030" y="213686"/>
                </a:cubicBezTo>
                <a:cubicBezTo>
                  <a:pt x="94039" y="213687"/>
                  <a:pt x="116681" y="203549"/>
                  <a:pt x="133071" y="187160"/>
                </a:cubicBezTo>
                <a:cubicBezTo>
                  <a:pt x="149460" y="170771"/>
                  <a:pt x="159597" y="148129"/>
                  <a:pt x="159597" y="123119"/>
                </a:cubicBezTo>
                <a:cubicBezTo>
                  <a:pt x="159597" y="99209"/>
                  <a:pt x="150331" y="77462"/>
                  <a:pt x="135010" y="61451"/>
                </a:cubicBezTo>
                <a:lnTo>
                  <a:pt x="0" y="196461"/>
                </a:lnTo>
                <a:lnTo>
                  <a:pt x="0" y="196370"/>
                </a:lnTo>
                <a:lnTo>
                  <a:pt x="134965" y="61405"/>
                </a:lnTo>
                <a:cubicBezTo>
                  <a:pt x="118953" y="46084"/>
                  <a:pt x="97207" y="36819"/>
                  <a:pt x="73296" y="36819"/>
                </a:cubicBezTo>
                <a:cubicBezTo>
                  <a:pt x="42305" y="36819"/>
                  <a:pt x="14950" y="52385"/>
                  <a:pt x="0" y="77073"/>
                </a:cubicBezTo>
                <a:lnTo>
                  <a:pt x="0" y="59780"/>
                </a:lnTo>
                <a:cubicBezTo>
                  <a:pt x="2240" y="53717"/>
                  <a:pt x="6698" y="49732"/>
                  <a:pt x="11494" y="46167"/>
                </a:cubicBezTo>
                <a:cubicBezTo>
                  <a:pt x="9661" y="36226"/>
                  <a:pt x="5972" y="26608"/>
                  <a:pt x="0" y="18073"/>
                </a:cubicBezTo>
                <a:lnTo>
                  <a:pt x="0" y="0"/>
                </a:lnTo>
                <a:cubicBezTo>
                  <a:pt x="11637" y="10773"/>
                  <a:pt x="18655" y="24545"/>
                  <a:pt x="22230" y="39049"/>
                </a:cubicBezTo>
                <a:cubicBezTo>
                  <a:pt x="37002" y="29983"/>
                  <a:pt x="54413" y="25009"/>
                  <a:pt x="72986" y="25009"/>
                </a:cubicBezTo>
                <a:cubicBezTo>
                  <a:pt x="100237" y="25009"/>
                  <a:pt x="124986" y="35715"/>
                  <a:pt x="143120" y="53296"/>
                </a:cubicBezTo>
                <a:cubicBezTo>
                  <a:pt x="160701" y="71429"/>
                  <a:pt x="171406" y="96179"/>
                  <a:pt x="171406" y="123429"/>
                </a:cubicBezTo>
                <a:cubicBezTo>
                  <a:pt x="171406" y="142002"/>
                  <a:pt x="166433" y="159414"/>
                  <a:pt x="157367" y="174185"/>
                </a:cubicBezTo>
                <a:cubicBezTo>
                  <a:pt x="174223" y="178341"/>
                  <a:pt x="190089" y="187145"/>
                  <a:pt x="203250" y="200306"/>
                </a:cubicBezTo>
                <a:cubicBezTo>
                  <a:pt x="222519" y="219574"/>
                  <a:pt x="232449" y="244645"/>
                  <a:pt x="232840" y="269899"/>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01" name="Teardrop 3"/>
          <p:cNvSpPr/>
          <p:nvPr/>
        </p:nvSpPr>
        <p:spPr>
          <a:xfrm rot="5400000" flipH="1" flipV="1">
            <a:off x="733383" y="4185695"/>
            <a:ext cx="232840" cy="539772"/>
          </a:xfrm>
          <a:custGeom>
            <a:avLst/>
            <a:gdLst/>
            <a:ahLst/>
            <a:cxnLst/>
            <a:rect l="l" t="t" r="r" b="b"/>
            <a:pathLst>
              <a:path w="232840" h="539772">
                <a:moveTo>
                  <a:pt x="221340" y="269867"/>
                </a:moveTo>
                <a:cubicBezTo>
                  <a:pt x="220851" y="247711"/>
                  <a:pt x="212026" y="225782"/>
                  <a:pt x="195119" y="208875"/>
                </a:cubicBezTo>
                <a:cubicBezTo>
                  <a:pt x="182363" y="196120"/>
                  <a:pt x="166749" y="187964"/>
                  <a:pt x="150249" y="184922"/>
                </a:cubicBezTo>
                <a:cubicBezTo>
                  <a:pt x="147800" y="188780"/>
                  <a:pt x="144800" y="192208"/>
                  <a:pt x="141586" y="195422"/>
                </a:cubicBezTo>
                <a:cubicBezTo>
                  <a:pt x="123161" y="213847"/>
                  <a:pt x="97708" y="225243"/>
                  <a:pt x="69593" y="225242"/>
                </a:cubicBezTo>
                <a:cubicBezTo>
                  <a:pt x="43433" y="224741"/>
                  <a:pt x="27415" y="228586"/>
                  <a:pt x="17461" y="245212"/>
                </a:cubicBezTo>
                <a:cubicBezTo>
                  <a:pt x="22074" y="261450"/>
                  <a:pt x="22154" y="278664"/>
                  <a:pt x="17673" y="294913"/>
                </a:cubicBezTo>
                <a:cubicBezTo>
                  <a:pt x="27631" y="311265"/>
                  <a:pt x="43609" y="315055"/>
                  <a:pt x="69593" y="314557"/>
                </a:cubicBezTo>
                <a:cubicBezTo>
                  <a:pt x="102600" y="314557"/>
                  <a:pt x="131938" y="330263"/>
                  <a:pt x="150227" y="354850"/>
                </a:cubicBezTo>
                <a:cubicBezTo>
                  <a:pt x="166735" y="351841"/>
                  <a:pt x="182357" y="343684"/>
                  <a:pt x="195118" y="330923"/>
                </a:cubicBezTo>
                <a:cubicBezTo>
                  <a:pt x="212026" y="314016"/>
                  <a:pt x="220851" y="292087"/>
                  <a:pt x="221339" y="269931"/>
                </a:cubicBezTo>
                <a:lnTo>
                  <a:pt x="136174" y="269931"/>
                </a:lnTo>
                <a:lnTo>
                  <a:pt x="136173" y="269867"/>
                </a:lnTo>
                <a:close/>
                <a:moveTo>
                  <a:pt x="232840" y="269899"/>
                </a:moveTo>
                <a:cubicBezTo>
                  <a:pt x="232449" y="295153"/>
                  <a:pt x="222519" y="320224"/>
                  <a:pt x="203250" y="339492"/>
                </a:cubicBezTo>
                <a:cubicBezTo>
                  <a:pt x="190082" y="352660"/>
                  <a:pt x="174206" y="361466"/>
                  <a:pt x="157326" y="365539"/>
                </a:cubicBezTo>
                <a:cubicBezTo>
                  <a:pt x="166417" y="380328"/>
                  <a:pt x="171406" y="397766"/>
                  <a:pt x="171406" y="416370"/>
                </a:cubicBezTo>
                <a:cubicBezTo>
                  <a:pt x="171406" y="443620"/>
                  <a:pt x="160701" y="468370"/>
                  <a:pt x="143120" y="486503"/>
                </a:cubicBezTo>
                <a:lnTo>
                  <a:pt x="143120" y="486503"/>
                </a:lnTo>
                <a:cubicBezTo>
                  <a:pt x="124986" y="504084"/>
                  <a:pt x="100237" y="514790"/>
                  <a:pt x="72986" y="514790"/>
                </a:cubicBezTo>
                <a:cubicBezTo>
                  <a:pt x="54383" y="514790"/>
                  <a:pt x="36945" y="509800"/>
                  <a:pt x="22156" y="500710"/>
                </a:cubicBezTo>
                <a:lnTo>
                  <a:pt x="0" y="539772"/>
                </a:lnTo>
                <a:lnTo>
                  <a:pt x="0" y="521718"/>
                </a:lnTo>
                <a:cubicBezTo>
                  <a:pt x="5973" y="513179"/>
                  <a:pt x="9654" y="503556"/>
                  <a:pt x="11467" y="493611"/>
                </a:cubicBezTo>
                <a:lnTo>
                  <a:pt x="0" y="480023"/>
                </a:lnTo>
                <a:lnTo>
                  <a:pt x="0" y="462726"/>
                </a:lnTo>
                <a:cubicBezTo>
                  <a:pt x="14950" y="487414"/>
                  <a:pt x="42305" y="502980"/>
                  <a:pt x="73296" y="502980"/>
                </a:cubicBezTo>
                <a:cubicBezTo>
                  <a:pt x="97207" y="502980"/>
                  <a:pt x="118953" y="493715"/>
                  <a:pt x="134965" y="478394"/>
                </a:cubicBezTo>
                <a:lnTo>
                  <a:pt x="0" y="343428"/>
                </a:lnTo>
                <a:lnTo>
                  <a:pt x="0" y="343338"/>
                </a:lnTo>
                <a:lnTo>
                  <a:pt x="135010" y="478348"/>
                </a:lnTo>
                <a:cubicBezTo>
                  <a:pt x="150331" y="462336"/>
                  <a:pt x="159597" y="440590"/>
                  <a:pt x="159597" y="416679"/>
                </a:cubicBezTo>
                <a:cubicBezTo>
                  <a:pt x="159597" y="366661"/>
                  <a:pt x="119048" y="326112"/>
                  <a:pt x="69030" y="326112"/>
                </a:cubicBezTo>
                <a:cubicBezTo>
                  <a:pt x="49952" y="326478"/>
                  <a:pt x="25806" y="321244"/>
                  <a:pt x="12948" y="308084"/>
                </a:cubicBezTo>
                <a:lnTo>
                  <a:pt x="0" y="327154"/>
                </a:lnTo>
                <a:lnTo>
                  <a:pt x="0" y="309010"/>
                </a:lnTo>
                <a:cubicBezTo>
                  <a:pt x="14338" y="284867"/>
                  <a:pt x="14338" y="254932"/>
                  <a:pt x="0" y="230790"/>
                </a:cubicBezTo>
                <a:lnTo>
                  <a:pt x="0" y="212689"/>
                </a:lnTo>
                <a:cubicBezTo>
                  <a:pt x="6036" y="217996"/>
                  <a:pt x="9959" y="224711"/>
                  <a:pt x="12896" y="231767"/>
                </a:cubicBezTo>
                <a:cubicBezTo>
                  <a:pt x="25742" y="218569"/>
                  <a:pt x="49927" y="213320"/>
                  <a:pt x="69030" y="213686"/>
                </a:cubicBezTo>
                <a:cubicBezTo>
                  <a:pt x="94039" y="213687"/>
                  <a:pt x="116681" y="203550"/>
                  <a:pt x="133071" y="187160"/>
                </a:cubicBezTo>
                <a:cubicBezTo>
                  <a:pt x="149460" y="170771"/>
                  <a:pt x="159597" y="148129"/>
                  <a:pt x="159597" y="123119"/>
                </a:cubicBezTo>
                <a:cubicBezTo>
                  <a:pt x="159597" y="99209"/>
                  <a:pt x="150331" y="77463"/>
                  <a:pt x="135010" y="61451"/>
                </a:cubicBezTo>
                <a:lnTo>
                  <a:pt x="0" y="196461"/>
                </a:lnTo>
                <a:lnTo>
                  <a:pt x="0" y="196370"/>
                </a:lnTo>
                <a:lnTo>
                  <a:pt x="134965" y="61405"/>
                </a:lnTo>
                <a:cubicBezTo>
                  <a:pt x="118953" y="46084"/>
                  <a:pt x="97207" y="36819"/>
                  <a:pt x="73296" y="36819"/>
                </a:cubicBezTo>
                <a:cubicBezTo>
                  <a:pt x="42305" y="36819"/>
                  <a:pt x="14950" y="52385"/>
                  <a:pt x="0" y="77073"/>
                </a:cubicBezTo>
                <a:lnTo>
                  <a:pt x="0" y="59779"/>
                </a:lnTo>
                <a:cubicBezTo>
                  <a:pt x="2240" y="53717"/>
                  <a:pt x="6698" y="49732"/>
                  <a:pt x="11494" y="46167"/>
                </a:cubicBezTo>
                <a:cubicBezTo>
                  <a:pt x="9661" y="36227"/>
                  <a:pt x="5972" y="26608"/>
                  <a:pt x="0" y="18074"/>
                </a:cubicBezTo>
                <a:lnTo>
                  <a:pt x="0" y="0"/>
                </a:lnTo>
                <a:cubicBezTo>
                  <a:pt x="11637" y="10773"/>
                  <a:pt x="18655" y="24545"/>
                  <a:pt x="22230" y="39049"/>
                </a:cubicBezTo>
                <a:cubicBezTo>
                  <a:pt x="37002" y="29983"/>
                  <a:pt x="54413" y="25009"/>
                  <a:pt x="72986" y="25009"/>
                </a:cubicBezTo>
                <a:cubicBezTo>
                  <a:pt x="100237" y="25009"/>
                  <a:pt x="124986" y="35715"/>
                  <a:pt x="143120" y="53296"/>
                </a:cubicBezTo>
                <a:lnTo>
                  <a:pt x="143120" y="53296"/>
                </a:lnTo>
                <a:cubicBezTo>
                  <a:pt x="160701" y="71429"/>
                  <a:pt x="171406" y="96179"/>
                  <a:pt x="171406" y="123429"/>
                </a:cubicBezTo>
                <a:cubicBezTo>
                  <a:pt x="171406" y="142002"/>
                  <a:pt x="166433" y="159414"/>
                  <a:pt x="157367" y="174185"/>
                </a:cubicBezTo>
                <a:cubicBezTo>
                  <a:pt x="174223" y="178341"/>
                  <a:pt x="190089" y="187145"/>
                  <a:pt x="203250" y="200306"/>
                </a:cubicBezTo>
                <a:cubicBezTo>
                  <a:pt x="222519" y="219574"/>
                  <a:pt x="232449" y="244645"/>
                  <a:pt x="232840" y="269899"/>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02" name="Oval 1651"/>
          <p:cNvSpPr/>
          <p:nvPr/>
        </p:nvSpPr>
        <p:spPr>
          <a:xfrm>
            <a:off x="812619" y="4561319"/>
            <a:ext cx="11030995" cy="10682"/>
          </a:xfrm>
          <a:custGeom>
            <a:avLst/>
            <a:gdLst/>
            <a:ahLst/>
            <a:cxnLst/>
            <a:rect l="l" t="t" r="r" b="b"/>
            <a:pathLst>
              <a:path w="11030995" h="10682">
                <a:moveTo>
                  <a:pt x="10992007" y="0"/>
                </a:moveTo>
                <a:cubicBezTo>
                  <a:pt x="11006265" y="0"/>
                  <a:pt x="11019702" y="3516"/>
                  <a:pt x="11030995" y="10682"/>
                </a:cubicBezTo>
                <a:lnTo>
                  <a:pt x="10953019" y="10682"/>
                </a:lnTo>
                <a:cubicBezTo>
                  <a:pt x="10964312" y="3516"/>
                  <a:pt x="10977749" y="0"/>
                  <a:pt x="10992007" y="0"/>
                </a:cubicBezTo>
                <a:close/>
                <a:moveTo>
                  <a:pt x="10149468" y="0"/>
                </a:moveTo>
                <a:cubicBezTo>
                  <a:pt x="10163726" y="0"/>
                  <a:pt x="10177163" y="3516"/>
                  <a:pt x="10188456" y="10682"/>
                </a:cubicBezTo>
                <a:lnTo>
                  <a:pt x="10110480" y="10682"/>
                </a:lnTo>
                <a:cubicBezTo>
                  <a:pt x="10121773" y="3516"/>
                  <a:pt x="10135210" y="0"/>
                  <a:pt x="10149468" y="0"/>
                </a:cubicBezTo>
                <a:close/>
                <a:moveTo>
                  <a:pt x="9306928" y="0"/>
                </a:moveTo>
                <a:cubicBezTo>
                  <a:pt x="9321186" y="0"/>
                  <a:pt x="9334623" y="3516"/>
                  <a:pt x="9345916" y="10682"/>
                </a:cubicBezTo>
                <a:lnTo>
                  <a:pt x="9267940" y="10682"/>
                </a:lnTo>
                <a:cubicBezTo>
                  <a:pt x="9279233" y="3516"/>
                  <a:pt x="9292670" y="0"/>
                  <a:pt x="9306928" y="0"/>
                </a:cubicBezTo>
                <a:close/>
                <a:moveTo>
                  <a:pt x="8464388" y="0"/>
                </a:moveTo>
                <a:cubicBezTo>
                  <a:pt x="8478646" y="0"/>
                  <a:pt x="8492083" y="3516"/>
                  <a:pt x="8503376" y="10682"/>
                </a:cubicBezTo>
                <a:lnTo>
                  <a:pt x="8425400" y="10682"/>
                </a:lnTo>
                <a:cubicBezTo>
                  <a:pt x="8436693" y="3516"/>
                  <a:pt x="8450130" y="0"/>
                  <a:pt x="8464388" y="0"/>
                </a:cubicBezTo>
                <a:close/>
                <a:moveTo>
                  <a:pt x="7621848" y="0"/>
                </a:moveTo>
                <a:cubicBezTo>
                  <a:pt x="7636106" y="0"/>
                  <a:pt x="7649543" y="3516"/>
                  <a:pt x="7660836" y="10682"/>
                </a:cubicBezTo>
                <a:lnTo>
                  <a:pt x="7582860" y="10682"/>
                </a:lnTo>
                <a:cubicBezTo>
                  <a:pt x="7594153" y="3516"/>
                  <a:pt x="7607590" y="0"/>
                  <a:pt x="7621848" y="0"/>
                </a:cubicBezTo>
                <a:close/>
                <a:moveTo>
                  <a:pt x="6779308" y="0"/>
                </a:moveTo>
                <a:cubicBezTo>
                  <a:pt x="6793566" y="0"/>
                  <a:pt x="6807003" y="3516"/>
                  <a:pt x="6818296" y="10682"/>
                </a:cubicBezTo>
                <a:lnTo>
                  <a:pt x="6740320" y="10682"/>
                </a:lnTo>
                <a:cubicBezTo>
                  <a:pt x="6751613" y="3516"/>
                  <a:pt x="6765050" y="0"/>
                  <a:pt x="6779308" y="0"/>
                </a:cubicBezTo>
                <a:close/>
                <a:moveTo>
                  <a:pt x="5936768" y="0"/>
                </a:moveTo>
                <a:cubicBezTo>
                  <a:pt x="5951026" y="0"/>
                  <a:pt x="5964463" y="3516"/>
                  <a:pt x="5975757" y="10682"/>
                </a:cubicBezTo>
                <a:lnTo>
                  <a:pt x="5897780" y="10682"/>
                </a:lnTo>
                <a:cubicBezTo>
                  <a:pt x="5909073" y="3516"/>
                  <a:pt x="5922510" y="0"/>
                  <a:pt x="5936768" y="0"/>
                </a:cubicBezTo>
                <a:close/>
                <a:moveTo>
                  <a:pt x="5094228" y="0"/>
                </a:moveTo>
                <a:cubicBezTo>
                  <a:pt x="5108486" y="0"/>
                  <a:pt x="5121923" y="3516"/>
                  <a:pt x="5133217" y="10682"/>
                </a:cubicBezTo>
                <a:lnTo>
                  <a:pt x="5055240" y="10682"/>
                </a:lnTo>
                <a:cubicBezTo>
                  <a:pt x="5066533" y="3516"/>
                  <a:pt x="5079970" y="0"/>
                  <a:pt x="5094228" y="0"/>
                </a:cubicBezTo>
                <a:close/>
                <a:moveTo>
                  <a:pt x="4251688" y="0"/>
                </a:moveTo>
                <a:cubicBezTo>
                  <a:pt x="4265946" y="0"/>
                  <a:pt x="4279383" y="3516"/>
                  <a:pt x="4290676" y="10682"/>
                </a:cubicBezTo>
                <a:lnTo>
                  <a:pt x="4212700" y="10682"/>
                </a:lnTo>
                <a:cubicBezTo>
                  <a:pt x="4223993" y="3516"/>
                  <a:pt x="4237430" y="0"/>
                  <a:pt x="4251688" y="0"/>
                </a:cubicBezTo>
                <a:close/>
                <a:moveTo>
                  <a:pt x="3409148" y="0"/>
                </a:moveTo>
                <a:cubicBezTo>
                  <a:pt x="3423406" y="0"/>
                  <a:pt x="3436843" y="3516"/>
                  <a:pt x="3448136" y="10682"/>
                </a:cubicBezTo>
                <a:lnTo>
                  <a:pt x="3370160" y="10682"/>
                </a:lnTo>
                <a:cubicBezTo>
                  <a:pt x="3381453" y="3516"/>
                  <a:pt x="3394890" y="0"/>
                  <a:pt x="3409148" y="0"/>
                </a:cubicBezTo>
                <a:close/>
                <a:moveTo>
                  <a:pt x="2566608" y="0"/>
                </a:moveTo>
                <a:cubicBezTo>
                  <a:pt x="2580866" y="0"/>
                  <a:pt x="2594303" y="3516"/>
                  <a:pt x="2605596" y="10682"/>
                </a:cubicBezTo>
                <a:lnTo>
                  <a:pt x="2527620" y="10682"/>
                </a:lnTo>
                <a:cubicBezTo>
                  <a:pt x="2538913" y="3516"/>
                  <a:pt x="2552350" y="0"/>
                  <a:pt x="2566608" y="0"/>
                </a:cubicBezTo>
                <a:close/>
                <a:moveTo>
                  <a:pt x="1724068" y="0"/>
                </a:moveTo>
                <a:cubicBezTo>
                  <a:pt x="1738326" y="0"/>
                  <a:pt x="1751763" y="3516"/>
                  <a:pt x="1763056" y="10682"/>
                </a:cubicBezTo>
                <a:lnTo>
                  <a:pt x="1685080" y="10682"/>
                </a:lnTo>
                <a:cubicBezTo>
                  <a:pt x="1696373" y="3516"/>
                  <a:pt x="1709810" y="0"/>
                  <a:pt x="1724068" y="0"/>
                </a:cubicBezTo>
                <a:close/>
                <a:moveTo>
                  <a:pt x="881528" y="0"/>
                </a:moveTo>
                <a:cubicBezTo>
                  <a:pt x="895786" y="0"/>
                  <a:pt x="909223" y="3516"/>
                  <a:pt x="920516" y="10682"/>
                </a:cubicBezTo>
                <a:lnTo>
                  <a:pt x="842540" y="10682"/>
                </a:lnTo>
                <a:cubicBezTo>
                  <a:pt x="853833" y="3516"/>
                  <a:pt x="867270" y="0"/>
                  <a:pt x="881528" y="0"/>
                </a:cubicBezTo>
                <a:close/>
                <a:moveTo>
                  <a:pt x="38988" y="0"/>
                </a:moveTo>
                <a:cubicBezTo>
                  <a:pt x="53246" y="0"/>
                  <a:pt x="66683" y="3516"/>
                  <a:pt x="77976" y="10682"/>
                </a:cubicBezTo>
                <a:lnTo>
                  <a:pt x="0" y="10682"/>
                </a:lnTo>
                <a:cubicBezTo>
                  <a:pt x="11293" y="3516"/>
                  <a:pt x="24730" y="0"/>
                  <a:pt x="38988"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03" name="Oval 902"/>
          <p:cNvSpPr/>
          <p:nvPr/>
        </p:nvSpPr>
        <p:spPr>
          <a:xfrm>
            <a:off x="7120499" y="365858"/>
            <a:ext cx="100015" cy="100014"/>
          </a:xfrm>
          <a:prstGeom prst="ellipse">
            <a:avLst/>
          </a:prstGeom>
          <a:solidFill>
            <a:schemeClr val="bg1"/>
          </a:solidFill>
          <a:ln w="13970">
            <a:solidFill>
              <a:schemeClr val="accent2">
                <a:lumMod val="75000"/>
              </a:schemeClr>
            </a:solidFill>
          </a:ln>
        </p:spPr>
        <p:style>
          <a:lnRef idx="1">
            <a:schemeClr val="accent1"/>
          </a:lnRef>
          <a:fillRef idx="0">
            <a:schemeClr val="accent1"/>
          </a:fillRef>
          <a:effectRef idx="0">
            <a:schemeClr val="accent1"/>
          </a:effectRef>
          <a:fontRef idx="minor">
            <a:schemeClr val="tx1"/>
          </a:fontRef>
        </p:style>
      </p:sp>
      <p:sp>
        <p:nvSpPr>
          <p:cNvPr id="904" name="Oval 903"/>
          <p:cNvSpPr/>
          <p:nvPr/>
        </p:nvSpPr>
        <p:spPr>
          <a:xfrm>
            <a:off x="377459" y="365858"/>
            <a:ext cx="100015" cy="100014"/>
          </a:xfrm>
          <a:prstGeom prst="ellipse">
            <a:avLst/>
          </a:prstGeom>
          <a:solidFill>
            <a:schemeClr val="bg1"/>
          </a:solidFill>
          <a:ln w="13970">
            <a:solidFill>
              <a:schemeClr val="accent2">
                <a:lumMod val="75000"/>
              </a:schemeClr>
            </a:solidFill>
          </a:ln>
        </p:spPr>
        <p:style>
          <a:lnRef idx="1">
            <a:schemeClr val="accent1"/>
          </a:lnRef>
          <a:fillRef idx="0">
            <a:schemeClr val="accent1"/>
          </a:fillRef>
          <a:effectRef idx="0">
            <a:schemeClr val="accent1"/>
          </a:effectRef>
          <a:fontRef idx="minor">
            <a:schemeClr val="tx1"/>
          </a:fontRef>
        </p:style>
      </p:sp>
      <p:sp>
        <p:nvSpPr>
          <p:cNvPr id="905" name="Oval 904"/>
          <p:cNvSpPr/>
          <p:nvPr/>
        </p:nvSpPr>
        <p:spPr>
          <a:xfrm>
            <a:off x="1220339" y="365858"/>
            <a:ext cx="100015" cy="100014"/>
          </a:xfrm>
          <a:prstGeom prst="ellipse">
            <a:avLst/>
          </a:prstGeom>
          <a:solidFill>
            <a:schemeClr val="bg1"/>
          </a:solidFill>
          <a:ln w="13970">
            <a:solidFill>
              <a:schemeClr val="accent2">
                <a:lumMod val="75000"/>
              </a:schemeClr>
            </a:solidFill>
          </a:ln>
        </p:spPr>
        <p:style>
          <a:lnRef idx="1">
            <a:schemeClr val="accent1"/>
          </a:lnRef>
          <a:fillRef idx="0">
            <a:schemeClr val="accent1"/>
          </a:fillRef>
          <a:effectRef idx="0">
            <a:schemeClr val="accent1"/>
          </a:effectRef>
          <a:fontRef idx="minor">
            <a:schemeClr val="tx1"/>
          </a:fontRef>
        </p:style>
      </p:sp>
      <p:sp>
        <p:nvSpPr>
          <p:cNvPr id="906" name="Oval 905"/>
          <p:cNvSpPr/>
          <p:nvPr/>
        </p:nvSpPr>
        <p:spPr>
          <a:xfrm>
            <a:off x="2063219" y="365858"/>
            <a:ext cx="100015" cy="100014"/>
          </a:xfrm>
          <a:prstGeom prst="ellipse">
            <a:avLst/>
          </a:prstGeom>
          <a:solidFill>
            <a:schemeClr val="bg1"/>
          </a:solidFill>
          <a:ln w="13970">
            <a:solidFill>
              <a:schemeClr val="accent2">
                <a:lumMod val="75000"/>
              </a:schemeClr>
            </a:solidFill>
          </a:ln>
        </p:spPr>
        <p:style>
          <a:lnRef idx="1">
            <a:schemeClr val="accent1"/>
          </a:lnRef>
          <a:fillRef idx="0">
            <a:schemeClr val="accent1"/>
          </a:fillRef>
          <a:effectRef idx="0">
            <a:schemeClr val="accent1"/>
          </a:effectRef>
          <a:fontRef idx="minor">
            <a:schemeClr val="tx1"/>
          </a:fontRef>
        </p:style>
      </p:sp>
      <p:sp>
        <p:nvSpPr>
          <p:cNvPr id="907" name="Oval 906"/>
          <p:cNvSpPr/>
          <p:nvPr/>
        </p:nvSpPr>
        <p:spPr>
          <a:xfrm>
            <a:off x="2906099" y="365858"/>
            <a:ext cx="100015" cy="100014"/>
          </a:xfrm>
          <a:prstGeom prst="ellipse">
            <a:avLst/>
          </a:prstGeom>
          <a:solidFill>
            <a:schemeClr val="bg1"/>
          </a:solidFill>
          <a:ln w="13970">
            <a:solidFill>
              <a:schemeClr val="accent2">
                <a:lumMod val="75000"/>
              </a:schemeClr>
            </a:solidFill>
          </a:ln>
        </p:spPr>
        <p:style>
          <a:lnRef idx="1">
            <a:schemeClr val="accent1"/>
          </a:lnRef>
          <a:fillRef idx="0">
            <a:schemeClr val="accent1"/>
          </a:fillRef>
          <a:effectRef idx="0">
            <a:schemeClr val="accent1"/>
          </a:effectRef>
          <a:fontRef idx="minor">
            <a:schemeClr val="tx1"/>
          </a:fontRef>
        </p:style>
      </p:sp>
      <p:sp>
        <p:nvSpPr>
          <p:cNvPr id="908" name="Oval 907"/>
          <p:cNvSpPr/>
          <p:nvPr/>
        </p:nvSpPr>
        <p:spPr>
          <a:xfrm>
            <a:off x="3748979" y="365858"/>
            <a:ext cx="100015" cy="100014"/>
          </a:xfrm>
          <a:prstGeom prst="ellipse">
            <a:avLst/>
          </a:prstGeom>
          <a:solidFill>
            <a:schemeClr val="bg1"/>
          </a:solidFill>
          <a:ln w="13970">
            <a:solidFill>
              <a:schemeClr val="accent2">
                <a:lumMod val="75000"/>
              </a:schemeClr>
            </a:solidFill>
          </a:ln>
        </p:spPr>
        <p:style>
          <a:lnRef idx="1">
            <a:schemeClr val="accent1"/>
          </a:lnRef>
          <a:fillRef idx="0">
            <a:schemeClr val="accent1"/>
          </a:fillRef>
          <a:effectRef idx="0">
            <a:schemeClr val="accent1"/>
          </a:effectRef>
          <a:fontRef idx="minor">
            <a:schemeClr val="tx1"/>
          </a:fontRef>
        </p:style>
      </p:sp>
      <p:sp>
        <p:nvSpPr>
          <p:cNvPr id="909" name="Oval 908"/>
          <p:cNvSpPr/>
          <p:nvPr/>
        </p:nvSpPr>
        <p:spPr>
          <a:xfrm>
            <a:off x="4591859" y="365858"/>
            <a:ext cx="100015" cy="100014"/>
          </a:xfrm>
          <a:prstGeom prst="ellipse">
            <a:avLst/>
          </a:prstGeom>
          <a:solidFill>
            <a:schemeClr val="bg1"/>
          </a:solidFill>
          <a:ln w="13970">
            <a:solidFill>
              <a:schemeClr val="accent2">
                <a:lumMod val="75000"/>
              </a:schemeClr>
            </a:solidFill>
          </a:ln>
        </p:spPr>
        <p:style>
          <a:lnRef idx="1">
            <a:schemeClr val="accent1"/>
          </a:lnRef>
          <a:fillRef idx="0">
            <a:schemeClr val="accent1"/>
          </a:fillRef>
          <a:effectRef idx="0">
            <a:schemeClr val="accent1"/>
          </a:effectRef>
          <a:fontRef idx="minor">
            <a:schemeClr val="tx1"/>
          </a:fontRef>
        </p:style>
      </p:sp>
      <p:sp>
        <p:nvSpPr>
          <p:cNvPr id="910" name="Oval 909"/>
          <p:cNvSpPr/>
          <p:nvPr/>
        </p:nvSpPr>
        <p:spPr>
          <a:xfrm>
            <a:off x="5434739" y="365858"/>
            <a:ext cx="100015" cy="100014"/>
          </a:xfrm>
          <a:prstGeom prst="ellipse">
            <a:avLst/>
          </a:prstGeom>
          <a:solidFill>
            <a:schemeClr val="bg1"/>
          </a:solidFill>
          <a:ln w="13970">
            <a:solidFill>
              <a:schemeClr val="accent2">
                <a:lumMod val="75000"/>
              </a:schemeClr>
            </a:solidFill>
          </a:ln>
        </p:spPr>
        <p:style>
          <a:lnRef idx="1">
            <a:schemeClr val="accent1"/>
          </a:lnRef>
          <a:fillRef idx="0">
            <a:schemeClr val="accent1"/>
          </a:fillRef>
          <a:effectRef idx="0">
            <a:schemeClr val="accent1"/>
          </a:effectRef>
          <a:fontRef idx="minor">
            <a:schemeClr val="tx1"/>
          </a:fontRef>
        </p:style>
      </p:sp>
      <p:sp>
        <p:nvSpPr>
          <p:cNvPr id="911" name="Oval 910"/>
          <p:cNvSpPr/>
          <p:nvPr/>
        </p:nvSpPr>
        <p:spPr>
          <a:xfrm>
            <a:off x="6277619" y="365858"/>
            <a:ext cx="100015" cy="100014"/>
          </a:xfrm>
          <a:prstGeom prst="ellipse">
            <a:avLst/>
          </a:prstGeom>
          <a:solidFill>
            <a:schemeClr val="bg1"/>
          </a:solidFill>
          <a:ln w="13970">
            <a:solidFill>
              <a:schemeClr val="accent2">
                <a:lumMod val="75000"/>
              </a:schemeClr>
            </a:solidFill>
          </a:ln>
        </p:spPr>
        <p:style>
          <a:lnRef idx="1">
            <a:schemeClr val="accent1"/>
          </a:lnRef>
          <a:fillRef idx="0">
            <a:schemeClr val="accent1"/>
          </a:fillRef>
          <a:effectRef idx="0">
            <a:schemeClr val="accent1"/>
          </a:effectRef>
          <a:fontRef idx="minor">
            <a:schemeClr val="tx1"/>
          </a:fontRef>
        </p:style>
      </p:sp>
      <p:sp>
        <p:nvSpPr>
          <p:cNvPr id="912" name="Oval 911"/>
          <p:cNvSpPr/>
          <p:nvPr/>
        </p:nvSpPr>
        <p:spPr>
          <a:xfrm>
            <a:off x="8806259" y="365858"/>
            <a:ext cx="100015" cy="100014"/>
          </a:xfrm>
          <a:prstGeom prst="ellipse">
            <a:avLst/>
          </a:prstGeom>
          <a:solidFill>
            <a:schemeClr val="bg1"/>
          </a:solidFill>
          <a:ln w="13970">
            <a:solidFill>
              <a:schemeClr val="accent2">
                <a:lumMod val="75000"/>
              </a:schemeClr>
            </a:solidFill>
          </a:ln>
        </p:spPr>
        <p:style>
          <a:lnRef idx="1">
            <a:schemeClr val="accent1"/>
          </a:lnRef>
          <a:fillRef idx="0">
            <a:schemeClr val="accent1"/>
          </a:fillRef>
          <a:effectRef idx="0">
            <a:schemeClr val="accent1"/>
          </a:effectRef>
          <a:fontRef idx="minor">
            <a:schemeClr val="tx1"/>
          </a:fontRef>
        </p:style>
      </p:sp>
      <p:sp>
        <p:nvSpPr>
          <p:cNvPr id="913" name="Oval 912"/>
          <p:cNvSpPr/>
          <p:nvPr/>
        </p:nvSpPr>
        <p:spPr>
          <a:xfrm>
            <a:off x="7963379" y="365858"/>
            <a:ext cx="100015" cy="100014"/>
          </a:xfrm>
          <a:prstGeom prst="ellipse">
            <a:avLst/>
          </a:prstGeom>
          <a:solidFill>
            <a:schemeClr val="bg1"/>
          </a:solidFill>
          <a:ln w="13970">
            <a:solidFill>
              <a:schemeClr val="accent2">
                <a:lumMod val="75000"/>
              </a:schemeClr>
            </a:solidFill>
          </a:ln>
        </p:spPr>
        <p:style>
          <a:lnRef idx="1">
            <a:schemeClr val="accent1"/>
          </a:lnRef>
          <a:fillRef idx="0">
            <a:schemeClr val="accent1"/>
          </a:fillRef>
          <a:effectRef idx="0">
            <a:schemeClr val="accent1"/>
          </a:effectRef>
          <a:fontRef idx="minor">
            <a:schemeClr val="tx1"/>
          </a:fontRef>
        </p:style>
      </p:sp>
      <p:sp>
        <p:nvSpPr>
          <p:cNvPr id="914" name="Oval 913"/>
          <p:cNvSpPr/>
          <p:nvPr/>
        </p:nvSpPr>
        <p:spPr>
          <a:xfrm>
            <a:off x="10492019" y="365858"/>
            <a:ext cx="100015" cy="100014"/>
          </a:xfrm>
          <a:prstGeom prst="ellipse">
            <a:avLst/>
          </a:prstGeom>
          <a:solidFill>
            <a:schemeClr val="bg1"/>
          </a:solidFill>
          <a:ln w="13970">
            <a:solidFill>
              <a:schemeClr val="accent2">
                <a:lumMod val="75000"/>
              </a:schemeClr>
            </a:solidFill>
          </a:ln>
        </p:spPr>
        <p:style>
          <a:lnRef idx="1">
            <a:schemeClr val="accent1"/>
          </a:lnRef>
          <a:fillRef idx="0">
            <a:schemeClr val="accent1"/>
          </a:fillRef>
          <a:effectRef idx="0">
            <a:schemeClr val="accent1"/>
          </a:effectRef>
          <a:fontRef idx="minor">
            <a:schemeClr val="tx1"/>
          </a:fontRef>
        </p:style>
      </p:sp>
      <p:sp>
        <p:nvSpPr>
          <p:cNvPr id="915" name="Oval 914"/>
          <p:cNvSpPr/>
          <p:nvPr/>
        </p:nvSpPr>
        <p:spPr>
          <a:xfrm>
            <a:off x="9649139" y="365858"/>
            <a:ext cx="100015" cy="100014"/>
          </a:xfrm>
          <a:prstGeom prst="ellipse">
            <a:avLst/>
          </a:prstGeom>
          <a:solidFill>
            <a:schemeClr val="bg1"/>
          </a:solidFill>
          <a:ln w="13970">
            <a:solidFill>
              <a:schemeClr val="accent2">
                <a:lumMod val="75000"/>
              </a:schemeClr>
            </a:solidFill>
          </a:ln>
        </p:spPr>
        <p:style>
          <a:lnRef idx="1">
            <a:schemeClr val="accent1"/>
          </a:lnRef>
          <a:fillRef idx="0">
            <a:schemeClr val="accent1"/>
          </a:fillRef>
          <a:effectRef idx="0">
            <a:schemeClr val="accent1"/>
          </a:effectRef>
          <a:fontRef idx="minor">
            <a:schemeClr val="tx1"/>
          </a:fontRef>
        </p:style>
      </p:sp>
      <p:sp>
        <p:nvSpPr>
          <p:cNvPr id="916" name="Oval 915"/>
          <p:cNvSpPr/>
          <p:nvPr/>
        </p:nvSpPr>
        <p:spPr>
          <a:xfrm>
            <a:off x="11334899" y="365858"/>
            <a:ext cx="100015" cy="100014"/>
          </a:xfrm>
          <a:prstGeom prst="ellipse">
            <a:avLst/>
          </a:prstGeom>
          <a:solidFill>
            <a:schemeClr val="bg1"/>
          </a:solidFill>
          <a:ln w="13970">
            <a:solidFill>
              <a:schemeClr val="accent2">
                <a:lumMod val="75000"/>
              </a:schemeClr>
            </a:solidFill>
          </a:ln>
        </p:spPr>
        <p:style>
          <a:lnRef idx="1">
            <a:schemeClr val="accent1"/>
          </a:lnRef>
          <a:fillRef idx="0">
            <a:schemeClr val="accent1"/>
          </a:fillRef>
          <a:effectRef idx="0">
            <a:schemeClr val="accent1"/>
          </a:effectRef>
          <a:fontRef idx="minor">
            <a:schemeClr val="tx1"/>
          </a:fontRef>
        </p:style>
      </p:sp>
      <p:sp>
        <p:nvSpPr>
          <p:cNvPr id="917" name="Oval 916"/>
          <p:cNvSpPr/>
          <p:nvPr/>
        </p:nvSpPr>
        <p:spPr>
          <a:xfrm>
            <a:off x="7120499" y="1211356"/>
            <a:ext cx="100015" cy="100014"/>
          </a:xfrm>
          <a:prstGeom prst="ellipse">
            <a:avLst/>
          </a:prstGeom>
          <a:solidFill>
            <a:schemeClr val="bg1"/>
          </a:solidFill>
          <a:ln w="13970">
            <a:solidFill>
              <a:schemeClr val="accent2">
                <a:lumMod val="75000"/>
              </a:schemeClr>
            </a:solidFill>
          </a:ln>
        </p:spPr>
        <p:style>
          <a:lnRef idx="1">
            <a:schemeClr val="accent1"/>
          </a:lnRef>
          <a:fillRef idx="0">
            <a:schemeClr val="accent1"/>
          </a:fillRef>
          <a:effectRef idx="0">
            <a:schemeClr val="accent1"/>
          </a:effectRef>
          <a:fontRef idx="minor">
            <a:schemeClr val="tx1"/>
          </a:fontRef>
        </p:style>
      </p:sp>
      <p:sp>
        <p:nvSpPr>
          <p:cNvPr id="918" name="Oval 917"/>
          <p:cNvSpPr/>
          <p:nvPr/>
        </p:nvSpPr>
        <p:spPr>
          <a:xfrm>
            <a:off x="377459" y="1211356"/>
            <a:ext cx="100015" cy="100014"/>
          </a:xfrm>
          <a:prstGeom prst="ellipse">
            <a:avLst/>
          </a:prstGeom>
          <a:solidFill>
            <a:schemeClr val="bg1"/>
          </a:solidFill>
          <a:ln w="13970">
            <a:solidFill>
              <a:schemeClr val="accent2">
                <a:lumMod val="75000"/>
              </a:schemeClr>
            </a:solidFill>
          </a:ln>
        </p:spPr>
        <p:style>
          <a:lnRef idx="1">
            <a:schemeClr val="accent1"/>
          </a:lnRef>
          <a:fillRef idx="0">
            <a:schemeClr val="accent1"/>
          </a:fillRef>
          <a:effectRef idx="0">
            <a:schemeClr val="accent1"/>
          </a:effectRef>
          <a:fontRef idx="minor">
            <a:schemeClr val="tx1"/>
          </a:fontRef>
        </p:style>
      </p:sp>
      <p:sp>
        <p:nvSpPr>
          <p:cNvPr id="919" name="Oval 918"/>
          <p:cNvSpPr/>
          <p:nvPr/>
        </p:nvSpPr>
        <p:spPr>
          <a:xfrm>
            <a:off x="1220339" y="1211356"/>
            <a:ext cx="100015" cy="100014"/>
          </a:xfrm>
          <a:prstGeom prst="ellipse">
            <a:avLst/>
          </a:prstGeom>
          <a:solidFill>
            <a:schemeClr val="bg1"/>
          </a:solidFill>
          <a:ln w="13970">
            <a:solidFill>
              <a:schemeClr val="accent2">
                <a:lumMod val="75000"/>
              </a:schemeClr>
            </a:solidFill>
          </a:ln>
        </p:spPr>
        <p:style>
          <a:lnRef idx="1">
            <a:schemeClr val="accent1"/>
          </a:lnRef>
          <a:fillRef idx="0">
            <a:schemeClr val="accent1"/>
          </a:fillRef>
          <a:effectRef idx="0">
            <a:schemeClr val="accent1"/>
          </a:effectRef>
          <a:fontRef idx="minor">
            <a:schemeClr val="tx1"/>
          </a:fontRef>
        </p:style>
      </p:sp>
      <p:sp>
        <p:nvSpPr>
          <p:cNvPr id="920" name="Oval 919"/>
          <p:cNvSpPr/>
          <p:nvPr/>
        </p:nvSpPr>
        <p:spPr>
          <a:xfrm>
            <a:off x="2063219" y="1211356"/>
            <a:ext cx="100015" cy="100014"/>
          </a:xfrm>
          <a:prstGeom prst="ellipse">
            <a:avLst/>
          </a:prstGeom>
          <a:solidFill>
            <a:schemeClr val="bg1"/>
          </a:solidFill>
          <a:ln w="13970">
            <a:solidFill>
              <a:schemeClr val="accent2">
                <a:lumMod val="75000"/>
              </a:schemeClr>
            </a:solidFill>
          </a:ln>
        </p:spPr>
        <p:style>
          <a:lnRef idx="1">
            <a:schemeClr val="accent1"/>
          </a:lnRef>
          <a:fillRef idx="0">
            <a:schemeClr val="accent1"/>
          </a:fillRef>
          <a:effectRef idx="0">
            <a:schemeClr val="accent1"/>
          </a:effectRef>
          <a:fontRef idx="minor">
            <a:schemeClr val="tx1"/>
          </a:fontRef>
        </p:style>
      </p:sp>
      <p:sp>
        <p:nvSpPr>
          <p:cNvPr id="921" name="Oval 920"/>
          <p:cNvSpPr/>
          <p:nvPr/>
        </p:nvSpPr>
        <p:spPr>
          <a:xfrm>
            <a:off x="2906099" y="1211356"/>
            <a:ext cx="100015" cy="100014"/>
          </a:xfrm>
          <a:prstGeom prst="ellipse">
            <a:avLst/>
          </a:prstGeom>
          <a:solidFill>
            <a:schemeClr val="bg1"/>
          </a:solidFill>
          <a:ln w="13970">
            <a:solidFill>
              <a:schemeClr val="accent2">
                <a:lumMod val="75000"/>
              </a:schemeClr>
            </a:solidFill>
          </a:ln>
        </p:spPr>
        <p:style>
          <a:lnRef idx="1">
            <a:schemeClr val="accent1"/>
          </a:lnRef>
          <a:fillRef idx="0">
            <a:schemeClr val="accent1"/>
          </a:fillRef>
          <a:effectRef idx="0">
            <a:schemeClr val="accent1"/>
          </a:effectRef>
          <a:fontRef idx="minor">
            <a:schemeClr val="tx1"/>
          </a:fontRef>
        </p:style>
      </p:sp>
      <p:sp>
        <p:nvSpPr>
          <p:cNvPr id="922" name="Oval 921"/>
          <p:cNvSpPr/>
          <p:nvPr/>
        </p:nvSpPr>
        <p:spPr>
          <a:xfrm>
            <a:off x="3748979" y="1211356"/>
            <a:ext cx="100015" cy="100014"/>
          </a:xfrm>
          <a:prstGeom prst="ellipse">
            <a:avLst/>
          </a:prstGeom>
          <a:solidFill>
            <a:schemeClr val="bg1"/>
          </a:solidFill>
          <a:ln w="13970">
            <a:solidFill>
              <a:schemeClr val="accent2">
                <a:lumMod val="75000"/>
              </a:schemeClr>
            </a:solidFill>
          </a:ln>
        </p:spPr>
        <p:style>
          <a:lnRef idx="1">
            <a:schemeClr val="accent1"/>
          </a:lnRef>
          <a:fillRef idx="0">
            <a:schemeClr val="accent1"/>
          </a:fillRef>
          <a:effectRef idx="0">
            <a:schemeClr val="accent1"/>
          </a:effectRef>
          <a:fontRef idx="minor">
            <a:schemeClr val="tx1"/>
          </a:fontRef>
        </p:style>
      </p:sp>
      <p:sp>
        <p:nvSpPr>
          <p:cNvPr id="923" name="Oval 922"/>
          <p:cNvSpPr/>
          <p:nvPr/>
        </p:nvSpPr>
        <p:spPr>
          <a:xfrm>
            <a:off x="4591859" y="1211356"/>
            <a:ext cx="100015" cy="100014"/>
          </a:xfrm>
          <a:prstGeom prst="ellipse">
            <a:avLst/>
          </a:prstGeom>
          <a:solidFill>
            <a:schemeClr val="bg1"/>
          </a:solidFill>
          <a:ln w="13970">
            <a:solidFill>
              <a:schemeClr val="accent2">
                <a:lumMod val="75000"/>
              </a:schemeClr>
            </a:solidFill>
          </a:ln>
        </p:spPr>
        <p:style>
          <a:lnRef idx="1">
            <a:schemeClr val="accent1"/>
          </a:lnRef>
          <a:fillRef idx="0">
            <a:schemeClr val="accent1"/>
          </a:fillRef>
          <a:effectRef idx="0">
            <a:schemeClr val="accent1"/>
          </a:effectRef>
          <a:fontRef idx="minor">
            <a:schemeClr val="tx1"/>
          </a:fontRef>
        </p:style>
      </p:sp>
      <p:sp>
        <p:nvSpPr>
          <p:cNvPr id="924" name="Oval 923"/>
          <p:cNvSpPr/>
          <p:nvPr/>
        </p:nvSpPr>
        <p:spPr>
          <a:xfrm>
            <a:off x="5434739" y="1211356"/>
            <a:ext cx="100015" cy="100014"/>
          </a:xfrm>
          <a:prstGeom prst="ellipse">
            <a:avLst/>
          </a:prstGeom>
          <a:solidFill>
            <a:schemeClr val="bg1"/>
          </a:solidFill>
          <a:ln w="13970">
            <a:solidFill>
              <a:schemeClr val="accent2">
                <a:lumMod val="75000"/>
              </a:schemeClr>
            </a:solidFill>
          </a:ln>
        </p:spPr>
        <p:style>
          <a:lnRef idx="1">
            <a:schemeClr val="accent1"/>
          </a:lnRef>
          <a:fillRef idx="0">
            <a:schemeClr val="accent1"/>
          </a:fillRef>
          <a:effectRef idx="0">
            <a:schemeClr val="accent1"/>
          </a:effectRef>
          <a:fontRef idx="minor">
            <a:schemeClr val="tx1"/>
          </a:fontRef>
        </p:style>
      </p:sp>
      <p:sp>
        <p:nvSpPr>
          <p:cNvPr id="925" name="Oval 924"/>
          <p:cNvSpPr/>
          <p:nvPr/>
        </p:nvSpPr>
        <p:spPr>
          <a:xfrm>
            <a:off x="6277619" y="1211356"/>
            <a:ext cx="100015" cy="100014"/>
          </a:xfrm>
          <a:prstGeom prst="ellipse">
            <a:avLst/>
          </a:prstGeom>
          <a:solidFill>
            <a:schemeClr val="bg1"/>
          </a:solidFill>
          <a:ln w="13970">
            <a:solidFill>
              <a:schemeClr val="accent2">
                <a:lumMod val="75000"/>
              </a:schemeClr>
            </a:solidFill>
          </a:ln>
        </p:spPr>
        <p:style>
          <a:lnRef idx="1">
            <a:schemeClr val="accent1"/>
          </a:lnRef>
          <a:fillRef idx="0">
            <a:schemeClr val="accent1"/>
          </a:fillRef>
          <a:effectRef idx="0">
            <a:schemeClr val="accent1"/>
          </a:effectRef>
          <a:fontRef idx="minor">
            <a:schemeClr val="tx1"/>
          </a:fontRef>
        </p:style>
      </p:sp>
      <p:sp>
        <p:nvSpPr>
          <p:cNvPr id="926" name="Oval 925"/>
          <p:cNvSpPr/>
          <p:nvPr/>
        </p:nvSpPr>
        <p:spPr>
          <a:xfrm>
            <a:off x="8806259" y="1211356"/>
            <a:ext cx="100015" cy="100014"/>
          </a:xfrm>
          <a:prstGeom prst="ellipse">
            <a:avLst/>
          </a:prstGeom>
          <a:solidFill>
            <a:schemeClr val="bg1"/>
          </a:solidFill>
          <a:ln w="13970">
            <a:solidFill>
              <a:schemeClr val="accent2">
                <a:lumMod val="75000"/>
              </a:schemeClr>
            </a:solidFill>
          </a:ln>
        </p:spPr>
        <p:style>
          <a:lnRef idx="1">
            <a:schemeClr val="accent1"/>
          </a:lnRef>
          <a:fillRef idx="0">
            <a:schemeClr val="accent1"/>
          </a:fillRef>
          <a:effectRef idx="0">
            <a:schemeClr val="accent1"/>
          </a:effectRef>
          <a:fontRef idx="minor">
            <a:schemeClr val="tx1"/>
          </a:fontRef>
        </p:style>
      </p:sp>
      <p:sp>
        <p:nvSpPr>
          <p:cNvPr id="927" name="Oval 926"/>
          <p:cNvSpPr/>
          <p:nvPr/>
        </p:nvSpPr>
        <p:spPr>
          <a:xfrm>
            <a:off x="7963379" y="1211356"/>
            <a:ext cx="100015" cy="100014"/>
          </a:xfrm>
          <a:prstGeom prst="ellipse">
            <a:avLst/>
          </a:prstGeom>
          <a:solidFill>
            <a:schemeClr val="bg1"/>
          </a:solidFill>
          <a:ln w="13970">
            <a:solidFill>
              <a:schemeClr val="accent2">
                <a:lumMod val="75000"/>
              </a:schemeClr>
            </a:solidFill>
          </a:ln>
        </p:spPr>
        <p:style>
          <a:lnRef idx="1">
            <a:schemeClr val="accent1"/>
          </a:lnRef>
          <a:fillRef idx="0">
            <a:schemeClr val="accent1"/>
          </a:fillRef>
          <a:effectRef idx="0">
            <a:schemeClr val="accent1"/>
          </a:effectRef>
          <a:fontRef idx="minor">
            <a:schemeClr val="tx1"/>
          </a:fontRef>
        </p:style>
      </p:sp>
      <p:sp>
        <p:nvSpPr>
          <p:cNvPr id="928" name="Oval 927"/>
          <p:cNvSpPr/>
          <p:nvPr/>
        </p:nvSpPr>
        <p:spPr>
          <a:xfrm>
            <a:off x="10492019" y="1211356"/>
            <a:ext cx="100015" cy="100014"/>
          </a:xfrm>
          <a:prstGeom prst="ellipse">
            <a:avLst/>
          </a:prstGeom>
          <a:solidFill>
            <a:schemeClr val="bg1"/>
          </a:solidFill>
          <a:ln w="13970">
            <a:solidFill>
              <a:schemeClr val="accent2">
                <a:lumMod val="75000"/>
              </a:schemeClr>
            </a:solidFill>
          </a:ln>
        </p:spPr>
        <p:style>
          <a:lnRef idx="1">
            <a:schemeClr val="accent1"/>
          </a:lnRef>
          <a:fillRef idx="0">
            <a:schemeClr val="accent1"/>
          </a:fillRef>
          <a:effectRef idx="0">
            <a:schemeClr val="accent1"/>
          </a:effectRef>
          <a:fontRef idx="minor">
            <a:schemeClr val="tx1"/>
          </a:fontRef>
        </p:style>
      </p:sp>
      <p:sp>
        <p:nvSpPr>
          <p:cNvPr id="929" name="Oval 928"/>
          <p:cNvSpPr/>
          <p:nvPr/>
        </p:nvSpPr>
        <p:spPr>
          <a:xfrm>
            <a:off x="9649139" y="1211356"/>
            <a:ext cx="100015" cy="100014"/>
          </a:xfrm>
          <a:prstGeom prst="ellipse">
            <a:avLst/>
          </a:prstGeom>
          <a:solidFill>
            <a:schemeClr val="bg1"/>
          </a:solidFill>
          <a:ln w="13970">
            <a:solidFill>
              <a:schemeClr val="accent2">
                <a:lumMod val="75000"/>
              </a:schemeClr>
            </a:solidFill>
          </a:ln>
        </p:spPr>
        <p:style>
          <a:lnRef idx="1">
            <a:schemeClr val="accent1"/>
          </a:lnRef>
          <a:fillRef idx="0">
            <a:schemeClr val="accent1"/>
          </a:fillRef>
          <a:effectRef idx="0">
            <a:schemeClr val="accent1"/>
          </a:effectRef>
          <a:fontRef idx="minor">
            <a:schemeClr val="tx1"/>
          </a:fontRef>
        </p:style>
      </p:sp>
      <p:sp>
        <p:nvSpPr>
          <p:cNvPr id="930" name="Oval 929"/>
          <p:cNvSpPr/>
          <p:nvPr/>
        </p:nvSpPr>
        <p:spPr>
          <a:xfrm>
            <a:off x="11334899" y="1211356"/>
            <a:ext cx="100015" cy="100014"/>
          </a:xfrm>
          <a:prstGeom prst="ellipse">
            <a:avLst/>
          </a:prstGeom>
          <a:solidFill>
            <a:schemeClr val="bg1"/>
          </a:solidFill>
          <a:ln w="13970">
            <a:solidFill>
              <a:schemeClr val="accent2">
                <a:lumMod val="75000"/>
              </a:schemeClr>
            </a:solidFill>
          </a:ln>
        </p:spPr>
        <p:style>
          <a:lnRef idx="1">
            <a:schemeClr val="accent1"/>
          </a:lnRef>
          <a:fillRef idx="0">
            <a:schemeClr val="accent1"/>
          </a:fillRef>
          <a:effectRef idx="0">
            <a:schemeClr val="accent1"/>
          </a:effectRef>
          <a:fontRef idx="minor">
            <a:schemeClr val="tx1"/>
          </a:fontRef>
        </p:style>
      </p:sp>
      <p:sp>
        <p:nvSpPr>
          <p:cNvPr id="931" name="Oval 930"/>
          <p:cNvSpPr/>
          <p:nvPr/>
        </p:nvSpPr>
        <p:spPr>
          <a:xfrm>
            <a:off x="7120499" y="2053953"/>
            <a:ext cx="100015" cy="100014"/>
          </a:xfrm>
          <a:prstGeom prst="ellipse">
            <a:avLst/>
          </a:prstGeom>
          <a:solidFill>
            <a:schemeClr val="bg1"/>
          </a:solidFill>
          <a:ln w="13970">
            <a:solidFill>
              <a:schemeClr val="accent2">
                <a:lumMod val="75000"/>
              </a:schemeClr>
            </a:solidFill>
          </a:ln>
        </p:spPr>
        <p:style>
          <a:lnRef idx="1">
            <a:schemeClr val="accent1"/>
          </a:lnRef>
          <a:fillRef idx="0">
            <a:schemeClr val="accent1"/>
          </a:fillRef>
          <a:effectRef idx="0">
            <a:schemeClr val="accent1"/>
          </a:effectRef>
          <a:fontRef idx="minor">
            <a:schemeClr val="tx1"/>
          </a:fontRef>
        </p:style>
      </p:sp>
      <p:sp>
        <p:nvSpPr>
          <p:cNvPr id="932" name="Oval 931"/>
          <p:cNvSpPr/>
          <p:nvPr/>
        </p:nvSpPr>
        <p:spPr>
          <a:xfrm>
            <a:off x="377459" y="2053953"/>
            <a:ext cx="100015" cy="100014"/>
          </a:xfrm>
          <a:prstGeom prst="ellipse">
            <a:avLst/>
          </a:prstGeom>
          <a:solidFill>
            <a:schemeClr val="bg1"/>
          </a:solidFill>
          <a:ln w="13970">
            <a:solidFill>
              <a:schemeClr val="accent2">
                <a:lumMod val="75000"/>
              </a:schemeClr>
            </a:solidFill>
          </a:ln>
        </p:spPr>
        <p:style>
          <a:lnRef idx="1">
            <a:schemeClr val="accent1"/>
          </a:lnRef>
          <a:fillRef idx="0">
            <a:schemeClr val="accent1"/>
          </a:fillRef>
          <a:effectRef idx="0">
            <a:schemeClr val="accent1"/>
          </a:effectRef>
          <a:fontRef idx="minor">
            <a:schemeClr val="tx1"/>
          </a:fontRef>
        </p:style>
      </p:sp>
      <p:sp>
        <p:nvSpPr>
          <p:cNvPr id="933" name="Oval 932"/>
          <p:cNvSpPr/>
          <p:nvPr/>
        </p:nvSpPr>
        <p:spPr>
          <a:xfrm>
            <a:off x="1220339" y="2053953"/>
            <a:ext cx="100015" cy="100014"/>
          </a:xfrm>
          <a:prstGeom prst="ellipse">
            <a:avLst/>
          </a:prstGeom>
          <a:solidFill>
            <a:schemeClr val="bg1"/>
          </a:solidFill>
          <a:ln w="13970">
            <a:solidFill>
              <a:schemeClr val="accent2">
                <a:lumMod val="75000"/>
              </a:schemeClr>
            </a:solidFill>
          </a:ln>
        </p:spPr>
        <p:style>
          <a:lnRef idx="1">
            <a:schemeClr val="accent1"/>
          </a:lnRef>
          <a:fillRef idx="0">
            <a:schemeClr val="accent1"/>
          </a:fillRef>
          <a:effectRef idx="0">
            <a:schemeClr val="accent1"/>
          </a:effectRef>
          <a:fontRef idx="minor">
            <a:schemeClr val="tx1"/>
          </a:fontRef>
        </p:style>
      </p:sp>
      <p:sp>
        <p:nvSpPr>
          <p:cNvPr id="934" name="Oval 933"/>
          <p:cNvSpPr/>
          <p:nvPr/>
        </p:nvSpPr>
        <p:spPr>
          <a:xfrm>
            <a:off x="2063219" y="2053953"/>
            <a:ext cx="100015" cy="100014"/>
          </a:xfrm>
          <a:prstGeom prst="ellipse">
            <a:avLst/>
          </a:prstGeom>
          <a:solidFill>
            <a:schemeClr val="bg1"/>
          </a:solidFill>
          <a:ln w="13970">
            <a:solidFill>
              <a:schemeClr val="accent2">
                <a:lumMod val="75000"/>
              </a:schemeClr>
            </a:solidFill>
          </a:ln>
        </p:spPr>
        <p:style>
          <a:lnRef idx="1">
            <a:schemeClr val="accent1"/>
          </a:lnRef>
          <a:fillRef idx="0">
            <a:schemeClr val="accent1"/>
          </a:fillRef>
          <a:effectRef idx="0">
            <a:schemeClr val="accent1"/>
          </a:effectRef>
          <a:fontRef idx="minor">
            <a:schemeClr val="tx1"/>
          </a:fontRef>
        </p:style>
      </p:sp>
      <p:sp>
        <p:nvSpPr>
          <p:cNvPr id="935" name="Oval 934"/>
          <p:cNvSpPr/>
          <p:nvPr/>
        </p:nvSpPr>
        <p:spPr>
          <a:xfrm>
            <a:off x="2906099" y="2053953"/>
            <a:ext cx="100015" cy="100014"/>
          </a:xfrm>
          <a:prstGeom prst="ellipse">
            <a:avLst/>
          </a:prstGeom>
          <a:solidFill>
            <a:schemeClr val="bg1"/>
          </a:solidFill>
          <a:ln w="13970">
            <a:solidFill>
              <a:schemeClr val="accent2">
                <a:lumMod val="75000"/>
              </a:schemeClr>
            </a:solidFill>
          </a:ln>
        </p:spPr>
        <p:style>
          <a:lnRef idx="1">
            <a:schemeClr val="accent1"/>
          </a:lnRef>
          <a:fillRef idx="0">
            <a:schemeClr val="accent1"/>
          </a:fillRef>
          <a:effectRef idx="0">
            <a:schemeClr val="accent1"/>
          </a:effectRef>
          <a:fontRef idx="minor">
            <a:schemeClr val="tx1"/>
          </a:fontRef>
        </p:style>
      </p:sp>
      <p:sp>
        <p:nvSpPr>
          <p:cNvPr id="936" name="Oval 935"/>
          <p:cNvSpPr/>
          <p:nvPr/>
        </p:nvSpPr>
        <p:spPr>
          <a:xfrm>
            <a:off x="3748979" y="2053953"/>
            <a:ext cx="100015" cy="100014"/>
          </a:xfrm>
          <a:prstGeom prst="ellipse">
            <a:avLst/>
          </a:prstGeom>
          <a:solidFill>
            <a:schemeClr val="bg1"/>
          </a:solidFill>
          <a:ln w="13970">
            <a:solidFill>
              <a:schemeClr val="accent2">
                <a:lumMod val="75000"/>
              </a:schemeClr>
            </a:solidFill>
          </a:ln>
        </p:spPr>
        <p:style>
          <a:lnRef idx="1">
            <a:schemeClr val="accent1"/>
          </a:lnRef>
          <a:fillRef idx="0">
            <a:schemeClr val="accent1"/>
          </a:fillRef>
          <a:effectRef idx="0">
            <a:schemeClr val="accent1"/>
          </a:effectRef>
          <a:fontRef idx="minor">
            <a:schemeClr val="tx1"/>
          </a:fontRef>
        </p:style>
      </p:sp>
      <p:sp>
        <p:nvSpPr>
          <p:cNvPr id="937" name="Oval 936"/>
          <p:cNvSpPr/>
          <p:nvPr/>
        </p:nvSpPr>
        <p:spPr>
          <a:xfrm>
            <a:off x="4591859" y="2053953"/>
            <a:ext cx="100015" cy="100014"/>
          </a:xfrm>
          <a:prstGeom prst="ellipse">
            <a:avLst/>
          </a:prstGeom>
          <a:solidFill>
            <a:schemeClr val="bg1"/>
          </a:solidFill>
          <a:ln w="13970">
            <a:solidFill>
              <a:schemeClr val="accent2">
                <a:lumMod val="75000"/>
              </a:schemeClr>
            </a:solidFill>
          </a:ln>
        </p:spPr>
        <p:style>
          <a:lnRef idx="1">
            <a:schemeClr val="accent1"/>
          </a:lnRef>
          <a:fillRef idx="0">
            <a:schemeClr val="accent1"/>
          </a:fillRef>
          <a:effectRef idx="0">
            <a:schemeClr val="accent1"/>
          </a:effectRef>
          <a:fontRef idx="minor">
            <a:schemeClr val="tx1"/>
          </a:fontRef>
        </p:style>
      </p:sp>
      <p:sp>
        <p:nvSpPr>
          <p:cNvPr id="938" name="Oval 937"/>
          <p:cNvSpPr/>
          <p:nvPr/>
        </p:nvSpPr>
        <p:spPr>
          <a:xfrm>
            <a:off x="5434739" y="2053953"/>
            <a:ext cx="100015" cy="100014"/>
          </a:xfrm>
          <a:prstGeom prst="ellipse">
            <a:avLst/>
          </a:prstGeom>
          <a:solidFill>
            <a:schemeClr val="bg1"/>
          </a:solidFill>
          <a:ln w="13970">
            <a:solidFill>
              <a:schemeClr val="accent2">
                <a:lumMod val="75000"/>
              </a:schemeClr>
            </a:solidFill>
          </a:ln>
        </p:spPr>
        <p:style>
          <a:lnRef idx="1">
            <a:schemeClr val="accent1"/>
          </a:lnRef>
          <a:fillRef idx="0">
            <a:schemeClr val="accent1"/>
          </a:fillRef>
          <a:effectRef idx="0">
            <a:schemeClr val="accent1"/>
          </a:effectRef>
          <a:fontRef idx="minor">
            <a:schemeClr val="tx1"/>
          </a:fontRef>
        </p:style>
      </p:sp>
      <p:sp>
        <p:nvSpPr>
          <p:cNvPr id="939" name="Oval 938"/>
          <p:cNvSpPr/>
          <p:nvPr/>
        </p:nvSpPr>
        <p:spPr>
          <a:xfrm>
            <a:off x="6277619" y="2053953"/>
            <a:ext cx="100015" cy="100014"/>
          </a:xfrm>
          <a:prstGeom prst="ellipse">
            <a:avLst/>
          </a:prstGeom>
          <a:solidFill>
            <a:schemeClr val="bg1"/>
          </a:solidFill>
          <a:ln w="13970">
            <a:solidFill>
              <a:schemeClr val="accent2">
                <a:lumMod val="75000"/>
              </a:schemeClr>
            </a:solidFill>
          </a:ln>
        </p:spPr>
        <p:style>
          <a:lnRef idx="1">
            <a:schemeClr val="accent1"/>
          </a:lnRef>
          <a:fillRef idx="0">
            <a:schemeClr val="accent1"/>
          </a:fillRef>
          <a:effectRef idx="0">
            <a:schemeClr val="accent1"/>
          </a:effectRef>
          <a:fontRef idx="minor">
            <a:schemeClr val="tx1"/>
          </a:fontRef>
        </p:style>
      </p:sp>
      <p:sp>
        <p:nvSpPr>
          <p:cNvPr id="940" name="Oval 939"/>
          <p:cNvSpPr/>
          <p:nvPr/>
        </p:nvSpPr>
        <p:spPr>
          <a:xfrm>
            <a:off x="8806259" y="2053953"/>
            <a:ext cx="100015" cy="100014"/>
          </a:xfrm>
          <a:prstGeom prst="ellipse">
            <a:avLst/>
          </a:prstGeom>
          <a:solidFill>
            <a:schemeClr val="bg1"/>
          </a:solidFill>
          <a:ln w="13970">
            <a:solidFill>
              <a:schemeClr val="accent2">
                <a:lumMod val="75000"/>
              </a:schemeClr>
            </a:solidFill>
          </a:ln>
        </p:spPr>
        <p:style>
          <a:lnRef idx="1">
            <a:schemeClr val="accent1"/>
          </a:lnRef>
          <a:fillRef idx="0">
            <a:schemeClr val="accent1"/>
          </a:fillRef>
          <a:effectRef idx="0">
            <a:schemeClr val="accent1"/>
          </a:effectRef>
          <a:fontRef idx="minor">
            <a:schemeClr val="tx1"/>
          </a:fontRef>
        </p:style>
      </p:sp>
      <p:sp>
        <p:nvSpPr>
          <p:cNvPr id="941" name="Oval 940"/>
          <p:cNvSpPr/>
          <p:nvPr/>
        </p:nvSpPr>
        <p:spPr>
          <a:xfrm>
            <a:off x="7963379" y="2053953"/>
            <a:ext cx="100015" cy="100014"/>
          </a:xfrm>
          <a:prstGeom prst="ellipse">
            <a:avLst/>
          </a:prstGeom>
          <a:solidFill>
            <a:schemeClr val="bg1"/>
          </a:solidFill>
          <a:ln w="13970">
            <a:solidFill>
              <a:schemeClr val="accent2">
                <a:lumMod val="75000"/>
              </a:schemeClr>
            </a:solidFill>
          </a:ln>
        </p:spPr>
        <p:style>
          <a:lnRef idx="1">
            <a:schemeClr val="accent1"/>
          </a:lnRef>
          <a:fillRef idx="0">
            <a:schemeClr val="accent1"/>
          </a:fillRef>
          <a:effectRef idx="0">
            <a:schemeClr val="accent1"/>
          </a:effectRef>
          <a:fontRef idx="minor">
            <a:schemeClr val="tx1"/>
          </a:fontRef>
        </p:style>
      </p:sp>
      <p:sp>
        <p:nvSpPr>
          <p:cNvPr id="942" name="Oval 941"/>
          <p:cNvSpPr/>
          <p:nvPr/>
        </p:nvSpPr>
        <p:spPr>
          <a:xfrm>
            <a:off x="10492019" y="2053953"/>
            <a:ext cx="100015" cy="100014"/>
          </a:xfrm>
          <a:prstGeom prst="ellipse">
            <a:avLst/>
          </a:prstGeom>
          <a:solidFill>
            <a:schemeClr val="bg1"/>
          </a:solidFill>
          <a:ln w="13970">
            <a:solidFill>
              <a:schemeClr val="accent2">
                <a:lumMod val="75000"/>
              </a:schemeClr>
            </a:solidFill>
          </a:ln>
        </p:spPr>
        <p:style>
          <a:lnRef idx="1">
            <a:schemeClr val="accent1"/>
          </a:lnRef>
          <a:fillRef idx="0">
            <a:schemeClr val="accent1"/>
          </a:fillRef>
          <a:effectRef idx="0">
            <a:schemeClr val="accent1"/>
          </a:effectRef>
          <a:fontRef idx="minor">
            <a:schemeClr val="tx1"/>
          </a:fontRef>
        </p:style>
      </p:sp>
      <p:sp>
        <p:nvSpPr>
          <p:cNvPr id="943" name="Oval 942"/>
          <p:cNvSpPr/>
          <p:nvPr/>
        </p:nvSpPr>
        <p:spPr>
          <a:xfrm>
            <a:off x="9649139" y="2053953"/>
            <a:ext cx="100015" cy="100014"/>
          </a:xfrm>
          <a:prstGeom prst="ellipse">
            <a:avLst/>
          </a:prstGeom>
          <a:solidFill>
            <a:schemeClr val="bg1"/>
          </a:solidFill>
          <a:ln w="13970">
            <a:solidFill>
              <a:schemeClr val="accent2">
                <a:lumMod val="75000"/>
              </a:schemeClr>
            </a:solidFill>
          </a:ln>
        </p:spPr>
        <p:style>
          <a:lnRef idx="1">
            <a:schemeClr val="accent1"/>
          </a:lnRef>
          <a:fillRef idx="0">
            <a:schemeClr val="accent1"/>
          </a:fillRef>
          <a:effectRef idx="0">
            <a:schemeClr val="accent1"/>
          </a:effectRef>
          <a:fontRef idx="minor">
            <a:schemeClr val="tx1"/>
          </a:fontRef>
        </p:style>
      </p:sp>
      <p:sp>
        <p:nvSpPr>
          <p:cNvPr id="944" name="Oval 943"/>
          <p:cNvSpPr/>
          <p:nvPr/>
        </p:nvSpPr>
        <p:spPr>
          <a:xfrm>
            <a:off x="11334899" y="2053953"/>
            <a:ext cx="100015" cy="100014"/>
          </a:xfrm>
          <a:prstGeom prst="ellipse">
            <a:avLst/>
          </a:prstGeom>
          <a:solidFill>
            <a:schemeClr val="bg1"/>
          </a:solidFill>
          <a:ln w="13970">
            <a:solidFill>
              <a:schemeClr val="accent2">
                <a:lumMod val="75000"/>
              </a:schemeClr>
            </a:solidFill>
          </a:ln>
        </p:spPr>
        <p:style>
          <a:lnRef idx="1">
            <a:schemeClr val="accent1"/>
          </a:lnRef>
          <a:fillRef idx="0">
            <a:schemeClr val="accent1"/>
          </a:fillRef>
          <a:effectRef idx="0">
            <a:schemeClr val="accent1"/>
          </a:effectRef>
          <a:fontRef idx="minor">
            <a:schemeClr val="tx1"/>
          </a:fontRef>
        </p:style>
      </p:sp>
      <p:sp>
        <p:nvSpPr>
          <p:cNvPr id="945" name="Oval 944"/>
          <p:cNvSpPr/>
          <p:nvPr/>
        </p:nvSpPr>
        <p:spPr>
          <a:xfrm>
            <a:off x="7120499" y="2902626"/>
            <a:ext cx="100015" cy="100014"/>
          </a:xfrm>
          <a:prstGeom prst="ellipse">
            <a:avLst/>
          </a:prstGeom>
          <a:solidFill>
            <a:schemeClr val="bg1"/>
          </a:solidFill>
          <a:ln w="13970">
            <a:solidFill>
              <a:schemeClr val="accent2">
                <a:lumMod val="75000"/>
              </a:schemeClr>
            </a:solidFill>
          </a:ln>
        </p:spPr>
        <p:style>
          <a:lnRef idx="1">
            <a:schemeClr val="accent1"/>
          </a:lnRef>
          <a:fillRef idx="0">
            <a:schemeClr val="accent1"/>
          </a:fillRef>
          <a:effectRef idx="0">
            <a:schemeClr val="accent1"/>
          </a:effectRef>
          <a:fontRef idx="minor">
            <a:schemeClr val="tx1"/>
          </a:fontRef>
        </p:style>
      </p:sp>
      <p:sp>
        <p:nvSpPr>
          <p:cNvPr id="946" name="Oval 945"/>
          <p:cNvSpPr/>
          <p:nvPr/>
        </p:nvSpPr>
        <p:spPr>
          <a:xfrm>
            <a:off x="377459" y="2902626"/>
            <a:ext cx="100015" cy="100014"/>
          </a:xfrm>
          <a:prstGeom prst="ellipse">
            <a:avLst/>
          </a:prstGeom>
          <a:solidFill>
            <a:schemeClr val="bg1"/>
          </a:solidFill>
          <a:ln w="13970">
            <a:solidFill>
              <a:schemeClr val="accent2">
                <a:lumMod val="75000"/>
              </a:schemeClr>
            </a:solidFill>
          </a:ln>
        </p:spPr>
        <p:style>
          <a:lnRef idx="1">
            <a:schemeClr val="accent1"/>
          </a:lnRef>
          <a:fillRef idx="0">
            <a:schemeClr val="accent1"/>
          </a:fillRef>
          <a:effectRef idx="0">
            <a:schemeClr val="accent1"/>
          </a:effectRef>
          <a:fontRef idx="minor">
            <a:schemeClr val="tx1"/>
          </a:fontRef>
        </p:style>
      </p:sp>
      <p:sp>
        <p:nvSpPr>
          <p:cNvPr id="947" name="Oval 946"/>
          <p:cNvSpPr/>
          <p:nvPr/>
        </p:nvSpPr>
        <p:spPr>
          <a:xfrm>
            <a:off x="1220339" y="2902626"/>
            <a:ext cx="100015" cy="100014"/>
          </a:xfrm>
          <a:prstGeom prst="ellipse">
            <a:avLst/>
          </a:prstGeom>
          <a:solidFill>
            <a:schemeClr val="bg1"/>
          </a:solidFill>
          <a:ln w="13970">
            <a:solidFill>
              <a:schemeClr val="accent2">
                <a:lumMod val="75000"/>
              </a:schemeClr>
            </a:solidFill>
          </a:ln>
        </p:spPr>
        <p:style>
          <a:lnRef idx="1">
            <a:schemeClr val="accent1"/>
          </a:lnRef>
          <a:fillRef idx="0">
            <a:schemeClr val="accent1"/>
          </a:fillRef>
          <a:effectRef idx="0">
            <a:schemeClr val="accent1"/>
          </a:effectRef>
          <a:fontRef idx="minor">
            <a:schemeClr val="tx1"/>
          </a:fontRef>
        </p:style>
      </p:sp>
      <p:sp>
        <p:nvSpPr>
          <p:cNvPr id="948" name="Oval 947"/>
          <p:cNvSpPr/>
          <p:nvPr/>
        </p:nvSpPr>
        <p:spPr>
          <a:xfrm>
            <a:off x="2063219" y="2902626"/>
            <a:ext cx="100015" cy="100014"/>
          </a:xfrm>
          <a:prstGeom prst="ellipse">
            <a:avLst/>
          </a:prstGeom>
          <a:solidFill>
            <a:schemeClr val="bg1"/>
          </a:solidFill>
          <a:ln w="13970">
            <a:solidFill>
              <a:schemeClr val="accent2">
                <a:lumMod val="75000"/>
              </a:schemeClr>
            </a:solidFill>
          </a:ln>
        </p:spPr>
        <p:style>
          <a:lnRef idx="1">
            <a:schemeClr val="accent1"/>
          </a:lnRef>
          <a:fillRef idx="0">
            <a:schemeClr val="accent1"/>
          </a:fillRef>
          <a:effectRef idx="0">
            <a:schemeClr val="accent1"/>
          </a:effectRef>
          <a:fontRef idx="minor">
            <a:schemeClr val="tx1"/>
          </a:fontRef>
        </p:style>
      </p:sp>
      <p:sp>
        <p:nvSpPr>
          <p:cNvPr id="949" name="Oval 948"/>
          <p:cNvSpPr/>
          <p:nvPr/>
        </p:nvSpPr>
        <p:spPr>
          <a:xfrm>
            <a:off x="2906099" y="2902626"/>
            <a:ext cx="100015" cy="100014"/>
          </a:xfrm>
          <a:prstGeom prst="ellipse">
            <a:avLst/>
          </a:prstGeom>
          <a:solidFill>
            <a:schemeClr val="bg1"/>
          </a:solidFill>
          <a:ln w="13970">
            <a:solidFill>
              <a:schemeClr val="accent2">
                <a:lumMod val="75000"/>
              </a:schemeClr>
            </a:solidFill>
          </a:ln>
        </p:spPr>
        <p:style>
          <a:lnRef idx="1">
            <a:schemeClr val="accent1"/>
          </a:lnRef>
          <a:fillRef idx="0">
            <a:schemeClr val="accent1"/>
          </a:fillRef>
          <a:effectRef idx="0">
            <a:schemeClr val="accent1"/>
          </a:effectRef>
          <a:fontRef idx="minor">
            <a:schemeClr val="tx1"/>
          </a:fontRef>
        </p:style>
      </p:sp>
      <p:sp>
        <p:nvSpPr>
          <p:cNvPr id="950" name="Oval 949"/>
          <p:cNvSpPr/>
          <p:nvPr/>
        </p:nvSpPr>
        <p:spPr>
          <a:xfrm>
            <a:off x="3748979" y="2902626"/>
            <a:ext cx="100015" cy="100014"/>
          </a:xfrm>
          <a:prstGeom prst="ellipse">
            <a:avLst/>
          </a:prstGeom>
          <a:solidFill>
            <a:schemeClr val="bg1"/>
          </a:solidFill>
          <a:ln w="13970">
            <a:solidFill>
              <a:schemeClr val="accent2">
                <a:lumMod val="75000"/>
              </a:schemeClr>
            </a:solidFill>
          </a:ln>
        </p:spPr>
        <p:style>
          <a:lnRef idx="1">
            <a:schemeClr val="accent1"/>
          </a:lnRef>
          <a:fillRef idx="0">
            <a:schemeClr val="accent1"/>
          </a:fillRef>
          <a:effectRef idx="0">
            <a:schemeClr val="accent1"/>
          </a:effectRef>
          <a:fontRef idx="minor">
            <a:schemeClr val="tx1"/>
          </a:fontRef>
        </p:style>
      </p:sp>
      <p:sp>
        <p:nvSpPr>
          <p:cNvPr id="951" name="Oval 950"/>
          <p:cNvSpPr/>
          <p:nvPr/>
        </p:nvSpPr>
        <p:spPr>
          <a:xfrm>
            <a:off x="4591859" y="2902626"/>
            <a:ext cx="100015" cy="100014"/>
          </a:xfrm>
          <a:prstGeom prst="ellipse">
            <a:avLst/>
          </a:prstGeom>
          <a:solidFill>
            <a:schemeClr val="bg1"/>
          </a:solidFill>
          <a:ln w="13970">
            <a:solidFill>
              <a:schemeClr val="accent2">
                <a:lumMod val="75000"/>
              </a:schemeClr>
            </a:solidFill>
          </a:ln>
        </p:spPr>
        <p:style>
          <a:lnRef idx="1">
            <a:schemeClr val="accent1"/>
          </a:lnRef>
          <a:fillRef idx="0">
            <a:schemeClr val="accent1"/>
          </a:fillRef>
          <a:effectRef idx="0">
            <a:schemeClr val="accent1"/>
          </a:effectRef>
          <a:fontRef idx="minor">
            <a:schemeClr val="tx1"/>
          </a:fontRef>
        </p:style>
      </p:sp>
      <p:sp>
        <p:nvSpPr>
          <p:cNvPr id="952" name="Oval 951"/>
          <p:cNvSpPr/>
          <p:nvPr/>
        </p:nvSpPr>
        <p:spPr>
          <a:xfrm>
            <a:off x="5434739" y="2902626"/>
            <a:ext cx="100015" cy="100014"/>
          </a:xfrm>
          <a:prstGeom prst="ellipse">
            <a:avLst/>
          </a:prstGeom>
          <a:solidFill>
            <a:schemeClr val="bg1"/>
          </a:solidFill>
          <a:ln w="13970">
            <a:solidFill>
              <a:schemeClr val="accent2">
                <a:lumMod val="75000"/>
              </a:schemeClr>
            </a:solidFill>
          </a:ln>
        </p:spPr>
        <p:style>
          <a:lnRef idx="1">
            <a:schemeClr val="accent1"/>
          </a:lnRef>
          <a:fillRef idx="0">
            <a:schemeClr val="accent1"/>
          </a:fillRef>
          <a:effectRef idx="0">
            <a:schemeClr val="accent1"/>
          </a:effectRef>
          <a:fontRef idx="minor">
            <a:schemeClr val="tx1"/>
          </a:fontRef>
        </p:style>
      </p:sp>
      <p:sp>
        <p:nvSpPr>
          <p:cNvPr id="953" name="Oval 952"/>
          <p:cNvSpPr/>
          <p:nvPr/>
        </p:nvSpPr>
        <p:spPr>
          <a:xfrm>
            <a:off x="6277619" y="2902626"/>
            <a:ext cx="100015" cy="100014"/>
          </a:xfrm>
          <a:prstGeom prst="ellipse">
            <a:avLst/>
          </a:prstGeom>
          <a:solidFill>
            <a:schemeClr val="bg1"/>
          </a:solidFill>
          <a:ln w="13970">
            <a:solidFill>
              <a:schemeClr val="accent2">
                <a:lumMod val="75000"/>
              </a:schemeClr>
            </a:solidFill>
          </a:ln>
        </p:spPr>
        <p:style>
          <a:lnRef idx="1">
            <a:schemeClr val="accent1"/>
          </a:lnRef>
          <a:fillRef idx="0">
            <a:schemeClr val="accent1"/>
          </a:fillRef>
          <a:effectRef idx="0">
            <a:schemeClr val="accent1"/>
          </a:effectRef>
          <a:fontRef idx="minor">
            <a:schemeClr val="tx1"/>
          </a:fontRef>
        </p:style>
      </p:sp>
      <p:sp>
        <p:nvSpPr>
          <p:cNvPr id="954" name="Oval 953"/>
          <p:cNvSpPr/>
          <p:nvPr/>
        </p:nvSpPr>
        <p:spPr>
          <a:xfrm>
            <a:off x="8806259" y="2902626"/>
            <a:ext cx="100015" cy="100014"/>
          </a:xfrm>
          <a:prstGeom prst="ellipse">
            <a:avLst/>
          </a:prstGeom>
          <a:solidFill>
            <a:schemeClr val="bg1"/>
          </a:solidFill>
          <a:ln w="13970">
            <a:solidFill>
              <a:schemeClr val="accent2">
                <a:lumMod val="75000"/>
              </a:schemeClr>
            </a:solidFill>
          </a:ln>
        </p:spPr>
        <p:style>
          <a:lnRef idx="1">
            <a:schemeClr val="accent1"/>
          </a:lnRef>
          <a:fillRef idx="0">
            <a:schemeClr val="accent1"/>
          </a:fillRef>
          <a:effectRef idx="0">
            <a:schemeClr val="accent1"/>
          </a:effectRef>
          <a:fontRef idx="minor">
            <a:schemeClr val="tx1"/>
          </a:fontRef>
        </p:style>
      </p:sp>
      <p:sp>
        <p:nvSpPr>
          <p:cNvPr id="955" name="Oval 954"/>
          <p:cNvSpPr/>
          <p:nvPr/>
        </p:nvSpPr>
        <p:spPr>
          <a:xfrm>
            <a:off x="7963379" y="2902626"/>
            <a:ext cx="100015" cy="100014"/>
          </a:xfrm>
          <a:prstGeom prst="ellipse">
            <a:avLst/>
          </a:prstGeom>
          <a:solidFill>
            <a:schemeClr val="bg1"/>
          </a:solidFill>
          <a:ln w="13970">
            <a:solidFill>
              <a:schemeClr val="accent2">
                <a:lumMod val="75000"/>
              </a:schemeClr>
            </a:solidFill>
          </a:ln>
        </p:spPr>
        <p:style>
          <a:lnRef idx="1">
            <a:schemeClr val="accent1"/>
          </a:lnRef>
          <a:fillRef idx="0">
            <a:schemeClr val="accent1"/>
          </a:fillRef>
          <a:effectRef idx="0">
            <a:schemeClr val="accent1"/>
          </a:effectRef>
          <a:fontRef idx="minor">
            <a:schemeClr val="tx1"/>
          </a:fontRef>
        </p:style>
      </p:sp>
      <p:sp>
        <p:nvSpPr>
          <p:cNvPr id="956" name="Oval 955"/>
          <p:cNvSpPr/>
          <p:nvPr/>
        </p:nvSpPr>
        <p:spPr>
          <a:xfrm>
            <a:off x="10492019" y="2902626"/>
            <a:ext cx="100015" cy="100014"/>
          </a:xfrm>
          <a:prstGeom prst="ellipse">
            <a:avLst/>
          </a:prstGeom>
          <a:solidFill>
            <a:schemeClr val="bg1"/>
          </a:solidFill>
          <a:ln w="13970">
            <a:solidFill>
              <a:schemeClr val="accent2">
                <a:lumMod val="75000"/>
              </a:schemeClr>
            </a:solidFill>
          </a:ln>
        </p:spPr>
        <p:style>
          <a:lnRef idx="1">
            <a:schemeClr val="accent1"/>
          </a:lnRef>
          <a:fillRef idx="0">
            <a:schemeClr val="accent1"/>
          </a:fillRef>
          <a:effectRef idx="0">
            <a:schemeClr val="accent1"/>
          </a:effectRef>
          <a:fontRef idx="minor">
            <a:schemeClr val="tx1"/>
          </a:fontRef>
        </p:style>
      </p:sp>
      <p:sp>
        <p:nvSpPr>
          <p:cNvPr id="957" name="Oval 956"/>
          <p:cNvSpPr/>
          <p:nvPr/>
        </p:nvSpPr>
        <p:spPr>
          <a:xfrm>
            <a:off x="9649139" y="2902626"/>
            <a:ext cx="100015" cy="100014"/>
          </a:xfrm>
          <a:prstGeom prst="ellipse">
            <a:avLst/>
          </a:prstGeom>
          <a:solidFill>
            <a:schemeClr val="bg1"/>
          </a:solidFill>
          <a:ln w="13970">
            <a:solidFill>
              <a:schemeClr val="accent2">
                <a:lumMod val="75000"/>
              </a:schemeClr>
            </a:solidFill>
          </a:ln>
        </p:spPr>
        <p:style>
          <a:lnRef idx="1">
            <a:schemeClr val="accent1"/>
          </a:lnRef>
          <a:fillRef idx="0">
            <a:schemeClr val="accent1"/>
          </a:fillRef>
          <a:effectRef idx="0">
            <a:schemeClr val="accent1"/>
          </a:effectRef>
          <a:fontRef idx="minor">
            <a:schemeClr val="tx1"/>
          </a:fontRef>
        </p:style>
      </p:sp>
      <p:sp>
        <p:nvSpPr>
          <p:cNvPr id="958" name="Oval 957"/>
          <p:cNvSpPr/>
          <p:nvPr/>
        </p:nvSpPr>
        <p:spPr>
          <a:xfrm>
            <a:off x="11334899" y="2902626"/>
            <a:ext cx="100015" cy="100014"/>
          </a:xfrm>
          <a:prstGeom prst="ellipse">
            <a:avLst/>
          </a:prstGeom>
          <a:solidFill>
            <a:schemeClr val="bg1"/>
          </a:solidFill>
          <a:ln w="13970">
            <a:solidFill>
              <a:schemeClr val="accent2">
                <a:lumMod val="75000"/>
              </a:schemeClr>
            </a:solidFill>
          </a:ln>
        </p:spPr>
        <p:style>
          <a:lnRef idx="1">
            <a:schemeClr val="accent1"/>
          </a:lnRef>
          <a:fillRef idx="0">
            <a:schemeClr val="accent1"/>
          </a:fillRef>
          <a:effectRef idx="0">
            <a:schemeClr val="accent1"/>
          </a:effectRef>
          <a:fontRef idx="minor">
            <a:schemeClr val="tx1"/>
          </a:fontRef>
        </p:style>
      </p:sp>
      <p:sp>
        <p:nvSpPr>
          <p:cNvPr id="959" name="Oval 958"/>
          <p:cNvSpPr/>
          <p:nvPr/>
        </p:nvSpPr>
        <p:spPr>
          <a:xfrm>
            <a:off x="7120499" y="3746805"/>
            <a:ext cx="100015" cy="100014"/>
          </a:xfrm>
          <a:prstGeom prst="ellipse">
            <a:avLst/>
          </a:prstGeom>
          <a:solidFill>
            <a:schemeClr val="bg1"/>
          </a:solidFill>
          <a:ln w="13970">
            <a:solidFill>
              <a:schemeClr val="accent2">
                <a:lumMod val="75000"/>
              </a:schemeClr>
            </a:solidFill>
          </a:ln>
        </p:spPr>
        <p:style>
          <a:lnRef idx="1">
            <a:schemeClr val="accent1"/>
          </a:lnRef>
          <a:fillRef idx="0">
            <a:schemeClr val="accent1"/>
          </a:fillRef>
          <a:effectRef idx="0">
            <a:schemeClr val="accent1"/>
          </a:effectRef>
          <a:fontRef idx="minor">
            <a:schemeClr val="tx1"/>
          </a:fontRef>
        </p:style>
      </p:sp>
      <p:sp>
        <p:nvSpPr>
          <p:cNvPr id="960" name="Oval 959"/>
          <p:cNvSpPr/>
          <p:nvPr/>
        </p:nvSpPr>
        <p:spPr>
          <a:xfrm>
            <a:off x="377459" y="3746805"/>
            <a:ext cx="100015" cy="100014"/>
          </a:xfrm>
          <a:prstGeom prst="ellipse">
            <a:avLst/>
          </a:prstGeom>
          <a:solidFill>
            <a:schemeClr val="bg1"/>
          </a:solidFill>
          <a:ln w="13970">
            <a:solidFill>
              <a:schemeClr val="accent2">
                <a:lumMod val="75000"/>
              </a:schemeClr>
            </a:solidFill>
          </a:ln>
        </p:spPr>
        <p:style>
          <a:lnRef idx="1">
            <a:schemeClr val="accent1"/>
          </a:lnRef>
          <a:fillRef idx="0">
            <a:schemeClr val="accent1"/>
          </a:fillRef>
          <a:effectRef idx="0">
            <a:schemeClr val="accent1"/>
          </a:effectRef>
          <a:fontRef idx="minor">
            <a:schemeClr val="tx1"/>
          </a:fontRef>
        </p:style>
      </p:sp>
      <p:sp>
        <p:nvSpPr>
          <p:cNvPr id="961" name="Oval 960"/>
          <p:cNvSpPr/>
          <p:nvPr/>
        </p:nvSpPr>
        <p:spPr>
          <a:xfrm>
            <a:off x="1220339" y="3746805"/>
            <a:ext cx="100015" cy="100014"/>
          </a:xfrm>
          <a:prstGeom prst="ellipse">
            <a:avLst/>
          </a:prstGeom>
          <a:solidFill>
            <a:schemeClr val="bg1"/>
          </a:solidFill>
          <a:ln w="13970">
            <a:solidFill>
              <a:schemeClr val="accent2">
                <a:lumMod val="75000"/>
              </a:schemeClr>
            </a:solidFill>
          </a:ln>
        </p:spPr>
        <p:style>
          <a:lnRef idx="1">
            <a:schemeClr val="accent1"/>
          </a:lnRef>
          <a:fillRef idx="0">
            <a:schemeClr val="accent1"/>
          </a:fillRef>
          <a:effectRef idx="0">
            <a:schemeClr val="accent1"/>
          </a:effectRef>
          <a:fontRef idx="minor">
            <a:schemeClr val="tx1"/>
          </a:fontRef>
        </p:style>
      </p:sp>
      <p:sp>
        <p:nvSpPr>
          <p:cNvPr id="962" name="Oval 961"/>
          <p:cNvSpPr/>
          <p:nvPr/>
        </p:nvSpPr>
        <p:spPr>
          <a:xfrm>
            <a:off x="2063219" y="3746805"/>
            <a:ext cx="100015" cy="100014"/>
          </a:xfrm>
          <a:prstGeom prst="ellipse">
            <a:avLst/>
          </a:prstGeom>
          <a:solidFill>
            <a:schemeClr val="bg1"/>
          </a:solidFill>
          <a:ln w="13970">
            <a:solidFill>
              <a:schemeClr val="accent2">
                <a:lumMod val="75000"/>
              </a:schemeClr>
            </a:solidFill>
          </a:ln>
        </p:spPr>
        <p:style>
          <a:lnRef idx="1">
            <a:schemeClr val="accent1"/>
          </a:lnRef>
          <a:fillRef idx="0">
            <a:schemeClr val="accent1"/>
          </a:fillRef>
          <a:effectRef idx="0">
            <a:schemeClr val="accent1"/>
          </a:effectRef>
          <a:fontRef idx="minor">
            <a:schemeClr val="tx1"/>
          </a:fontRef>
        </p:style>
      </p:sp>
      <p:sp>
        <p:nvSpPr>
          <p:cNvPr id="963" name="Oval 962"/>
          <p:cNvSpPr/>
          <p:nvPr/>
        </p:nvSpPr>
        <p:spPr>
          <a:xfrm>
            <a:off x="2906099" y="3746805"/>
            <a:ext cx="100015" cy="100014"/>
          </a:xfrm>
          <a:prstGeom prst="ellipse">
            <a:avLst/>
          </a:prstGeom>
          <a:solidFill>
            <a:schemeClr val="bg1"/>
          </a:solidFill>
          <a:ln w="13970">
            <a:solidFill>
              <a:schemeClr val="accent2">
                <a:lumMod val="75000"/>
              </a:schemeClr>
            </a:solidFill>
          </a:ln>
        </p:spPr>
        <p:style>
          <a:lnRef idx="1">
            <a:schemeClr val="accent1"/>
          </a:lnRef>
          <a:fillRef idx="0">
            <a:schemeClr val="accent1"/>
          </a:fillRef>
          <a:effectRef idx="0">
            <a:schemeClr val="accent1"/>
          </a:effectRef>
          <a:fontRef idx="minor">
            <a:schemeClr val="tx1"/>
          </a:fontRef>
        </p:style>
      </p:sp>
      <p:sp>
        <p:nvSpPr>
          <p:cNvPr id="964" name="Oval 963"/>
          <p:cNvSpPr/>
          <p:nvPr/>
        </p:nvSpPr>
        <p:spPr>
          <a:xfrm>
            <a:off x="3748979" y="3746805"/>
            <a:ext cx="100015" cy="100014"/>
          </a:xfrm>
          <a:prstGeom prst="ellipse">
            <a:avLst/>
          </a:prstGeom>
          <a:solidFill>
            <a:schemeClr val="bg1"/>
          </a:solidFill>
          <a:ln w="13970">
            <a:solidFill>
              <a:schemeClr val="accent2">
                <a:lumMod val="75000"/>
              </a:schemeClr>
            </a:solidFill>
          </a:ln>
        </p:spPr>
        <p:style>
          <a:lnRef idx="1">
            <a:schemeClr val="accent1"/>
          </a:lnRef>
          <a:fillRef idx="0">
            <a:schemeClr val="accent1"/>
          </a:fillRef>
          <a:effectRef idx="0">
            <a:schemeClr val="accent1"/>
          </a:effectRef>
          <a:fontRef idx="minor">
            <a:schemeClr val="tx1"/>
          </a:fontRef>
        </p:style>
      </p:sp>
      <p:sp>
        <p:nvSpPr>
          <p:cNvPr id="965" name="Oval 964"/>
          <p:cNvSpPr/>
          <p:nvPr/>
        </p:nvSpPr>
        <p:spPr>
          <a:xfrm>
            <a:off x="4591859" y="3746805"/>
            <a:ext cx="100015" cy="100014"/>
          </a:xfrm>
          <a:prstGeom prst="ellipse">
            <a:avLst/>
          </a:prstGeom>
          <a:solidFill>
            <a:schemeClr val="bg1"/>
          </a:solidFill>
          <a:ln w="13970">
            <a:solidFill>
              <a:schemeClr val="accent2">
                <a:lumMod val="75000"/>
              </a:schemeClr>
            </a:solidFill>
          </a:ln>
        </p:spPr>
        <p:style>
          <a:lnRef idx="1">
            <a:schemeClr val="accent1"/>
          </a:lnRef>
          <a:fillRef idx="0">
            <a:schemeClr val="accent1"/>
          </a:fillRef>
          <a:effectRef idx="0">
            <a:schemeClr val="accent1"/>
          </a:effectRef>
          <a:fontRef idx="minor">
            <a:schemeClr val="tx1"/>
          </a:fontRef>
        </p:style>
      </p:sp>
      <p:sp>
        <p:nvSpPr>
          <p:cNvPr id="966" name="Oval 965"/>
          <p:cNvSpPr/>
          <p:nvPr/>
        </p:nvSpPr>
        <p:spPr>
          <a:xfrm>
            <a:off x="5434739" y="3746805"/>
            <a:ext cx="100015" cy="100014"/>
          </a:xfrm>
          <a:prstGeom prst="ellipse">
            <a:avLst/>
          </a:prstGeom>
          <a:solidFill>
            <a:schemeClr val="bg1"/>
          </a:solidFill>
          <a:ln w="13970">
            <a:solidFill>
              <a:schemeClr val="accent2">
                <a:lumMod val="75000"/>
              </a:schemeClr>
            </a:solidFill>
          </a:ln>
        </p:spPr>
        <p:style>
          <a:lnRef idx="1">
            <a:schemeClr val="accent1"/>
          </a:lnRef>
          <a:fillRef idx="0">
            <a:schemeClr val="accent1"/>
          </a:fillRef>
          <a:effectRef idx="0">
            <a:schemeClr val="accent1"/>
          </a:effectRef>
          <a:fontRef idx="minor">
            <a:schemeClr val="tx1"/>
          </a:fontRef>
        </p:style>
      </p:sp>
      <p:sp>
        <p:nvSpPr>
          <p:cNvPr id="967" name="Oval 966"/>
          <p:cNvSpPr/>
          <p:nvPr/>
        </p:nvSpPr>
        <p:spPr>
          <a:xfrm>
            <a:off x="6277619" y="3746805"/>
            <a:ext cx="100015" cy="100014"/>
          </a:xfrm>
          <a:prstGeom prst="ellipse">
            <a:avLst/>
          </a:prstGeom>
          <a:solidFill>
            <a:schemeClr val="bg1"/>
          </a:solidFill>
          <a:ln w="13970">
            <a:solidFill>
              <a:schemeClr val="accent2">
                <a:lumMod val="75000"/>
              </a:schemeClr>
            </a:solidFill>
          </a:ln>
        </p:spPr>
        <p:style>
          <a:lnRef idx="1">
            <a:schemeClr val="accent1"/>
          </a:lnRef>
          <a:fillRef idx="0">
            <a:schemeClr val="accent1"/>
          </a:fillRef>
          <a:effectRef idx="0">
            <a:schemeClr val="accent1"/>
          </a:effectRef>
          <a:fontRef idx="minor">
            <a:schemeClr val="tx1"/>
          </a:fontRef>
        </p:style>
      </p:sp>
      <p:sp>
        <p:nvSpPr>
          <p:cNvPr id="968" name="Oval 967"/>
          <p:cNvSpPr/>
          <p:nvPr/>
        </p:nvSpPr>
        <p:spPr>
          <a:xfrm>
            <a:off x="8806259" y="3746805"/>
            <a:ext cx="100015" cy="100014"/>
          </a:xfrm>
          <a:prstGeom prst="ellipse">
            <a:avLst/>
          </a:prstGeom>
          <a:solidFill>
            <a:schemeClr val="bg1"/>
          </a:solidFill>
          <a:ln w="13970">
            <a:solidFill>
              <a:schemeClr val="accent2">
                <a:lumMod val="75000"/>
              </a:schemeClr>
            </a:solidFill>
          </a:ln>
        </p:spPr>
        <p:style>
          <a:lnRef idx="1">
            <a:schemeClr val="accent1"/>
          </a:lnRef>
          <a:fillRef idx="0">
            <a:schemeClr val="accent1"/>
          </a:fillRef>
          <a:effectRef idx="0">
            <a:schemeClr val="accent1"/>
          </a:effectRef>
          <a:fontRef idx="minor">
            <a:schemeClr val="tx1"/>
          </a:fontRef>
        </p:style>
      </p:sp>
      <p:sp>
        <p:nvSpPr>
          <p:cNvPr id="969" name="Oval 968"/>
          <p:cNvSpPr/>
          <p:nvPr/>
        </p:nvSpPr>
        <p:spPr>
          <a:xfrm>
            <a:off x="7963379" y="3746805"/>
            <a:ext cx="100015" cy="100014"/>
          </a:xfrm>
          <a:prstGeom prst="ellipse">
            <a:avLst/>
          </a:prstGeom>
          <a:solidFill>
            <a:schemeClr val="bg1"/>
          </a:solidFill>
          <a:ln w="13970">
            <a:solidFill>
              <a:schemeClr val="accent2">
                <a:lumMod val="75000"/>
              </a:schemeClr>
            </a:solidFill>
          </a:ln>
        </p:spPr>
        <p:style>
          <a:lnRef idx="1">
            <a:schemeClr val="accent1"/>
          </a:lnRef>
          <a:fillRef idx="0">
            <a:schemeClr val="accent1"/>
          </a:fillRef>
          <a:effectRef idx="0">
            <a:schemeClr val="accent1"/>
          </a:effectRef>
          <a:fontRef idx="minor">
            <a:schemeClr val="tx1"/>
          </a:fontRef>
        </p:style>
      </p:sp>
      <p:sp>
        <p:nvSpPr>
          <p:cNvPr id="970" name="Oval 969"/>
          <p:cNvSpPr/>
          <p:nvPr/>
        </p:nvSpPr>
        <p:spPr>
          <a:xfrm>
            <a:off x="10492019" y="3746805"/>
            <a:ext cx="100015" cy="100014"/>
          </a:xfrm>
          <a:prstGeom prst="ellipse">
            <a:avLst/>
          </a:prstGeom>
          <a:solidFill>
            <a:schemeClr val="bg1"/>
          </a:solidFill>
          <a:ln w="13970">
            <a:solidFill>
              <a:schemeClr val="accent2">
                <a:lumMod val="75000"/>
              </a:schemeClr>
            </a:solidFill>
          </a:ln>
        </p:spPr>
        <p:style>
          <a:lnRef idx="1">
            <a:schemeClr val="accent1"/>
          </a:lnRef>
          <a:fillRef idx="0">
            <a:schemeClr val="accent1"/>
          </a:fillRef>
          <a:effectRef idx="0">
            <a:schemeClr val="accent1"/>
          </a:effectRef>
          <a:fontRef idx="minor">
            <a:schemeClr val="tx1"/>
          </a:fontRef>
        </p:style>
      </p:sp>
      <p:sp>
        <p:nvSpPr>
          <p:cNvPr id="971" name="Oval 970"/>
          <p:cNvSpPr/>
          <p:nvPr/>
        </p:nvSpPr>
        <p:spPr>
          <a:xfrm>
            <a:off x="9649139" y="3746805"/>
            <a:ext cx="100015" cy="100014"/>
          </a:xfrm>
          <a:prstGeom prst="ellipse">
            <a:avLst/>
          </a:prstGeom>
          <a:solidFill>
            <a:schemeClr val="bg1"/>
          </a:solidFill>
          <a:ln w="13970">
            <a:solidFill>
              <a:schemeClr val="accent2">
                <a:lumMod val="75000"/>
              </a:schemeClr>
            </a:solidFill>
          </a:ln>
        </p:spPr>
        <p:style>
          <a:lnRef idx="1">
            <a:schemeClr val="accent1"/>
          </a:lnRef>
          <a:fillRef idx="0">
            <a:schemeClr val="accent1"/>
          </a:fillRef>
          <a:effectRef idx="0">
            <a:schemeClr val="accent1"/>
          </a:effectRef>
          <a:fontRef idx="minor">
            <a:schemeClr val="tx1"/>
          </a:fontRef>
        </p:style>
      </p:sp>
      <p:sp>
        <p:nvSpPr>
          <p:cNvPr id="972" name="Oval 971"/>
          <p:cNvSpPr/>
          <p:nvPr/>
        </p:nvSpPr>
        <p:spPr>
          <a:xfrm>
            <a:off x="11334899" y="3746805"/>
            <a:ext cx="100015" cy="100014"/>
          </a:xfrm>
          <a:prstGeom prst="ellipse">
            <a:avLst/>
          </a:prstGeom>
          <a:solidFill>
            <a:schemeClr val="bg1"/>
          </a:solidFill>
          <a:ln w="13970">
            <a:solidFill>
              <a:schemeClr val="accent2">
                <a:lumMod val="75000"/>
              </a:schemeClr>
            </a:solidFill>
          </a:ln>
        </p:spPr>
        <p:style>
          <a:lnRef idx="1">
            <a:schemeClr val="accent1"/>
          </a:lnRef>
          <a:fillRef idx="0">
            <a:schemeClr val="accent1"/>
          </a:fillRef>
          <a:effectRef idx="0">
            <a:schemeClr val="accent1"/>
          </a:effectRef>
          <a:fontRef idx="minor">
            <a:schemeClr val="tx1"/>
          </a:fontRef>
        </p:style>
      </p:sp>
      <p:sp>
        <p:nvSpPr>
          <p:cNvPr id="2" name="Title 1"/>
          <p:cNvSpPr>
            <a:spLocks noGrp="1"/>
          </p:cNvSpPr>
          <p:nvPr>
            <p:ph type="title"/>
          </p:nvPr>
        </p:nvSpPr>
        <p:spPr>
          <a:xfrm>
            <a:off x="457200" y="4960137"/>
            <a:ext cx="7772400" cy="1463040"/>
          </a:xfrm>
        </p:spPr>
        <p:txBody>
          <a:bodyPr anchor="ctr">
            <a:normAutofit/>
          </a:bodyPr>
          <a:lstStyle>
            <a:lvl1pPr algn="r">
              <a:defRPr sz="5000" b="0" spc="200" baseline="0"/>
            </a:lvl1pPr>
          </a:lstStyle>
          <a:p>
            <a:r>
              <a:rPr lang="en-US"/>
              <a:t>Click to edit Master title style</a:t>
            </a:r>
            <a:endParaRPr lang="en-US" dirty="0"/>
          </a:p>
        </p:txBody>
      </p:sp>
      <p:sp>
        <p:nvSpPr>
          <p:cNvPr id="3" name="Text Placeholder 2"/>
          <p:cNvSpPr>
            <a:spLocks noGrp="1"/>
          </p:cNvSpPr>
          <p:nvPr>
            <p:ph type="body" idx="1"/>
          </p:nvPr>
        </p:nvSpPr>
        <p:spPr>
          <a:xfrm>
            <a:off x="8610600" y="4960137"/>
            <a:ext cx="3200400" cy="1463040"/>
          </a:xfrm>
        </p:spPr>
        <p:txBody>
          <a:bodyPr lIns="91440" tIns="45720" rIns="91440" bIns="45720" anchor="ctr">
            <a:normAutofit/>
          </a:bodyPr>
          <a:lstStyle>
            <a:lvl1pPr marL="0" indent="0">
              <a:lnSpc>
                <a:spcPct val="100000"/>
              </a:lnSpc>
              <a:spcBef>
                <a:spcPts val="0"/>
              </a:spcBef>
              <a:buNone/>
              <a:defRPr sz="1800">
                <a:solidFill>
                  <a:schemeClr val="tx1">
                    <a:lumMod val="95000"/>
                    <a:lumOff val="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2CCCACC-C822-44E6-9D90-65AF42A68681}" type="datetimeFigureOut">
              <a:rPr lang="en-IN" smtClean="0"/>
              <a:t>01-12-2025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7078D280-6075-465B-BDF2-25E02FBD8466}" type="slidenum">
              <a:rPr lang="en-IN" smtClean="0"/>
              <a:t>‹#›</a:t>
            </a:fld>
            <a:endParaRPr lang="en-IN"/>
          </a:p>
        </p:txBody>
      </p:sp>
      <p:cxnSp>
        <p:nvCxnSpPr>
          <p:cNvPr id="8" name="Straight Connector 7"/>
          <p:cNvCxnSpPr/>
          <p:nvPr/>
        </p:nvCxnSpPr>
        <p:spPr>
          <a:xfrm flipV="1">
            <a:off x="8386842" y="5264106"/>
            <a:ext cx="0" cy="914400"/>
          </a:xfrm>
          <a:prstGeom prst="line">
            <a:avLst/>
          </a:prstGeom>
          <a:ln w="1905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7952148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024128" y="585216"/>
            <a:ext cx="9720072" cy="1499616"/>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24128" y="2286000"/>
            <a:ext cx="475488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989320" y="2286000"/>
            <a:ext cx="475488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2CCCACC-C822-44E6-9D90-65AF42A68681}" type="datetimeFigureOut">
              <a:rPr lang="en-IN" smtClean="0"/>
              <a:t>01-12-2025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7078D280-6075-465B-BDF2-25E02FBD8466}" type="slidenum">
              <a:rPr lang="en-IN" smtClean="0"/>
              <a:t>‹#›</a:t>
            </a:fld>
            <a:endParaRPr lang="en-IN"/>
          </a:p>
        </p:txBody>
      </p:sp>
    </p:spTree>
    <p:extLst>
      <p:ext uri="{BB962C8B-B14F-4D97-AF65-F5344CB8AC3E}">
        <p14:creationId xmlns:p14="http://schemas.microsoft.com/office/powerpoint/2010/main" val="127555664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24128" y="585216"/>
            <a:ext cx="9720072" cy="1499616"/>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24128" y="2179636"/>
            <a:ext cx="4754880" cy="822960"/>
          </a:xfrm>
        </p:spPr>
        <p:txBody>
          <a:bodyPr lIns="137160" rIns="137160" anchor="ctr">
            <a:normAutofit/>
          </a:bodyPr>
          <a:lstStyle>
            <a:lvl1pPr marL="0" indent="0">
              <a:spcBef>
                <a:spcPts val="0"/>
              </a:spcBef>
              <a:spcAft>
                <a:spcPts val="0"/>
              </a:spcAft>
              <a:buNone/>
              <a:defRPr sz="2300" b="0" cap="none" baseline="0">
                <a:solidFill>
                  <a:schemeClr val="accent3"/>
                </a:solidFill>
                <a:latin typeface="+mn-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24128" y="2967788"/>
            <a:ext cx="4754880" cy="33415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989320" y="2179636"/>
            <a:ext cx="4754880" cy="822960"/>
          </a:xfrm>
        </p:spPr>
        <p:txBody>
          <a:bodyPr lIns="137160" rIns="137160" anchor="ctr">
            <a:normAutofit/>
          </a:bodyPr>
          <a:lstStyle>
            <a:lvl1pPr marL="0" indent="0">
              <a:spcBef>
                <a:spcPts val="0"/>
              </a:spcBef>
              <a:spcAft>
                <a:spcPts val="0"/>
              </a:spcAft>
              <a:buNone/>
              <a:defRPr lang="en-US" sz="2300" b="0" kern="1200" cap="none" baseline="0" dirty="0">
                <a:solidFill>
                  <a:schemeClr val="accent3"/>
                </a:solidFill>
                <a:latin typeface="+mn-lt"/>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ct val="90000"/>
              </a:lnSpc>
              <a:spcBef>
                <a:spcPts val="1800"/>
              </a:spcBef>
              <a:buNone/>
            </a:pPr>
            <a:r>
              <a:rPr lang="en-US"/>
              <a:t>Click to edit Master text styles</a:t>
            </a:r>
          </a:p>
        </p:txBody>
      </p:sp>
      <p:sp>
        <p:nvSpPr>
          <p:cNvPr id="6" name="Content Placeholder 5"/>
          <p:cNvSpPr>
            <a:spLocks noGrp="1"/>
          </p:cNvSpPr>
          <p:nvPr>
            <p:ph sz="quarter" idx="4"/>
          </p:nvPr>
        </p:nvSpPr>
        <p:spPr>
          <a:xfrm>
            <a:off x="5989320" y="2967788"/>
            <a:ext cx="4754880" cy="33415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2CCCACC-C822-44E6-9D90-65AF42A68681}" type="datetimeFigureOut">
              <a:rPr lang="en-IN" smtClean="0"/>
              <a:t>01-12-2025</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7078D280-6075-465B-BDF2-25E02FBD8466}" type="slidenum">
              <a:rPr lang="en-IN" smtClean="0"/>
              <a:t>‹#›</a:t>
            </a:fld>
            <a:endParaRPr lang="en-IN"/>
          </a:p>
        </p:txBody>
      </p:sp>
    </p:spTree>
    <p:extLst>
      <p:ext uri="{BB962C8B-B14F-4D97-AF65-F5344CB8AC3E}">
        <p14:creationId xmlns:p14="http://schemas.microsoft.com/office/powerpoint/2010/main" val="6609304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2CCCACC-C822-44E6-9D90-65AF42A68681}" type="datetimeFigureOut">
              <a:rPr lang="en-IN" smtClean="0"/>
              <a:t>01-12-2025</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7078D280-6075-465B-BDF2-25E02FBD8466}" type="slidenum">
              <a:rPr lang="en-IN" smtClean="0"/>
              <a:t>‹#›</a:t>
            </a:fld>
            <a:endParaRPr lang="en-IN"/>
          </a:p>
        </p:txBody>
      </p:sp>
    </p:spTree>
    <p:extLst>
      <p:ext uri="{BB962C8B-B14F-4D97-AF65-F5344CB8AC3E}">
        <p14:creationId xmlns:p14="http://schemas.microsoft.com/office/powerpoint/2010/main" val="148541148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2CCCACC-C822-44E6-9D90-65AF42A68681}" type="datetimeFigureOut">
              <a:rPr lang="en-IN" smtClean="0"/>
              <a:t>01-12-2025</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7078D280-6075-465B-BDF2-25E02FBD8466}" type="slidenum">
              <a:rPr lang="en-IN" smtClean="0"/>
              <a:t>‹#›</a:t>
            </a:fld>
            <a:endParaRPr lang="en-IN"/>
          </a:p>
        </p:txBody>
      </p:sp>
    </p:spTree>
    <p:extLst>
      <p:ext uri="{BB962C8B-B14F-4D97-AF65-F5344CB8AC3E}">
        <p14:creationId xmlns:p14="http://schemas.microsoft.com/office/powerpoint/2010/main" val="358121595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8" name="Title 7"/>
          <p:cNvSpPr>
            <a:spLocks noGrp="1"/>
          </p:cNvSpPr>
          <p:nvPr>
            <p:ph type="title"/>
          </p:nvPr>
        </p:nvSpPr>
        <p:spPr>
          <a:xfrm>
            <a:off x="1024128" y="471509"/>
            <a:ext cx="4389120" cy="1737360"/>
          </a:xfrm>
        </p:spPr>
        <p:txBody>
          <a:bodyPr>
            <a:noAutofit/>
          </a:bodyPr>
          <a:lstStyle>
            <a:lvl1pPr>
              <a:lnSpc>
                <a:spcPct val="80000"/>
              </a:lnSpc>
              <a:defRPr sz="4000"/>
            </a:lvl1pPr>
          </a:lstStyle>
          <a:p>
            <a:r>
              <a:rPr lang="en-US"/>
              <a:t>Click to edit Master title style</a:t>
            </a:r>
            <a:endParaRPr lang="en-US" dirty="0"/>
          </a:p>
        </p:txBody>
      </p:sp>
      <p:sp>
        <p:nvSpPr>
          <p:cNvPr id="3" name="Content Placeholder 2"/>
          <p:cNvSpPr>
            <a:spLocks noGrp="1"/>
          </p:cNvSpPr>
          <p:nvPr>
            <p:ph idx="1"/>
          </p:nvPr>
        </p:nvSpPr>
        <p:spPr>
          <a:xfrm>
            <a:off x="5715000" y="822960"/>
            <a:ext cx="5678424" cy="5184648"/>
          </a:xfrm>
        </p:spPr>
        <p:txBody>
          <a:bodyPr/>
          <a:lstStyle>
            <a:lvl1pPr>
              <a:defRPr sz="2400"/>
            </a:lvl1pPr>
            <a:lvl2pPr>
              <a:defRPr sz="20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024128" y="2257506"/>
            <a:ext cx="4389120" cy="3762294"/>
          </a:xfrm>
        </p:spPr>
        <p:txBody>
          <a:bodyPr lIns="91440" rIns="91440">
            <a:normAutofit/>
          </a:bodyPr>
          <a:lstStyle>
            <a:lvl1pPr marL="0" indent="0">
              <a:lnSpc>
                <a:spcPct val="108000"/>
              </a:lnSpc>
              <a:spcBef>
                <a:spcPts val="600"/>
              </a:spcBef>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2CCCACC-C822-44E6-9D90-65AF42A68681}" type="datetimeFigureOut">
              <a:rPr lang="en-IN" smtClean="0"/>
              <a:t>01-12-2025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7078D280-6075-465B-BDF2-25E02FBD8466}" type="slidenum">
              <a:rPr lang="en-IN" smtClean="0"/>
              <a:t>‹#›</a:t>
            </a:fld>
            <a:endParaRPr lang="en-IN"/>
          </a:p>
        </p:txBody>
      </p:sp>
    </p:spTree>
    <p:extLst>
      <p:ext uri="{BB962C8B-B14F-4D97-AF65-F5344CB8AC3E}">
        <p14:creationId xmlns:p14="http://schemas.microsoft.com/office/powerpoint/2010/main" val="129103626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4960138"/>
            <a:ext cx="7772400" cy="1463040"/>
          </a:xfrm>
        </p:spPr>
        <p:txBody>
          <a:bodyPr anchor="ctr">
            <a:normAutofit/>
          </a:bodyPr>
          <a:lstStyle>
            <a:lvl1pPr algn="r">
              <a:defRPr sz="5000" spc="200" baseline="0"/>
            </a:lvl1pPr>
          </a:lstStyle>
          <a:p>
            <a:r>
              <a:rPr lang="en-US"/>
              <a:t>Click to edit Master title style</a:t>
            </a:r>
            <a:endParaRPr lang="en-US" dirty="0"/>
          </a:p>
        </p:txBody>
      </p:sp>
      <p:sp>
        <p:nvSpPr>
          <p:cNvPr id="3" name="Picture Placeholder 2"/>
          <p:cNvSpPr>
            <a:spLocks noGrp="1" noChangeAspect="1"/>
          </p:cNvSpPr>
          <p:nvPr>
            <p:ph type="pic" idx="1"/>
          </p:nvPr>
        </p:nvSpPr>
        <p:spPr>
          <a:xfrm>
            <a:off x="0" y="-1"/>
            <a:ext cx="12188952" cy="4572000"/>
          </a:xfrm>
          <a:solidFill>
            <a:schemeClr val="accent3">
              <a:lumMod val="60000"/>
              <a:lumOff val="40000"/>
            </a:schemeClr>
          </a:solidFill>
        </p:spPr>
        <p:txBody>
          <a:bodyPr lIns="457200" tIns="365760" rIns="45720" bIns="45720"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610600" y="4960138"/>
            <a:ext cx="3200400" cy="1463040"/>
          </a:xfrm>
        </p:spPr>
        <p:txBody>
          <a:bodyPr lIns="91440" rIns="91440" anchor="ctr">
            <a:normAutofit/>
          </a:bodyPr>
          <a:lstStyle>
            <a:lvl1pPr marL="0" indent="0">
              <a:lnSpc>
                <a:spcPct val="100000"/>
              </a:lnSpc>
              <a:spcBef>
                <a:spcPts val="0"/>
              </a:spcBef>
              <a:buNone/>
              <a:defRPr sz="1800">
                <a:solidFill>
                  <a:schemeClr val="tx1">
                    <a:lumMod val="95000"/>
                    <a:lumOff val="5000"/>
                  </a:schemeClr>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B2CCCACC-C822-44E6-9D90-65AF42A68681}" type="datetimeFigureOut">
              <a:rPr lang="en-IN" smtClean="0"/>
              <a:t>01-12-2025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7078D280-6075-465B-BDF2-25E02FBD8466}" type="slidenum">
              <a:rPr lang="en-IN" smtClean="0"/>
              <a:t>‹#›</a:t>
            </a:fld>
            <a:endParaRPr lang="en-IN"/>
          </a:p>
        </p:txBody>
      </p:sp>
      <p:cxnSp>
        <p:nvCxnSpPr>
          <p:cNvPr id="9" name="Straight Connector 8"/>
          <p:cNvCxnSpPr/>
          <p:nvPr/>
        </p:nvCxnSpPr>
        <p:spPr>
          <a:xfrm flipV="1">
            <a:off x="8386842" y="5264106"/>
            <a:ext cx="0" cy="914400"/>
          </a:xfrm>
          <a:prstGeom prst="line">
            <a:avLst/>
          </a:prstGeom>
          <a:ln w="19050">
            <a:solidFill>
              <a:schemeClr val="accent3"/>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0100102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2CCCACC-C822-44E6-9D90-65AF42A68681}" type="datetimeFigureOut">
              <a:rPr lang="en-IN" smtClean="0"/>
              <a:t>01-12-2025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7078D280-6075-465B-BDF2-25E02FBD8466}" type="slidenum">
              <a:rPr lang="en-IN" smtClean="0"/>
              <a:t>‹#›</a:t>
            </a:fld>
            <a:endParaRPr lang="en-IN"/>
          </a:p>
        </p:txBody>
      </p:sp>
    </p:spTree>
    <p:extLst>
      <p:ext uri="{BB962C8B-B14F-4D97-AF65-F5344CB8AC3E}">
        <p14:creationId xmlns:p14="http://schemas.microsoft.com/office/powerpoint/2010/main" val="272910470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762000"/>
            <a:ext cx="2628900" cy="5410200"/>
          </a:xfrm>
        </p:spPr>
        <p:txBody>
          <a:bodyPr vert="eaVert" lIns="45720" tIns="91440" rIns="45720" bIns="91440"/>
          <a:lstStyle/>
          <a:p>
            <a:r>
              <a:rPr lang="en-US"/>
              <a:t>Click to edit Master title style</a:t>
            </a:r>
            <a:endParaRPr lang="en-US" dirty="0"/>
          </a:p>
        </p:txBody>
      </p:sp>
      <p:sp>
        <p:nvSpPr>
          <p:cNvPr id="3" name="Vertical Text Placeholder 2"/>
          <p:cNvSpPr>
            <a:spLocks noGrp="1"/>
          </p:cNvSpPr>
          <p:nvPr>
            <p:ph type="body" orient="vert" idx="1"/>
          </p:nvPr>
        </p:nvSpPr>
        <p:spPr>
          <a:xfrm>
            <a:off x="990600" y="762000"/>
            <a:ext cx="7581900" cy="54102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2CCCACC-C822-44E6-9D90-65AF42A68681}" type="datetimeFigureOut">
              <a:rPr lang="en-IN" smtClean="0"/>
              <a:t>01-12-2025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7078D280-6075-465B-BDF2-25E02FBD8466}" type="slidenum">
              <a:rPr lang="en-IN" smtClean="0"/>
              <a:t>‹#›</a:t>
            </a:fld>
            <a:endParaRPr lang="en-IN"/>
          </a:p>
        </p:txBody>
      </p:sp>
      <p:cxnSp>
        <p:nvCxnSpPr>
          <p:cNvPr id="7" name="Straight Connector 6"/>
          <p:cNvCxnSpPr/>
          <p:nvPr/>
        </p:nvCxnSpPr>
        <p:spPr>
          <a:xfrm rot="5400000" flipV="1">
            <a:off x="10058400" y="59263"/>
            <a:ext cx="0" cy="914400"/>
          </a:xfrm>
          <a:prstGeom prst="line">
            <a:avLst/>
          </a:prstGeom>
          <a:ln w="19050">
            <a:solidFill>
              <a:schemeClr val="accent3"/>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2630533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024128" y="585216"/>
            <a:ext cx="9720072" cy="1499616"/>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024128" y="2286000"/>
            <a:ext cx="9720071" cy="4023360"/>
          </a:xfrm>
          <a:prstGeom prst="rect">
            <a:avLst/>
          </a:prstGeom>
        </p:spPr>
        <p:txBody>
          <a:bodyPr vert="horz" lIns="45720" tIns="45720" rIns="4572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24128" y="6470704"/>
            <a:ext cx="2154142" cy="274320"/>
          </a:xfrm>
          <a:prstGeom prst="rect">
            <a:avLst/>
          </a:prstGeom>
        </p:spPr>
        <p:txBody>
          <a:bodyPr vert="horz" lIns="91440" tIns="45720" rIns="91440" bIns="45720" rtlCol="0" anchor="ctr"/>
          <a:lstStyle>
            <a:lvl1pPr algn="l">
              <a:defRPr sz="1000">
                <a:solidFill>
                  <a:schemeClr val="tx1">
                    <a:lumMod val="95000"/>
                    <a:lumOff val="5000"/>
                  </a:schemeClr>
                </a:solidFill>
                <a:latin typeface="+mj-lt"/>
              </a:defRPr>
            </a:lvl1pPr>
          </a:lstStyle>
          <a:p>
            <a:fld id="{B2CCCACC-C822-44E6-9D90-65AF42A68681}" type="datetimeFigureOut">
              <a:rPr lang="en-IN" smtClean="0"/>
              <a:t>01-12-2025</a:t>
            </a:fld>
            <a:endParaRPr lang="en-IN"/>
          </a:p>
        </p:txBody>
      </p:sp>
      <p:sp>
        <p:nvSpPr>
          <p:cNvPr id="5" name="Footer Placeholder 4"/>
          <p:cNvSpPr>
            <a:spLocks noGrp="1"/>
          </p:cNvSpPr>
          <p:nvPr>
            <p:ph type="ftr" sz="quarter" idx="3"/>
          </p:nvPr>
        </p:nvSpPr>
        <p:spPr>
          <a:xfrm>
            <a:off x="4842932" y="6470704"/>
            <a:ext cx="5901458" cy="274320"/>
          </a:xfrm>
          <a:prstGeom prst="rect">
            <a:avLst/>
          </a:prstGeom>
        </p:spPr>
        <p:txBody>
          <a:bodyPr vert="horz" lIns="91440" tIns="45720" rIns="91440" bIns="45720" rtlCol="0" anchor="ctr"/>
          <a:lstStyle>
            <a:lvl1pPr algn="r">
              <a:defRPr sz="1000" cap="all" baseline="0">
                <a:solidFill>
                  <a:schemeClr val="tx1">
                    <a:lumMod val="95000"/>
                    <a:lumOff val="5000"/>
                  </a:schemeClr>
                </a:solidFill>
                <a:latin typeface="+mj-lt"/>
              </a:defRPr>
            </a:lvl1pPr>
          </a:lstStyle>
          <a:p>
            <a:endParaRPr lang="en-IN"/>
          </a:p>
        </p:txBody>
      </p:sp>
      <p:sp>
        <p:nvSpPr>
          <p:cNvPr id="6" name="Slide Number Placeholder 5"/>
          <p:cNvSpPr>
            <a:spLocks noGrp="1"/>
          </p:cNvSpPr>
          <p:nvPr>
            <p:ph type="sldNum" sz="quarter" idx="4"/>
          </p:nvPr>
        </p:nvSpPr>
        <p:spPr>
          <a:xfrm>
            <a:off x="10837334" y="6470704"/>
            <a:ext cx="973666" cy="274320"/>
          </a:xfrm>
          <a:prstGeom prst="rect">
            <a:avLst/>
          </a:prstGeom>
        </p:spPr>
        <p:txBody>
          <a:bodyPr vert="horz" lIns="91440" tIns="45720" rIns="91440" bIns="45720" rtlCol="0" anchor="ctr"/>
          <a:lstStyle>
            <a:lvl1pPr algn="l">
              <a:defRPr sz="1000">
                <a:solidFill>
                  <a:schemeClr val="tx1">
                    <a:lumMod val="95000"/>
                    <a:lumOff val="5000"/>
                  </a:schemeClr>
                </a:solidFill>
                <a:latin typeface="+mj-lt"/>
              </a:defRPr>
            </a:lvl1pPr>
          </a:lstStyle>
          <a:p>
            <a:fld id="{7078D280-6075-465B-BDF2-25E02FBD8466}" type="slidenum">
              <a:rPr lang="en-IN" smtClean="0"/>
              <a:t>‹#›</a:t>
            </a:fld>
            <a:endParaRPr lang="en-IN"/>
          </a:p>
        </p:txBody>
      </p:sp>
      <p:cxnSp>
        <p:nvCxnSpPr>
          <p:cNvPr id="7" name="Straight Connector 6"/>
          <p:cNvCxnSpPr/>
          <p:nvPr/>
        </p:nvCxnSpPr>
        <p:spPr>
          <a:xfrm flipV="1">
            <a:off x="762000" y="826324"/>
            <a:ext cx="0" cy="914400"/>
          </a:xfrm>
          <a:prstGeom prst="line">
            <a:avLst/>
          </a:prstGeom>
          <a:ln w="19050">
            <a:solidFill>
              <a:schemeClr val="accent3"/>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72706176"/>
      </p:ext>
    </p:extLst>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txStyles>
    <p:titleStyle>
      <a:lvl1pPr algn="l" defTabSz="914400" rtl="0" eaLnBrk="1" latinLnBrk="0" hangingPunct="1">
        <a:lnSpc>
          <a:spcPct val="80000"/>
        </a:lnSpc>
        <a:spcBef>
          <a:spcPct val="0"/>
        </a:spcBef>
        <a:buNone/>
        <a:defRPr sz="5000" kern="1200" cap="all" spc="100" baseline="0">
          <a:solidFill>
            <a:schemeClr val="tx1">
              <a:lumMod val="95000"/>
              <a:lumOff val="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3"/>
        </a:buClr>
        <a:buSzPct val="100000"/>
        <a:buFont typeface="Tw Cen MT" panose="020B0602020104020603" pitchFamily="34" charset="0"/>
        <a:buChar char=" "/>
        <a:defRPr sz="2200" kern="1200">
          <a:solidFill>
            <a:schemeClr val="tx1"/>
          </a:solidFill>
          <a:latin typeface="+mn-lt"/>
          <a:ea typeface="+mn-ea"/>
          <a:cs typeface="+mn-cs"/>
        </a:defRPr>
      </a:lvl1pPr>
      <a:lvl2pPr marL="265176" indent="-137160" algn="l" defTabSz="914400" rtl="0" eaLnBrk="1" latinLnBrk="0" hangingPunct="1">
        <a:lnSpc>
          <a:spcPct val="90000"/>
        </a:lnSpc>
        <a:spcBef>
          <a:spcPts val="200"/>
        </a:spcBef>
        <a:spcAft>
          <a:spcPts val="400"/>
        </a:spcAft>
        <a:buClr>
          <a:schemeClr val="accent3"/>
        </a:buClr>
        <a:buFont typeface="Wingdings 3" pitchFamily="18" charset="2"/>
        <a:buChar char=""/>
        <a:defRPr sz="1800" kern="1200">
          <a:solidFill>
            <a:schemeClr val="tx1"/>
          </a:solidFill>
          <a:latin typeface="+mn-lt"/>
          <a:ea typeface="+mn-ea"/>
          <a:cs typeface="+mn-cs"/>
        </a:defRPr>
      </a:lvl2pPr>
      <a:lvl3pPr marL="448056" indent="-137160" algn="l" defTabSz="914400" rtl="0" eaLnBrk="1" latinLnBrk="0" hangingPunct="1">
        <a:lnSpc>
          <a:spcPct val="90000"/>
        </a:lnSpc>
        <a:spcBef>
          <a:spcPts val="200"/>
        </a:spcBef>
        <a:spcAft>
          <a:spcPts val="400"/>
        </a:spcAft>
        <a:buClr>
          <a:schemeClr val="accent3"/>
        </a:buClr>
        <a:buFont typeface="Wingdings 3" pitchFamily="18" charset="2"/>
        <a:buChar char=""/>
        <a:defRPr sz="1400" kern="1200">
          <a:solidFill>
            <a:schemeClr val="tx1"/>
          </a:solidFill>
          <a:latin typeface="+mn-lt"/>
          <a:ea typeface="+mn-ea"/>
          <a:cs typeface="+mn-cs"/>
        </a:defRPr>
      </a:lvl3pPr>
      <a:lvl4pPr marL="594360" indent="-137160" algn="l" defTabSz="914400" rtl="0" eaLnBrk="1" latinLnBrk="0" hangingPunct="1">
        <a:lnSpc>
          <a:spcPct val="90000"/>
        </a:lnSpc>
        <a:spcBef>
          <a:spcPts val="200"/>
        </a:spcBef>
        <a:spcAft>
          <a:spcPts val="400"/>
        </a:spcAft>
        <a:buClr>
          <a:schemeClr val="accent3"/>
        </a:buClr>
        <a:buFont typeface="Wingdings 3" pitchFamily="18" charset="2"/>
        <a:buChar char=""/>
        <a:defRPr sz="1400" kern="1200">
          <a:solidFill>
            <a:schemeClr val="tx1"/>
          </a:solidFill>
          <a:latin typeface="+mn-lt"/>
          <a:ea typeface="+mn-ea"/>
          <a:cs typeface="+mn-cs"/>
        </a:defRPr>
      </a:lvl4pPr>
      <a:lvl5pPr marL="777240" indent="-137160" algn="l" defTabSz="914400" rtl="0" eaLnBrk="1" latinLnBrk="0" hangingPunct="1">
        <a:lnSpc>
          <a:spcPct val="90000"/>
        </a:lnSpc>
        <a:spcBef>
          <a:spcPts val="200"/>
        </a:spcBef>
        <a:spcAft>
          <a:spcPts val="400"/>
        </a:spcAft>
        <a:buClr>
          <a:schemeClr val="accent3"/>
        </a:buClr>
        <a:buFont typeface="Wingdings 3" pitchFamily="18" charset="2"/>
        <a:buChar char=""/>
        <a:defRPr sz="1400" kern="1200">
          <a:solidFill>
            <a:schemeClr val="tx1"/>
          </a:solidFill>
          <a:latin typeface="+mn-lt"/>
          <a:ea typeface="+mn-ea"/>
          <a:cs typeface="+mn-cs"/>
        </a:defRPr>
      </a:lvl5pPr>
      <a:lvl6pPr marL="914400" indent="-137160" algn="l" defTabSz="914400" rtl="0" eaLnBrk="1" latinLnBrk="0" hangingPunct="1">
        <a:lnSpc>
          <a:spcPct val="90000"/>
        </a:lnSpc>
        <a:spcBef>
          <a:spcPts val="200"/>
        </a:spcBef>
        <a:spcAft>
          <a:spcPts val="400"/>
        </a:spcAft>
        <a:buClr>
          <a:schemeClr val="accent3"/>
        </a:buClr>
        <a:buFont typeface="Wingdings 3" pitchFamily="18" charset="2"/>
        <a:buChar char=""/>
        <a:defRPr sz="1400" kern="1200">
          <a:solidFill>
            <a:schemeClr val="tx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3"/>
        </a:buClr>
        <a:buFont typeface="Wingdings 3" pitchFamily="18" charset="2"/>
        <a:buChar char=""/>
        <a:defRPr sz="1400" kern="1200">
          <a:solidFill>
            <a:schemeClr val="tx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3"/>
        </a:buClr>
        <a:buFont typeface="Wingdings 3" pitchFamily="18" charset="2"/>
        <a:buChar char=""/>
        <a:defRPr sz="1400" kern="1200">
          <a:solidFill>
            <a:schemeClr val="tx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3"/>
        </a:buClr>
        <a:buFont typeface="Wingdings 3" pitchFamily="18" charset="2"/>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21BAE1-478E-760B-1EFD-5D21D94ED11E}"/>
              </a:ext>
            </a:extLst>
          </p:cNvPr>
          <p:cNvSpPr>
            <a:spLocks noGrp="1"/>
          </p:cNvSpPr>
          <p:nvPr>
            <p:ph type="ctrTitle"/>
          </p:nvPr>
        </p:nvSpPr>
        <p:spPr>
          <a:xfrm>
            <a:off x="2526384" y="537328"/>
            <a:ext cx="6268824" cy="2162261"/>
          </a:xfrm>
        </p:spPr>
        <p:txBody>
          <a:bodyPr/>
          <a:lstStyle/>
          <a:p>
            <a:r>
              <a:rPr lang="en-IN" b="1" dirty="0"/>
              <a:t>DIWALI SALES REPORT</a:t>
            </a:r>
            <a:br>
              <a:rPr lang="en-IN" dirty="0"/>
            </a:br>
            <a:r>
              <a:rPr lang="en-IN" dirty="0"/>
              <a:t> </a:t>
            </a:r>
          </a:p>
        </p:txBody>
      </p:sp>
    </p:spTree>
    <p:extLst>
      <p:ext uri="{BB962C8B-B14F-4D97-AF65-F5344CB8AC3E}">
        <p14:creationId xmlns:p14="http://schemas.microsoft.com/office/powerpoint/2010/main" val="275458877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7EB3CE-6F54-A7D5-CA5D-1ADDD5FAC4FE}"/>
              </a:ext>
            </a:extLst>
          </p:cNvPr>
          <p:cNvSpPr>
            <a:spLocks noGrp="1"/>
          </p:cNvSpPr>
          <p:nvPr>
            <p:ph type="title"/>
          </p:nvPr>
        </p:nvSpPr>
        <p:spPr>
          <a:xfrm>
            <a:off x="1024128" y="1904214"/>
            <a:ext cx="9720072" cy="180618"/>
          </a:xfrm>
        </p:spPr>
        <p:txBody>
          <a:bodyPr>
            <a:normAutofit fontScale="90000"/>
          </a:bodyPr>
          <a:lstStyle/>
          <a:p>
            <a:r>
              <a:rPr lang="en-IN" dirty="0"/>
              <a:t>AGENDA</a:t>
            </a:r>
            <a:br>
              <a:rPr lang="en-IN" dirty="0"/>
            </a:br>
            <a:br>
              <a:rPr lang="en-IN" dirty="0"/>
            </a:br>
            <a:br>
              <a:rPr lang="en-IN" dirty="0"/>
            </a:br>
            <a:endParaRPr lang="en-IN" dirty="0"/>
          </a:p>
        </p:txBody>
      </p:sp>
      <p:sp>
        <p:nvSpPr>
          <p:cNvPr id="3" name="Content Placeholder 2">
            <a:extLst>
              <a:ext uri="{FF2B5EF4-FFF2-40B4-BE49-F238E27FC236}">
                <a16:creationId xmlns:a16="http://schemas.microsoft.com/office/drawing/2014/main" id="{248BACE7-E3A3-1488-21BE-0E8093B001DA}"/>
              </a:ext>
            </a:extLst>
          </p:cNvPr>
          <p:cNvSpPr>
            <a:spLocks noGrp="1"/>
          </p:cNvSpPr>
          <p:nvPr>
            <p:ph idx="1"/>
          </p:nvPr>
        </p:nvSpPr>
        <p:spPr>
          <a:xfrm>
            <a:off x="1024128" y="1904214"/>
            <a:ext cx="9720071" cy="4405146"/>
          </a:xfrm>
        </p:spPr>
        <p:txBody>
          <a:bodyPr/>
          <a:lstStyle/>
          <a:p>
            <a:r>
              <a:rPr lang="en-IN" dirty="0"/>
              <a:t>Problem statement </a:t>
            </a:r>
          </a:p>
          <a:p>
            <a:r>
              <a:rPr lang="en-IN" dirty="0"/>
              <a:t>Research Questions </a:t>
            </a:r>
          </a:p>
          <a:p>
            <a:r>
              <a:rPr lang="en-IN" dirty="0"/>
              <a:t>Data overview </a:t>
            </a:r>
          </a:p>
          <a:p>
            <a:r>
              <a:rPr lang="en-IN" dirty="0"/>
              <a:t>Methodology </a:t>
            </a:r>
          </a:p>
          <a:p>
            <a:r>
              <a:rPr lang="en-IN" dirty="0"/>
              <a:t>EDA</a:t>
            </a:r>
          </a:p>
          <a:p>
            <a:pPr marL="0" indent="0">
              <a:buNone/>
            </a:pPr>
            <a:r>
              <a:rPr lang="en-IN" dirty="0"/>
              <a:t> Conclusion</a:t>
            </a:r>
          </a:p>
        </p:txBody>
      </p:sp>
    </p:spTree>
    <p:extLst>
      <p:ext uri="{BB962C8B-B14F-4D97-AF65-F5344CB8AC3E}">
        <p14:creationId xmlns:p14="http://schemas.microsoft.com/office/powerpoint/2010/main" val="277326909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F7D4D7-D14B-4FD8-E868-EC593B2FBB5A}"/>
              </a:ext>
            </a:extLst>
          </p:cNvPr>
          <p:cNvSpPr>
            <a:spLocks noGrp="1"/>
          </p:cNvSpPr>
          <p:nvPr>
            <p:ph type="title"/>
          </p:nvPr>
        </p:nvSpPr>
        <p:spPr/>
        <p:txBody>
          <a:bodyPr/>
          <a:lstStyle/>
          <a:p>
            <a:r>
              <a:rPr lang="en-IN" dirty="0"/>
              <a:t>Problem Statement </a:t>
            </a:r>
          </a:p>
        </p:txBody>
      </p:sp>
      <p:sp>
        <p:nvSpPr>
          <p:cNvPr id="3" name="Content Placeholder 2">
            <a:extLst>
              <a:ext uri="{FF2B5EF4-FFF2-40B4-BE49-F238E27FC236}">
                <a16:creationId xmlns:a16="http://schemas.microsoft.com/office/drawing/2014/main" id="{8E928B74-6D58-B425-9BB5-1F83431A61EE}"/>
              </a:ext>
            </a:extLst>
          </p:cNvPr>
          <p:cNvSpPr>
            <a:spLocks noGrp="1"/>
          </p:cNvSpPr>
          <p:nvPr>
            <p:ph idx="1"/>
          </p:nvPr>
        </p:nvSpPr>
        <p:spPr/>
        <p:txBody>
          <a:bodyPr/>
          <a:lstStyle/>
          <a:p>
            <a:r>
              <a:rPr lang="en-US" dirty="0"/>
              <a:t>To determine which customer segments, regions and product categories contribute most to Diwali sales and use these insights to improve festive marketing and business decisions</a:t>
            </a:r>
            <a:endParaRPr lang="en-IN" dirty="0"/>
          </a:p>
        </p:txBody>
      </p:sp>
    </p:spTree>
    <p:extLst>
      <p:ext uri="{BB962C8B-B14F-4D97-AF65-F5344CB8AC3E}">
        <p14:creationId xmlns:p14="http://schemas.microsoft.com/office/powerpoint/2010/main" val="98738408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0E7D22-6FF4-7B56-5282-8EA93CEF7F27}"/>
              </a:ext>
            </a:extLst>
          </p:cNvPr>
          <p:cNvSpPr>
            <a:spLocks noGrp="1"/>
          </p:cNvSpPr>
          <p:nvPr>
            <p:ph type="title"/>
          </p:nvPr>
        </p:nvSpPr>
        <p:spPr/>
        <p:txBody>
          <a:bodyPr/>
          <a:lstStyle/>
          <a:p>
            <a:r>
              <a:rPr lang="en-IN" dirty="0"/>
              <a:t>Research questions </a:t>
            </a:r>
          </a:p>
        </p:txBody>
      </p:sp>
      <p:sp>
        <p:nvSpPr>
          <p:cNvPr id="3" name="Content Placeholder 2">
            <a:extLst>
              <a:ext uri="{FF2B5EF4-FFF2-40B4-BE49-F238E27FC236}">
                <a16:creationId xmlns:a16="http://schemas.microsoft.com/office/drawing/2014/main" id="{40EF898B-D65E-51C8-BAB7-E78698F24249}"/>
              </a:ext>
            </a:extLst>
          </p:cNvPr>
          <p:cNvSpPr>
            <a:spLocks noGrp="1"/>
          </p:cNvSpPr>
          <p:nvPr>
            <p:ph idx="1"/>
          </p:nvPr>
        </p:nvSpPr>
        <p:spPr/>
        <p:txBody>
          <a:bodyPr/>
          <a:lstStyle/>
          <a:p>
            <a:pPr>
              <a:buFont typeface="Wingdings" panose="05000000000000000000" pitchFamily="2" charset="2"/>
              <a:buChar char="§"/>
            </a:pPr>
            <a:r>
              <a:rPr lang="en-IN" dirty="0"/>
              <a:t> Who are the major buyers during Diwali (their gender , age and marital status)</a:t>
            </a:r>
          </a:p>
          <a:p>
            <a:pPr>
              <a:buFont typeface="Wingdings" panose="05000000000000000000" pitchFamily="2" charset="2"/>
              <a:buChar char="§"/>
            </a:pPr>
            <a:r>
              <a:rPr lang="en-IN" dirty="0"/>
              <a:t> Which state contribute most to the sales </a:t>
            </a:r>
          </a:p>
          <a:p>
            <a:pPr>
              <a:buFont typeface="Wingdings" panose="05000000000000000000" pitchFamily="2" charset="2"/>
              <a:buChar char="§"/>
            </a:pPr>
            <a:r>
              <a:rPr lang="en-IN" dirty="0"/>
              <a:t> Which occupation contribute most to the Diwali sales </a:t>
            </a:r>
          </a:p>
          <a:p>
            <a:pPr>
              <a:buFont typeface="Wingdings" panose="05000000000000000000" pitchFamily="2" charset="2"/>
              <a:buChar char="§"/>
            </a:pPr>
            <a:r>
              <a:rPr lang="en-IN" dirty="0"/>
              <a:t> Which products generates the highest revenue </a:t>
            </a:r>
          </a:p>
          <a:p>
            <a:pPr>
              <a:buFont typeface="Wingdings" panose="05000000000000000000" pitchFamily="2" charset="2"/>
              <a:buChar char="§"/>
            </a:pPr>
            <a:r>
              <a:rPr lang="en-IN" dirty="0"/>
              <a:t> What are the top 10 most sold products</a:t>
            </a:r>
          </a:p>
          <a:p>
            <a:pPr>
              <a:buFont typeface="Wingdings" panose="05000000000000000000" pitchFamily="2" charset="2"/>
              <a:buChar char="§"/>
            </a:pPr>
            <a:r>
              <a:rPr lang="en-IN" dirty="0"/>
              <a:t> How can these insights will help the company in targeted marketing and its </a:t>
            </a:r>
          </a:p>
          <a:p>
            <a:pPr marL="0" indent="0">
              <a:buNone/>
            </a:pPr>
            <a:r>
              <a:rPr lang="en-IN" dirty="0"/>
              <a:t>   inventory optimization . </a:t>
            </a:r>
          </a:p>
        </p:txBody>
      </p:sp>
    </p:spTree>
    <p:extLst>
      <p:ext uri="{BB962C8B-B14F-4D97-AF65-F5344CB8AC3E}">
        <p14:creationId xmlns:p14="http://schemas.microsoft.com/office/powerpoint/2010/main" val="14972058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9D10E7-3D18-EBD9-FBB9-61AA1E4B4364}"/>
              </a:ext>
            </a:extLst>
          </p:cNvPr>
          <p:cNvSpPr>
            <a:spLocks noGrp="1"/>
          </p:cNvSpPr>
          <p:nvPr>
            <p:ph type="title"/>
          </p:nvPr>
        </p:nvSpPr>
        <p:spPr>
          <a:xfrm>
            <a:off x="1024128" y="121794"/>
            <a:ext cx="9720072" cy="1037703"/>
          </a:xfrm>
        </p:spPr>
        <p:txBody>
          <a:bodyPr/>
          <a:lstStyle/>
          <a:p>
            <a:r>
              <a:rPr lang="en-IN" dirty="0"/>
              <a:t>Data overview </a:t>
            </a:r>
          </a:p>
        </p:txBody>
      </p:sp>
      <p:sp>
        <p:nvSpPr>
          <p:cNvPr id="3" name="Content Placeholder 2">
            <a:extLst>
              <a:ext uri="{FF2B5EF4-FFF2-40B4-BE49-F238E27FC236}">
                <a16:creationId xmlns:a16="http://schemas.microsoft.com/office/drawing/2014/main" id="{FC9AE404-4C8F-A7F9-0E41-97A28BB4AEAB}"/>
              </a:ext>
            </a:extLst>
          </p:cNvPr>
          <p:cNvSpPr>
            <a:spLocks noGrp="1"/>
          </p:cNvSpPr>
          <p:nvPr>
            <p:ph idx="1"/>
          </p:nvPr>
        </p:nvSpPr>
        <p:spPr>
          <a:xfrm>
            <a:off x="1024128" y="1159497"/>
            <a:ext cx="9720071" cy="5149863"/>
          </a:xfrm>
        </p:spPr>
        <p:txBody>
          <a:bodyPr/>
          <a:lstStyle/>
          <a:p>
            <a:r>
              <a:rPr lang="en-IN" dirty="0"/>
              <a:t>For this analysis we have used the Diwali sales data , it consist of various columns like </a:t>
            </a:r>
          </a:p>
          <a:p>
            <a:r>
              <a:rPr lang="en-IN" dirty="0"/>
              <a:t>'</a:t>
            </a:r>
            <a:r>
              <a:rPr lang="en-IN" dirty="0" err="1"/>
              <a:t>User_ID</a:t>
            </a:r>
            <a:r>
              <a:rPr lang="en-IN" dirty="0"/>
              <a:t>', 'Cust_name', '</a:t>
            </a:r>
            <a:r>
              <a:rPr lang="en-IN" dirty="0" err="1"/>
              <a:t>Product_ID</a:t>
            </a:r>
            <a:r>
              <a:rPr lang="en-IN" dirty="0"/>
              <a:t>', 'Gender', 'Age Group', 'Age’, '</a:t>
            </a:r>
            <a:r>
              <a:rPr lang="en-IN" dirty="0" err="1"/>
              <a:t>Marital_Status</a:t>
            </a:r>
            <a:r>
              <a:rPr lang="en-IN" dirty="0"/>
              <a:t>', 'State', 'Zone', 'Occupation', '</a:t>
            </a:r>
            <a:r>
              <a:rPr lang="en-IN" dirty="0" err="1"/>
              <a:t>Product_Category</a:t>
            </a:r>
            <a:r>
              <a:rPr lang="en-IN" dirty="0"/>
              <a:t>’, 'Orders', 'Amount’ . But for this analysis we will only use relevant columns . </a:t>
            </a:r>
          </a:p>
          <a:p>
            <a:endParaRPr lang="en-IN" dirty="0"/>
          </a:p>
          <a:p>
            <a:endParaRPr lang="en-IN" dirty="0"/>
          </a:p>
        </p:txBody>
      </p:sp>
      <p:pic>
        <p:nvPicPr>
          <p:cNvPr id="5" name="Picture 4">
            <a:extLst>
              <a:ext uri="{FF2B5EF4-FFF2-40B4-BE49-F238E27FC236}">
                <a16:creationId xmlns:a16="http://schemas.microsoft.com/office/drawing/2014/main" id="{0398765E-2662-AD78-87E6-BB65E0FD1CAC}"/>
              </a:ext>
            </a:extLst>
          </p:cNvPr>
          <p:cNvPicPr>
            <a:picLocks noChangeAspect="1"/>
          </p:cNvPicPr>
          <p:nvPr/>
        </p:nvPicPr>
        <p:blipFill>
          <a:blip r:embed="rId2">
            <a:extLst>
              <a:ext uri="{28A0092B-C50C-407E-A947-70E740481C1C}">
                <a14:useLocalDpi xmlns:a14="http://schemas.microsoft.com/office/drawing/2010/main" val="0"/>
              </a:ext>
            </a:extLst>
          </a:blip>
          <a:srcRect t="10611" b="45534"/>
          <a:stretch>
            <a:fillRect/>
          </a:stretch>
        </p:blipFill>
        <p:spPr>
          <a:xfrm>
            <a:off x="1024128" y="3318235"/>
            <a:ext cx="9948421" cy="1725105"/>
          </a:xfrm>
          <a:prstGeom prst="rect">
            <a:avLst/>
          </a:prstGeom>
        </p:spPr>
      </p:pic>
    </p:spTree>
    <p:extLst>
      <p:ext uri="{BB962C8B-B14F-4D97-AF65-F5344CB8AC3E}">
        <p14:creationId xmlns:p14="http://schemas.microsoft.com/office/powerpoint/2010/main" val="78790711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6F2548-6F7A-FF8F-FE22-B2703269CED4}"/>
              </a:ext>
            </a:extLst>
          </p:cNvPr>
          <p:cNvSpPr>
            <a:spLocks noGrp="1"/>
          </p:cNvSpPr>
          <p:nvPr>
            <p:ph type="title"/>
          </p:nvPr>
        </p:nvSpPr>
        <p:spPr>
          <a:xfrm>
            <a:off x="1024128" y="585216"/>
            <a:ext cx="9720072" cy="857085"/>
          </a:xfrm>
        </p:spPr>
        <p:txBody>
          <a:bodyPr/>
          <a:lstStyle/>
          <a:p>
            <a:r>
              <a:rPr lang="en-IN" dirty="0"/>
              <a:t>Relevant columns used for this </a:t>
            </a:r>
            <a:r>
              <a:rPr lang="en-IN" dirty="0" err="1"/>
              <a:t>eda</a:t>
            </a:r>
            <a:r>
              <a:rPr lang="en-IN" dirty="0"/>
              <a:t> </a:t>
            </a:r>
          </a:p>
        </p:txBody>
      </p:sp>
      <p:sp>
        <p:nvSpPr>
          <p:cNvPr id="3" name="Content Placeholder 2">
            <a:extLst>
              <a:ext uri="{FF2B5EF4-FFF2-40B4-BE49-F238E27FC236}">
                <a16:creationId xmlns:a16="http://schemas.microsoft.com/office/drawing/2014/main" id="{DB684E51-031A-414E-D24A-AFC7B29AAE3A}"/>
              </a:ext>
            </a:extLst>
          </p:cNvPr>
          <p:cNvSpPr>
            <a:spLocks noGrp="1"/>
          </p:cNvSpPr>
          <p:nvPr>
            <p:ph idx="1"/>
          </p:nvPr>
        </p:nvSpPr>
        <p:spPr>
          <a:xfrm>
            <a:off x="1024128" y="1442301"/>
            <a:ext cx="9720071" cy="4867059"/>
          </a:xfrm>
        </p:spPr>
        <p:txBody>
          <a:bodyPr/>
          <a:lstStyle/>
          <a:p>
            <a:r>
              <a:rPr lang="en-IN" dirty="0"/>
              <a:t>To focus only on relevant columns we have used Data cleaning procedures to concentrate only on essential columns for this analysis . </a:t>
            </a:r>
          </a:p>
          <a:p>
            <a:r>
              <a:rPr lang="en-IN" dirty="0"/>
              <a:t>Columns we will use for this research are '</a:t>
            </a:r>
            <a:r>
              <a:rPr lang="en-IN" dirty="0" err="1"/>
              <a:t>User_ID</a:t>
            </a:r>
            <a:r>
              <a:rPr lang="en-IN" dirty="0"/>
              <a:t>', 'Cust_name', '</a:t>
            </a:r>
            <a:r>
              <a:rPr lang="en-IN" dirty="0" err="1"/>
              <a:t>Product_ID</a:t>
            </a:r>
            <a:r>
              <a:rPr lang="en-IN" dirty="0"/>
              <a:t>', 'Gender', 'Age Group', 'Age’, '</a:t>
            </a:r>
            <a:r>
              <a:rPr lang="en-IN" dirty="0" err="1"/>
              <a:t>Marital_Status</a:t>
            </a:r>
            <a:r>
              <a:rPr lang="en-IN" dirty="0"/>
              <a:t>', 'State', 'Zone', 'Occupation', '</a:t>
            </a:r>
            <a:r>
              <a:rPr lang="en-IN" dirty="0" err="1"/>
              <a:t>Product_Category</a:t>
            </a:r>
            <a:r>
              <a:rPr lang="en-IN" dirty="0"/>
              <a:t>’, 'Orders', 'Amount’ . </a:t>
            </a:r>
          </a:p>
          <a:p>
            <a:endParaRPr lang="en-IN" dirty="0"/>
          </a:p>
          <a:p>
            <a:endParaRPr lang="en-IN" dirty="0"/>
          </a:p>
        </p:txBody>
      </p:sp>
      <p:pic>
        <p:nvPicPr>
          <p:cNvPr id="5" name="Picture 4">
            <a:extLst>
              <a:ext uri="{FF2B5EF4-FFF2-40B4-BE49-F238E27FC236}">
                <a16:creationId xmlns:a16="http://schemas.microsoft.com/office/drawing/2014/main" id="{5C528C48-717D-F118-BACA-E1F942D4345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24127" y="3429000"/>
            <a:ext cx="10551736" cy="2649198"/>
          </a:xfrm>
          <a:prstGeom prst="rect">
            <a:avLst/>
          </a:prstGeom>
        </p:spPr>
      </p:pic>
    </p:spTree>
    <p:extLst>
      <p:ext uri="{BB962C8B-B14F-4D97-AF65-F5344CB8AC3E}">
        <p14:creationId xmlns:p14="http://schemas.microsoft.com/office/powerpoint/2010/main" val="248304655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AC972E-2F3E-96F6-3BB1-2006DF462794}"/>
              </a:ext>
            </a:extLst>
          </p:cNvPr>
          <p:cNvSpPr>
            <a:spLocks noGrp="1"/>
          </p:cNvSpPr>
          <p:nvPr>
            <p:ph type="title"/>
          </p:nvPr>
        </p:nvSpPr>
        <p:spPr>
          <a:xfrm>
            <a:off x="1024127" y="0"/>
            <a:ext cx="9720072" cy="810705"/>
          </a:xfrm>
        </p:spPr>
        <p:txBody>
          <a:bodyPr/>
          <a:lstStyle/>
          <a:p>
            <a:r>
              <a:rPr lang="en-IN" dirty="0"/>
              <a:t>Methodology </a:t>
            </a:r>
          </a:p>
        </p:txBody>
      </p:sp>
      <p:sp>
        <p:nvSpPr>
          <p:cNvPr id="3" name="Content Placeholder 2">
            <a:extLst>
              <a:ext uri="{FF2B5EF4-FFF2-40B4-BE49-F238E27FC236}">
                <a16:creationId xmlns:a16="http://schemas.microsoft.com/office/drawing/2014/main" id="{423A2AD7-1EDA-E131-4254-5353CD5351B8}"/>
              </a:ext>
            </a:extLst>
          </p:cNvPr>
          <p:cNvSpPr>
            <a:spLocks noGrp="1"/>
          </p:cNvSpPr>
          <p:nvPr>
            <p:ph idx="1"/>
          </p:nvPr>
        </p:nvSpPr>
        <p:spPr>
          <a:xfrm>
            <a:off x="1024128" y="735291"/>
            <a:ext cx="9720071" cy="5574069"/>
          </a:xfrm>
        </p:spPr>
        <p:txBody>
          <a:bodyPr>
            <a:normAutofit fontScale="92500" lnSpcReduction="20000"/>
          </a:bodyPr>
          <a:lstStyle/>
          <a:p>
            <a:r>
              <a:rPr lang="en-US" b="1" dirty="0"/>
              <a:t>1. Data loading</a:t>
            </a:r>
          </a:p>
          <a:p>
            <a:r>
              <a:rPr lang="en-US" dirty="0"/>
              <a:t>    Loaded Diwali Sales dataset using Pandas for analysis.</a:t>
            </a:r>
          </a:p>
          <a:p>
            <a:r>
              <a:rPr lang="en-US" b="1" dirty="0"/>
              <a:t>2. Data Inspection</a:t>
            </a:r>
          </a:p>
          <a:p>
            <a:r>
              <a:rPr lang="en-US" dirty="0"/>
              <a:t>    Reviewed structure, data types, and basic statistics of the dataset.</a:t>
            </a:r>
          </a:p>
          <a:p>
            <a:r>
              <a:rPr lang="en-US" b="1" dirty="0"/>
              <a:t>3. Data Cleaning</a:t>
            </a:r>
          </a:p>
          <a:p>
            <a:r>
              <a:rPr lang="en-US" dirty="0"/>
              <a:t>    Removed irrelevant columns , changed column name(marital status -&gt; </a:t>
            </a:r>
            <a:r>
              <a:rPr lang="en-US" dirty="0" err="1"/>
              <a:t>shaadi</a:t>
            </a:r>
            <a:r>
              <a:rPr lang="en-US" dirty="0"/>
              <a:t>) and removed   </a:t>
            </a:r>
          </a:p>
          <a:p>
            <a:r>
              <a:rPr lang="en-US" dirty="0"/>
              <a:t>    null values</a:t>
            </a:r>
          </a:p>
          <a:p>
            <a:r>
              <a:rPr lang="en-US" b="1" dirty="0"/>
              <a:t>4. Exploratory Data Analysis (EDA)</a:t>
            </a:r>
          </a:p>
          <a:p>
            <a:r>
              <a:rPr lang="en-US" dirty="0"/>
              <a:t>    Used visualizations to study customer behavior, pattern of sales  and category trends.</a:t>
            </a:r>
          </a:p>
          <a:p>
            <a:r>
              <a:rPr lang="en-US" b="1" dirty="0"/>
              <a:t>5. Insight Generation</a:t>
            </a:r>
          </a:p>
          <a:p>
            <a:r>
              <a:rPr lang="en-US" dirty="0"/>
              <a:t>    Identified top customer , top states, and best performing product categories.</a:t>
            </a:r>
          </a:p>
          <a:p>
            <a:r>
              <a:rPr lang="en-US" b="1" dirty="0"/>
              <a:t>6. Conclusion</a:t>
            </a:r>
          </a:p>
          <a:p>
            <a:r>
              <a:rPr lang="en-US" dirty="0"/>
              <a:t>    Concluded which age group from which state and profession is contributing more to which  </a:t>
            </a:r>
          </a:p>
          <a:p>
            <a:r>
              <a:rPr lang="en-US" dirty="0"/>
              <a:t>    product </a:t>
            </a:r>
          </a:p>
          <a:p>
            <a:endParaRPr lang="en-IN" dirty="0"/>
          </a:p>
        </p:txBody>
      </p:sp>
    </p:spTree>
    <p:extLst>
      <p:ext uri="{BB962C8B-B14F-4D97-AF65-F5344CB8AC3E}">
        <p14:creationId xmlns:p14="http://schemas.microsoft.com/office/powerpoint/2010/main" val="389619215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CA913A-45B7-A112-1F81-303D924D1FA2}"/>
              </a:ext>
            </a:extLst>
          </p:cNvPr>
          <p:cNvSpPr>
            <a:spLocks noGrp="1"/>
          </p:cNvSpPr>
          <p:nvPr>
            <p:ph type="title"/>
          </p:nvPr>
        </p:nvSpPr>
        <p:spPr>
          <a:xfrm>
            <a:off x="939287" y="113875"/>
            <a:ext cx="9720072" cy="857086"/>
          </a:xfrm>
        </p:spPr>
        <p:txBody>
          <a:bodyPr/>
          <a:lstStyle/>
          <a:p>
            <a:r>
              <a:rPr lang="en-IN" dirty="0"/>
              <a:t>Journey insights </a:t>
            </a:r>
          </a:p>
        </p:txBody>
      </p:sp>
      <p:sp>
        <p:nvSpPr>
          <p:cNvPr id="3" name="Content Placeholder 2">
            <a:extLst>
              <a:ext uri="{FF2B5EF4-FFF2-40B4-BE49-F238E27FC236}">
                <a16:creationId xmlns:a16="http://schemas.microsoft.com/office/drawing/2014/main" id="{738450B4-CC1F-FAFB-13C4-188390573819}"/>
              </a:ext>
            </a:extLst>
          </p:cNvPr>
          <p:cNvSpPr>
            <a:spLocks noGrp="1"/>
          </p:cNvSpPr>
          <p:nvPr>
            <p:ph idx="1"/>
          </p:nvPr>
        </p:nvSpPr>
        <p:spPr>
          <a:xfrm>
            <a:off x="1024128" y="970961"/>
            <a:ext cx="9720071" cy="5338399"/>
          </a:xfrm>
        </p:spPr>
        <p:txBody>
          <a:bodyPr/>
          <a:lstStyle/>
          <a:p>
            <a:r>
              <a:rPr lang="en-IN" b="1" dirty="0"/>
              <a:t>Understanding the raw dataset :</a:t>
            </a:r>
          </a:p>
          <a:p>
            <a:r>
              <a:rPr lang="en-US" dirty="0"/>
              <a:t>The process began by exploring the structure of the dataset using </a:t>
            </a:r>
          </a:p>
          <a:p>
            <a:r>
              <a:rPr lang="en-US" dirty="0"/>
              <a:t>shape, head, and info. This will help us to identify unnecessary </a:t>
            </a:r>
          </a:p>
          <a:p>
            <a:r>
              <a:rPr lang="en-US" dirty="0"/>
              <a:t>columns , their datatypes , missing values (null values) , number of </a:t>
            </a:r>
          </a:p>
          <a:p>
            <a:r>
              <a:rPr lang="en-US" dirty="0"/>
              <a:t>rows and columns in a dataset . </a:t>
            </a:r>
          </a:p>
          <a:p>
            <a:endParaRPr lang="en-US" dirty="0"/>
          </a:p>
          <a:p>
            <a:endParaRPr lang="en-IN" dirty="0"/>
          </a:p>
        </p:txBody>
      </p:sp>
      <p:pic>
        <p:nvPicPr>
          <p:cNvPr id="5" name="Picture 4">
            <a:extLst>
              <a:ext uri="{FF2B5EF4-FFF2-40B4-BE49-F238E27FC236}">
                <a16:creationId xmlns:a16="http://schemas.microsoft.com/office/drawing/2014/main" id="{0407AA53-3D8C-38A8-F4BF-E07097E1EB16}"/>
              </a:ext>
            </a:extLst>
          </p:cNvPr>
          <p:cNvPicPr>
            <a:picLocks noChangeAspect="1"/>
          </p:cNvPicPr>
          <p:nvPr/>
        </p:nvPicPr>
        <p:blipFill>
          <a:blip r:embed="rId2">
            <a:extLst>
              <a:ext uri="{28A0092B-C50C-407E-A947-70E740481C1C}">
                <a14:useLocalDpi xmlns:a14="http://schemas.microsoft.com/office/drawing/2010/main" val="0"/>
              </a:ext>
            </a:extLst>
          </a:blip>
          <a:srcRect t="37064"/>
          <a:stretch>
            <a:fillRect/>
          </a:stretch>
        </p:blipFill>
        <p:spPr>
          <a:xfrm>
            <a:off x="939287" y="3429000"/>
            <a:ext cx="7588578" cy="1812773"/>
          </a:xfrm>
          <a:prstGeom prst="rect">
            <a:avLst/>
          </a:prstGeom>
        </p:spPr>
      </p:pic>
      <p:pic>
        <p:nvPicPr>
          <p:cNvPr id="7" name="Picture 6">
            <a:extLst>
              <a:ext uri="{FF2B5EF4-FFF2-40B4-BE49-F238E27FC236}">
                <a16:creationId xmlns:a16="http://schemas.microsoft.com/office/drawing/2014/main" id="{D885FFB4-EDB0-9694-8B55-25C00787ABBB}"/>
              </a:ext>
            </a:extLst>
          </p:cNvPr>
          <p:cNvPicPr>
            <a:picLocks noChangeAspect="1"/>
          </p:cNvPicPr>
          <p:nvPr/>
        </p:nvPicPr>
        <p:blipFill>
          <a:blip r:embed="rId3">
            <a:extLst>
              <a:ext uri="{28A0092B-C50C-407E-A947-70E740481C1C}">
                <a14:useLocalDpi xmlns:a14="http://schemas.microsoft.com/office/drawing/2010/main" val="0"/>
              </a:ext>
            </a:extLst>
          </a:blip>
          <a:srcRect t="11664"/>
          <a:stretch>
            <a:fillRect/>
          </a:stretch>
        </p:blipFill>
        <p:spPr>
          <a:xfrm>
            <a:off x="8826883" y="1668545"/>
            <a:ext cx="2760150" cy="3789576"/>
          </a:xfrm>
          <a:prstGeom prst="rect">
            <a:avLst/>
          </a:prstGeom>
        </p:spPr>
      </p:pic>
    </p:spTree>
    <p:extLst>
      <p:ext uri="{BB962C8B-B14F-4D97-AF65-F5344CB8AC3E}">
        <p14:creationId xmlns:p14="http://schemas.microsoft.com/office/powerpoint/2010/main" val="25198043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EB5740D-B5AC-7B24-CE7B-30D44B1A64A6}"/>
              </a:ext>
            </a:extLst>
          </p:cNvPr>
          <p:cNvSpPr>
            <a:spLocks noGrp="1"/>
          </p:cNvSpPr>
          <p:nvPr>
            <p:ph idx="1"/>
          </p:nvPr>
        </p:nvSpPr>
        <p:spPr>
          <a:xfrm>
            <a:off x="895547" y="131976"/>
            <a:ext cx="10991654" cy="6268824"/>
          </a:xfrm>
        </p:spPr>
        <p:txBody>
          <a:bodyPr/>
          <a:lstStyle/>
          <a:p>
            <a:r>
              <a:rPr lang="en-IN" b="1" dirty="0"/>
              <a:t>Cleaning and preparing the data :</a:t>
            </a:r>
          </a:p>
          <a:p>
            <a:r>
              <a:rPr lang="en-IN" dirty="0"/>
              <a:t>Irrelevant columns like 'Status', 'unnamed1’ were removed , Null </a:t>
            </a:r>
          </a:p>
          <a:p>
            <a:r>
              <a:rPr lang="en-IN" dirty="0"/>
              <a:t>values from Amount column is also removed , datatype of </a:t>
            </a:r>
          </a:p>
          <a:p>
            <a:r>
              <a:rPr lang="en-IN" dirty="0"/>
              <a:t>Amount column is changed to int64 from float64 , renamed </a:t>
            </a:r>
          </a:p>
          <a:p>
            <a:r>
              <a:rPr lang="en-IN" dirty="0"/>
              <a:t>the '</a:t>
            </a:r>
            <a:r>
              <a:rPr lang="en-IN" dirty="0" err="1"/>
              <a:t>Marital_Status</a:t>
            </a:r>
            <a:r>
              <a:rPr lang="en-IN" dirty="0"/>
              <a:t>’ column to 'Shaadi’ . Now out dataset is </a:t>
            </a:r>
          </a:p>
          <a:p>
            <a:r>
              <a:rPr lang="en-IN" dirty="0"/>
              <a:t>ready for analysis .</a:t>
            </a:r>
          </a:p>
          <a:p>
            <a:endParaRPr lang="en-IN" dirty="0"/>
          </a:p>
        </p:txBody>
      </p:sp>
      <p:pic>
        <p:nvPicPr>
          <p:cNvPr id="5" name="Picture 4">
            <a:extLst>
              <a:ext uri="{FF2B5EF4-FFF2-40B4-BE49-F238E27FC236}">
                <a16:creationId xmlns:a16="http://schemas.microsoft.com/office/drawing/2014/main" id="{32BB2520-FE73-3158-6BF2-A257C051C247}"/>
              </a:ext>
            </a:extLst>
          </p:cNvPr>
          <p:cNvPicPr>
            <a:picLocks noChangeAspect="1"/>
          </p:cNvPicPr>
          <p:nvPr/>
        </p:nvPicPr>
        <p:blipFill>
          <a:blip r:embed="rId2">
            <a:extLst>
              <a:ext uri="{28A0092B-C50C-407E-A947-70E740481C1C}">
                <a14:useLocalDpi xmlns:a14="http://schemas.microsoft.com/office/drawing/2010/main" val="0"/>
              </a:ext>
            </a:extLst>
          </a:blip>
          <a:srcRect t="19292" b="17721"/>
          <a:stretch>
            <a:fillRect/>
          </a:stretch>
        </p:blipFill>
        <p:spPr>
          <a:xfrm>
            <a:off x="8443525" y="3346515"/>
            <a:ext cx="3556798" cy="2865749"/>
          </a:xfrm>
          <a:prstGeom prst="rect">
            <a:avLst/>
          </a:prstGeom>
        </p:spPr>
      </p:pic>
      <p:pic>
        <p:nvPicPr>
          <p:cNvPr id="7" name="Picture 6">
            <a:extLst>
              <a:ext uri="{FF2B5EF4-FFF2-40B4-BE49-F238E27FC236}">
                <a16:creationId xmlns:a16="http://schemas.microsoft.com/office/drawing/2014/main" id="{EE1EF600-0435-044C-C1B5-2E7A58FC53E9}"/>
              </a:ext>
            </a:extLst>
          </p:cNvPr>
          <p:cNvPicPr>
            <a:picLocks noChangeAspect="1"/>
          </p:cNvPicPr>
          <p:nvPr/>
        </p:nvPicPr>
        <p:blipFill>
          <a:blip r:embed="rId3">
            <a:extLst>
              <a:ext uri="{28A0092B-C50C-407E-A947-70E740481C1C}">
                <a14:useLocalDpi xmlns:a14="http://schemas.microsoft.com/office/drawing/2010/main" val="0"/>
              </a:ext>
            </a:extLst>
          </a:blip>
          <a:srcRect t="11446"/>
          <a:stretch>
            <a:fillRect/>
          </a:stretch>
        </p:blipFill>
        <p:spPr>
          <a:xfrm>
            <a:off x="895546" y="3429000"/>
            <a:ext cx="7355169" cy="2971800"/>
          </a:xfrm>
          <a:prstGeom prst="rect">
            <a:avLst/>
          </a:prstGeom>
        </p:spPr>
      </p:pic>
    </p:spTree>
    <p:extLst>
      <p:ext uri="{BB962C8B-B14F-4D97-AF65-F5344CB8AC3E}">
        <p14:creationId xmlns:p14="http://schemas.microsoft.com/office/powerpoint/2010/main" val="331613865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716EC9-244D-4E46-1A76-6585B9969E5D}"/>
              </a:ext>
            </a:extLst>
          </p:cNvPr>
          <p:cNvSpPr>
            <a:spLocks noGrp="1"/>
          </p:cNvSpPr>
          <p:nvPr>
            <p:ph type="title"/>
          </p:nvPr>
        </p:nvSpPr>
        <p:spPr>
          <a:xfrm>
            <a:off x="1024128" y="113122"/>
            <a:ext cx="9720072" cy="1093509"/>
          </a:xfrm>
        </p:spPr>
        <p:txBody>
          <a:bodyPr/>
          <a:lstStyle/>
          <a:p>
            <a:r>
              <a:rPr lang="en-IN" dirty="0"/>
              <a:t>Exploratory data analysis (</a:t>
            </a:r>
            <a:r>
              <a:rPr lang="en-IN" dirty="0" err="1"/>
              <a:t>eda</a:t>
            </a:r>
            <a:r>
              <a:rPr lang="en-IN" dirty="0"/>
              <a:t>)</a:t>
            </a:r>
          </a:p>
        </p:txBody>
      </p:sp>
      <p:sp>
        <p:nvSpPr>
          <p:cNvPr id="3" name="Content Placeholder 2">
            <a:extLst>
              <a:ext uri="{FF2B5EF4-FFF2-40B4-BE49-F238E27FC236}">
                <a16:creationId xmlns:a16="http://schemas.microsoft.com/office/drawing/2014/main" id="{6953A57D-CB56-03B6-B995-87547FD43EA7}"/>
              </a:ext>
            </a:extLst>
          </p:cNvPr>
          <p:cNvSpPr>
            <a:spLocks noGrp="1"/>
          </p:cNvSpPr>
          <p:nvPr>
            <p:ph sz="half" idx="1"/>
          </p:nvPr>
        </p:nvSpPr>
        <p:spPr>
          <a:xfrm>
            <a:off x="669303" y="1046375"/>
            <a:ext cx="11142483" cy="5580667"/>
          </a:xfrm>
        </p:spPr>
        <p:txBody>
          <a:bodyPr>
            <a:normAutofit/>
          </a:bodyPr>
          <a:lstStyle/>
          <a:p>
            <a:r>
              <a:rPr lang="en-IN" dirty="0"/>
              <a:t>Plotting a bar chart for gender and its count and Gender VS total amount  to understand which gender is contributing more and who have more purchasing power . </a:t>
            </a:r>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r>
              <a:rPr lang="en-IN" dirty="0"/>
              <a:t>* </a:t>
            </a:r>
            <a:r>
              <a:rPr lang="en-US" i="1" dirty="0"/>
              <a:t>From above graphs we can see that most of the buyers are females and even the purchasing    </a:t>
            </a:r>
          </a:p>
          <a:p>
            <a:r>
              <a:rPr lang="en-US" i="1" dirty="0"/>
              <a:t>   power of females are greater than men</a:t>
            </a:r>
            <a:endParaRPr lang="en-IN" dirty="0"/>
          </a:p>
          <a:p>
            <a:endParaRPr lang="en-IN" dirty="0"/>
          </a:p>
          <a:p>
            <a:pPr marL="0" indent="0">
              <a:buNone/>
            </a:pPr>
            <a:endParaRPr lang="en-IN" dirty="0"/>
          </a:p>
        </p:txBody>
      </p:sp>
      <p:pic>
        <p:nvPicPr>
          <p:cNvPr id="8" name="Picture 7">
            <a:extLst>
              <a:ext uri="{FF2B5EF4-FFF2-40B4-BE49-F238E27FC236}">
                <a16:creationId xmlns:a16="http://schemas.microsoft.com/office/drawing/2014/main" id="{5BE0AE37-9F6D-D926-B03F-D6E00F23D602}"/>
              </a:ext>
            </a:extLst>
          </p:cNvPr>
          <p:cNvPicPr>
            <a:picLocks noChangeAspect="1"/>
          </p:cNvPicPr>
          <p:nvPr/>
        </p:nvPicPr>
        <p:blipFill>
          <a:blip r:embed="rId2">
            <a:extLst>
              <a:ext uri="{28A0092B-C50C-407E-A947-70E740481C1C}">
                <a14:useLocalDpi xmlns:a14="http://schemas.microsoft.com/office/drawing/2010/main" val="0"/>
              </a:ext>
            </a:extLst>
          </a:blip>
          <a:srcRect t="21098"/>
          <a:stretch>
            <a:fillRect/>
          </a:stretch>
        </p:blipFill>
        <p:spPr>
          <a:xfrm>
            <a:off x="1295625" y="1934851"/>
            <a:ext cx="4715533" cy="2988297"/>
          </a:xfrm>
          <a:prstGeom prst="rect">
            <a:avLst/>
          </a:prstGeom>
        </p:spPr>
      </p:pic>
      <p:pic>
        <p:nvPicPr>
          <p:cNvPr id="10" name="Picture 9">
            <a:extLst>
              <a:ext uri="{FF2B5EF4-FFF2-40B4-BE49-F238E27FC236}">
                <a16:creationId xmlns:a16="http://schemas.microsoft.com/office/drawing/2014/main" id="{7463763B-1871-83DD-DAA2-35302102871B}"/>
              </a:ext>
            </a:extLst>
          </p:cNvPr>
          <p:cNvPicPr>
            <a:picLocks noChangeAspect="1"/>
          </p:cNvPicPr>
          <p:nvPr/>
        </p:nvPicPr>
        <p:blipFill>
          <a:blip r:embed="rId3">
            <a:extLst>
              <a:ext uri="{28A0092B-C50C-407E-A947-70E740481C1C}">
                <a14:useLocalDpi xmlns:a14="http://schemas.microsoft.com/office/drawing/2010/main" val="0"/>
              </a:ext>
            </a:extLst>
          </a:blip>
          <a:srcRect t="25827"/>
          <a:stretch>
            <a:fillRect/>
          </a:stretch>
        </p:blipFill>
        <p:spPr>
          <a:xfrm>
            <a:off x="6096000" y="2024406"/>
            <a:ext cx="5630944" cy="2809188"/>
          </a:xfrm>
          <a:prstGeom prst="rect">
            <a:avLst/>
          </a:prstGeom>
        </p:spPr>
      </p:pic>
    </p:spTree>
    <p:extLst>
      <p:ext uri="{BB962C8B-B14F-4D97-AF65-F5344CB8AC3E}">
        <p14:creationId xmlns:p14="http://schemas.microsoft.com/office/powerpoint/2010/main" val="265621461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BC56AFD-5B70-5C3E-DBD2-7999DE0C99CE}"/>
              </a:ext>
            </a:extLst>
          </p:cNvPr>
          <p:cNvSpPr>
            <a:spLocks noGrp="1"/>
          </p:cNvSpPr>
          <p:nvPr>
            <p:ph idx="1"/>
          </p:nvPr>
        </p:nvSpPr>
        <p:spPr>
          <a:xfrm>
            <a:off x="1024128" y="141402"/>
            <a:ext cx="10891352" cy="6167958"/>
          </a:xfrm>
        </p:spPr>
        <p:txBody>
          <a:bodyPr/>
          <a:lstStyle/>
          <a:p>
            <a:r>
              <a:rPr lang="en-IN" dirty="0"/>
              <a:t>Now using a count plot to examine which age group has the highest number of buyers and how purchasing frequency differ between male and female After this a bar plot for total amount VS age group is plotted to understand which age group from which gender is contributing most to revenue . These visualization will reveal which is most active and highest spending customer segment  .</a:t>
            </a:r>
          </a:p>
          <a:p>
            <a:endParaRPr lang="en-IN" dirty="0"/>
          </a:p>
          <a:p>
            <a:endParaRPr lang="en-IN" dirty="0"/>
          </a:p>
          <a:p>
            <a:endParaRPr lang="en-IN" dirty="0"/>
          </a:p>
          <a:p>
            <a:endParaRPr lang="en-IN" dirty="0"/>
          </a:p>
          <a:p>
            <a:endParaRPr lang="en-IN" dirty="0"/>
          </a:p>
          <a:p>
            <a:endParaRPr lang="en-IN" dirty="0"/>
          </a:p>
          <a:p>
            <a:endParaRPr lang="en-IN" dirty="0"/>
          </a:p>
          <a:p>
            <a:pPr marL="0" indent="0">
              <a:buNone/>
            </a:pPr>
            <a:r>
              <a:rPr lang="en-IN" dirty="0"/>
              <a:t>* </a:t>
            </a:r>
            <a:r>
              <a:rPr lang="en-US" i="1" dirty="0"/>
              <a:t>From above graphs we can see that most of the buyers are of age group between 26-35 yrs   </a:t>
            </a:r>
          </a:p>
          <a:p>
            <a:pPr marL="0" indent="0">
              <a:buNone/>
            </a:pPr>
            <a:r>
              <a:rPr lang="en-US" i="1" dirty="0"/>
              <a:t>   female </a:t>
            </a:r>
            <a:endParaRPr lang="en-IN" dirty="0"/>
          </a:p>
          <a:p>
            <a:endParaRPr lang="en-IN" dirty="0"/>
          </a:p>
          <a:p>
            <a:endParaRPr lang="en-IN" dirty="0"/>
          </a:p>
        </p:txBody>
      </p:sp>
      <p:pic>
        <p:nvPicPr>
          <p:cNvPr id="5" name="Picture 4">
            <a:extLst>
              <a:ext uri="{FF2B5EF4-FFF2-40B4-BE49-F238E27FC236}">
                <a16:creationId xmlns:a16="http://schemas.microsoft.com/office/drawing/2014/main" id="{F101F72C-E6B3-36EE-B5AF-FA9D957BE673}"/>
              </a:ext>
            </a:extLst>
          </p:cNvPr>
          <p:cNvPicPr>
            <a:picLocks noChangeAspect="1"/>
          </p:cNvPicPr>
          <p:nvPr/>
        </p:nvPicPr>
        <p:blipFill>
          <a:blip r:embed="rId2">
            <a:extLst>
              <a:ext uri="{28A0092B-C50C-407E-A947-70E740481C1C}">
                <a14:useLocalDpi xmlns:a14="http://schemas.microsoft.com/office/drawing/2010/main" val="0"/>
              </a:ext>
            </a:extLst>
          </a:blip>
          <a:srcRect t="17568"/>
          <a:stretch>
            <a:fillRect/>
          </a:stretch>
        </p:blipFill>
        <p:spPr>
          <a:xfrm>
            <a:off x="1047045" y="1863208"/>
            <a:ext cx="5048955" cy="2724346"/>
          </a:xfrm>
          <a:prstGeom prst="rect">
            <a:avLst/>
          </a:prstGeom>
        </p:spPr>
      </p:pic>
      <p:pic>
        <p:nvPicPr>
          <p:cNvPr id="7" name="Picture 6">
            <a:extLst>
              <a:ext uri="{FF2B5EF4-FFF2-40B4-BE49-F238E27FC236}">
                <a16:creationId xmlns:a16="http://schemas.microsoft.com/office/drawing/2014/main" id="{7E0415A3-6D4D-18BC-CBD3-DF24865644C1}"/>
              </a:ext>
            </a:extLst>
          </p:cNvPr>
          <p:cNvPicPr>
            <a:picLocks noChangeAspect="1"/>
          </p:cNvPicPr>
          <p:nvPr/>
        </p:nvPicPr>
        <p:blipFill>
          <a:blip r:embed="rId3">
            <a:extLst>
              <a:ext uri="{28A0092B-C50C-407E-A947-70E740481C1C}">
                <a14:useLocalDpi xmlns:a14="http://schemas.microsoft.com/office/drawing/2010/main" val="0"/>
              </a:ext>
            </a:extLst>
          </a:blip>
          <a:srcRect t="19681"/>
          <a:stretch>
            <a:fillRect/>
          </a:stretch>
        </p:blipFill>
        <p:spPr>
          <a:xfrm>
            <a:off x="6288128" y="1913639"/>
            <a:ext cx="5412307" cy="2846895"/>
          </a:xfrm>
          <a:prstGeom prst="rect">
            <a:avLst/>
          </a:prstGeom>
        </p:spPr>
      </p:pic>
    </p:spTree>
    <p:extLst>
      <p:ext uri="{BB962C8B-B14F-4D97-AF65-F5344CB8AC3E}">
        <p14:creationId xmlns:p14="http://schemas.microsoft.com/office/powerpoint/2010/main" val="151860960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63A365B-4F53-4838-9250-CE57B3898719}"/>
              </a:ext>
            </a:extLst>
          </p:cNvPr>
          <p:cNvSpPr>
            <a:spLocks noGrp="1"/>
          </p:cNvSpPr>
          <p:nvPr>
            <p:ph idx="1"/>
          </p:nvPr>
        </p:nvSpPr>
        <p:spPr>
          <a:xfrm>
            <a:off x="857840" y="226243"/>
            <a:ext cx="11019934" cy="6155703"/>
          </a:xfrm>
        </p:spPr>
        <p:txBody>
          <a:bodyPr>
            <a:normAutofit/>
          </a:bodyPr>
          <a:lstStyle/>
          <a:p>
            <a:r>
              <a:rPr lang="en-IN" dirty="0"/>
              <a:t>Analysing the top 10 states with highest number of orders , then analysing top 10 states generating the highest total revenue . Together this analysis will reveal which region is contributing most to Diwali sales .</a:t>
            </a:r>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pPr marL="0" indent="0">
              <a:buNone/>
            </a:pPr>
            <a:r>
              <a:rPr lang="en-IN" dirty="0"/>
              <a:t>* </a:t>
            </a:r>
            <a:r>
              <a:rPr lang="en-US" i="1" dirty="0"/>
              <a:t>From above graphs we can see that most of the orders &amp; total sales/amount are from Uttar   Pradesh, Maharashtra and  Karnataka respectively</a:t>
            </a:r>
            <a:endParaRPr lang="en-IN" dirty="0"/>
          </a:p>
        </p:txBody>
      </p:sp>
      <p:pic>
        <p:nvPicPr>
          <p:cNvPr id="5" name="Picture 4">
            <a:extLst>
              <a:ext uri="{FF2B5EF4-FFF2-40B4-BE49-F238E27FC236}">
                <a16:creationId xmlns:a16="http://schemas.microsoft.com/office/drawing/2014/main" id="{BA672E35-25AB-081D-A85E-B9A37ABB4C54}"/>
              </a:ext>
            </a:extLst>
          </p:cNvPr>
          <p:cNvPicPr>
            <a:picLocks noChangeAspect="1"/>
          </p:cNvPicPr>
          <p:nvPr/>
        </p:nvPicPr>
        <p:blipFill>
          <a:blip r:embed="rId2">
            <a:extLst>
              <a:ext uri="{28A0092B-C50C-407E-A947-70E740481C1C}">
                <a14:useLocalDpi xmlns:a14="http://schemas.microsoft.com/office/drawing/2010/main" val="0"/>
              </a:ext>
            </a:extLst>
          </a:blip>
          <a:srcRect t="25263"/>
          <a:stretch>
            <a:fillRect/>
          </a:stretch>
        </p:blipFill>
        <p:spPr>
          <a:xfrm>
            <a:off x="1080388" y="1381026"/>
            <a:ext cx="5339266" cy="2677212"/>
          </a:xfrm>
          <a:prstGeom prst="rect">
            <a:avLst/>
          </a:prstGeom>
        </p:spPr>
      </p:pic>
      <p:pic>
        <p:nvPicPr>
          <p:cNvPr id="7" name="Picture 6">
            <a:extLst>
              <a:ext uri="{FF2B5EF4-FFF2-40B4-BE49-F238E27FC236}">
                <a16:creationId xmlns:a16="http://schemas.microsoft.com/office/drawing/2014/main" id="{0684447C-2442-8826-27DF-3478891E79EA}"/>
              </a:ext>
            </a:extLst>
          </p:cNvPr>
          <p:cNvPicPr>
            <a:picLocks noChangeAspect="1"/>
          </p:cNvPicPr>
          <p:nvPr/>
        </p:nvPicPr>
        <p:blipFill>
          <a:blip r:embed="rId3">
            <a:extLst>
              <a:ext uri="{28A0092B-C50C-407E-A947-70E740481C1C}">
                <a14:useLocalDpi xmlns:a14="http://schemas.microsoft.com/office/drawing/2010/main" val="0"/>
              </a:ext>
            </a:extLst>
          </a:blip>
          <a:srcRect t="25000"/>
          <a:stretch>
            <a:fillRect/>
          </a:stretch>
        </p:blipFill>
        <p:spPr>
          <a:xfrm>
            <a:off x="6419654" y="1305611"/>
            <a:ext cx="5680668" cy="2828041"/>
          </a:xfrm>
          <a:prstGeom prst="rect">
            <a:avLst/>
          </a:prstGeom>
        </p:spPr>
      </p:pic>
    </p:spTree>
    <p:extLst>
      <p:ext uri="{BB962C8B-B14F-4D97-AF65-F5344CB8AC3E}">
        <p14:creationId xmlns:p14="http://schemas.microsoft.com/office/powerpoint/2010/main" val="153519000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2DAA856-C2BD-158C-9259-56E38D296B6D}"/>
              </a:ext>
            </a:extLst>
          </p:cNvPr>
          <p:cNvSpPr>
            <a:spLocks noGrp="1"/>
          </p:cNvSpPr>
          <p:nvPr>
            <p:ph idx="1"/>
          </p:nvPr>
        </p:nvSpPr>
        <p:spPr>
          <a:xfrm>
            <a:off x="810705" y="122548"/>
            <a:ext cx="11057641" cy="6419654"/>
          </a:xfrm>
        </p:spPr>
        <p:txBody>
          <a:bodyPr>
            <a:normAutofit lnSpcReduction="10000"/>
          </a:bodyPr>
          <a:lstStyle/>
          <a:p>
            <a:endParaRPr lang="en-IN" dirty="0"/>
          </a:p>
          <a:p>
            <a:r>
              <a:rPr lang="en-IN" dirty="0"/>
              <a:t>Analysing which marital group places more orders and then identifying which gender marital segment is contributing the highest . </a:t>
            </a:r>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r>
              <a:rPr lang="en-IN" dirty="0"/>
              <a:t>* </a:t>
            </a:r>
            <a:r>
              <a:rPr lang="en-US" i="1" dirty="0"/>
              <a:t>From above graphs we can see that most of the buyers are married (women) and they have high purchasing power .</a:t>
            </a:r>
            <a:endParaRPr lang="en-IN" dirty="0"/>
          </a:p>
          <a:p>
            <a:r>
              <a:rPr lang="en-IN" dirty="0"/>
              <a:t> </a:t>
            </a:r>
          </a:p>
        </p:txBody>
      </p:sp>
      <p:pic>
        <p:nvPicPr>
          <p:cNvPr id="5" name="Picture 4">
            <a:extLst>
              <a:ext uri="{FF2B5EF4-FFF2-40B4-BE49-F238E27FC236}">
                <a16:creationId xmlns:a16="http://schemas.microsoft.com/office/drawing/2014/main" id="{C3712E67-7774-EB7B-775C-0A484C1DBB9F}"/>
              </a:ext>
            </a:extLst>
          </p:cNvPr>
          <p:cNvPicPr>
            <a:picLocks noChangeAspect="1"/>
          </p:cNvPicPr>
          <p:nvPr/>
        </p:nvPicPr>
        <p:blipFill>
          <a:blip r:embed="rId2">
            <a:extLst>
              <a:ext uri="{28A0092B-C50C-407E-A947-70E740481C1C}">
                <a14:useLocalDpi xmlns:a14="http://schemas.microsoft.com/office/drawing/2010/main" val="0"/>
              </a:ext>
            </a:extLst>
          </a:blip>
          <a:srcRect t="18905"/>
          <a:stretch>
            <a:fillRect/>
          </a:stretch>
        </p:blipFill>
        <p:spPr>
          <a:xfrm>
            <a:off x="810705" y="1536569"/>
            <a:ext cx="5674936" cy="3073138"/>
          </a:xfrm>
          <a:prstGeom prst="rect">
            <a:avLst/>
          </a:prstGeom>
        </p:spPr>
      </p:pic>
      <p:pic>
        <p:nvPicPr>
          <p:cNvPr id="7" name="Picture 6">
            <a:extLst>
              <a:ext uri="{FF2B5EF4-FFF2-40B4-BE49-F238E27FC236}">
                <a16:creationId xmlns:a16="http://schemas.microsoft.com/office/drawing/2014/main" id="{2505741B-7FEA-2745-A50E-75B5EF8EB2C8}"/>
              </a:ext>
            </a:extLst>
          </p:cNvPr>
          <p:cNvPicPr>
            <a:picLocks noChangeAspect="1"/>
          </p:cNvPicPr>
          <p:nvPr/>
        </p:nvPicPr>
        <p:blipFill>
          <a:blip r:embed="rId3">
            <a:extLst>
              <a:ext uri="{28A0092B-C50C-407E-A947-70E740481C1C}">
                <a14:useLocalDpi xmlns:a14="http://schemas.microsoft.com/office/drawing/2010/main" val="0"/>
              </a:ext>
            </a:extLst>
          </a:blip>
          <a:srcRect t="19653"/>
          <a:stretch>
            <a:fillRect/>
          </a:stretch>
        </p:blipFill>
        <p:spPr>
          <a:xfrm>
            <a:off x="6485641" y="1536569"/>
            <a:ext cx="5602664" cy="2846895"/>
          </a:xfrm>
          <a:prstGeom prst="rect">
            <a:avLst/>
          </a:prstGeom>
        </p:spPr>
      </p:pic>
    </p:spTree>
    <p:extLst>
      <p:ext uri="{BB962C8B-B14F-4D97-AF65-F5344CB8AC3E}">
        <p14:creationId xmlns:p14="http://schemas.microsoft.com/office/powerpoint/2010/main" val="81751901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84F37A5-0832-C217-5318-98B2693C5848}"/>
              </a:ext>
            </a:extLst>
          </p:cNvPr>
          <p:cNvSpPr>
            <a:spLocks noGrp="1"/>
          </p:cNvSpPr>
          <p:nvPr>
            <p:ph idx="1"/>
          </p:nvPr>
        </p:nvSpPr>
        <p:spPr>
          <a:xfrm>
            <a:off x="1024128" y="75414"/>
            <a:ext cx="9720071" cy="6233946"/>
          </a:xfrm>
        </p:spPr>
        <p:txBody>
          <a:bodyPr/>
          <a:lstStyle/>
          <a:p>
            <a:endParaRPr lang="en-IN" dirty="0"/>
          </a:p>
          <a:p>
            <a:r>
              <a:rPr lang="en-IN" dirty="0"/>
              <a:t>Examining which occupation is generating most number of orders then analysing total revenue contribution by each occupation .  This will help us to understand which is high value and high engagement customer segments . </a:t>
            </a:r>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r>
              <a:rPr lang="en-IN" dirty="0"/>
              <a:t>* </a:t>
            </a:r>
            <a:r>
              <a:rPr lang="en-US" i="1" dirty="0"/>
              <a:t>From above graphs we can see that most of the buyers are working in IT, Healthcare and Aviation sector . </a:t>
            </a:r>
            <a:endParaRPr lang="en-IN" dirty="0"/>
          </a:p>
          <a:p>
            <a:endParaRPr lang="en-IN" dirty="0"/>
          </a:p>
        </p:txBody>
      </p:sp>
      <p:pic>
        <p:nvPicPr>
          <p:cNvPr id="5" name="Picture 4">
            <a:extLst>
              <a:ext uri="{FF2B5EF4-FFF2-40B4-BE49-F238E27FC236}">
                <a16:creationId xmlns:a16="http://schemas.microsoft.com/office/drawing/2014/main" id="{DF6962AC-D1B7-4B16-8EDE-E1A46AF4E337}"/>
              </a:ext>
            </a:extLst>
          </p:cNvPr>
          <p:cNvPicPr>
            <a:picLocks noChangeAspect="1"/>
          </p:cNvPicPr>
          <p:nvPr/>
        </p:nvPicPr>
        <p:blipFill>
          <a:blip r:embed="rId2">
            <a:extLst>
              <a:ext uri="{28A0092B-C50C-407E-A947-70E740481C1C}">
                <a14:useLocalDpi xmlns:a14="http://schemas.microsoft.com/office/drawing/2010/main" val="0"/>
              </a:ext>
            </a:extLst>
          </a:blip>
          <a:srcRect t="20708"/>
          <a:stretch>
            <a:fillRect/>
          </a:stretch>
        </p:blipFill>
        <p:spPr>
          <a:xfrm>
            <a:off x="1024128" y="1772239"/>
            <a:ext cx="10778231" cy="2743200"/>
          </a:xfrm>
          <a:prstGeom prst="rect">
            <a:avLst/>
          </a:prstGeom>
        </p:spPr>
      </p:pic>
    </p:spTree>
    <p:extLst>
      <p:ext uri="{BB962C8B-B14F-4D97-AF65-F5344CB8AC3E}">
        <p14:creationId xmlns:p14="http://schemas.microsoft.com/office/powerpoint/2010/main" val="80372761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243852C-AC85-E92E-20F3-0626F5DA744F}"/>
              </a:ext>
            </a:extLst>
          </p:cNvPr>
          <p:cNvSpPr>
            <a:spLocks noGrp="1"/>
          </p:cNvSpPr>
          <p:nvPr>
            <p:ph idx="1"/>
          </p:nvPr>
        </p:nvSpPr>
        <p:spPr>
          <a:xfrm>
            <a:off x="1024128" y="292231"/>
            <a:ext cx="9720071" cy="6017129"/>
          </a:xfrm>
        </p:spPr>
        <p:txBody>
          <a:bodyPr/>
          <a:lstStyle/>
          <a:p>
            <a:endParaRPr lang="en-IN" dirty="0"/>
          </a:p>
          <a:p>
            <a:r>
              <a:rPr lang="en-IN" dirty="0"/>
              <a:t>Analysing how many orders came from each product category and then which product category generated highest revenue . </a:t>
            </a:r>
            <a:r>
              <a:rPr lang="en-US" dirty="0"/>
              <a:t>This helps understand both customer preferences and high-earning product segments .</a:t>
            </a:r>
          </a:p>
          <a:p>
            <a:endParaRPr lang="en-US" dirty="0"/>
          </a:p>
          <a:p>
            <a:endParaRPr lang="en-US" dirty="0"/>
          </a:p>
          <a:p>
            <a:endParaRPr lang="en-US" dirty="0"/>
          </a:p>
          <a:p>
            <a:endParaRPr lang="en-US" dirty="0"/>
          </a:p>
          <a:p>
            <a:endParaRPr lang="en-US" dirty="0"/>
          </a:p>
          <a:p>
            <a:endParaRPr lang="en-US" dirty="0"/>
          </a:p>
          <a:p>
            <a:endParaRPr lang="en-US" dirty="0"/>
          </a:p>
          <a:p>
            <a:pPr marL="0" indent="0">
              <a:buNone/>
            </a:pPr>
            <a:r>
              <a:rPr lang="en-US" dirty="0"/>
              <a:t>* </a:t>
            </a:r>
            <a:r>
              <a:rPr lang="en-US" i="1" dirty="0"/>
              <a:t>From above graphs we can see that most of the sold products are from Food, Clothing and Electronics category</a:t>
            </a:r>
            <a:endParaRPr lang="en-US" dirty="0"/>
          </a:p>
          <a:p>
            <a:endParaRPr lang="en-IN" dirty="0"/>
          </a:p>
        </p:txBody>
      </p:sp>
      <p:pic>
        <p:nvPicPr>
          <p:cNvPr id="5" name="Picture 4">
            <a:extLst>
              <a:ext uri="{FF2B5EF4-FFF2-40B4-BE49-F238E27FC236}">
                <a16:creationId xmlns:a16="http://schemas.microsoft.com/office/drawing/2014/main" id="{DC2E60ED-00AE-7438-C0F1-5EFEB7449C83}"/>
              </a:ext>
            </a:extLst>
          </p:cNvPr>
          <p:cNvPicPr>
            <a:picLocks noChangeAspect="1"/>
          </p:cNvPicPr>
          <p:nvPr/>
        </p:nvPicPr>
        <p:blipFill>
          <a:blip r:embed="rId2">
            <a:extLst>
              <a:ext uri="{28A0092B-C50C-407E-A947-70E740481C1C}">
                <a14:useLocalDpi xmlns:a14="http://schemas.microsoft.com/office/drawing/2010/main" val="0"/>
              </a:ext>
            </a:extLst>
          </a:blip>
          <a:srcRect t="20250"/>
          <a:stretch>
            <a:fillRect/>
          </a:stretch>
        </p:blipFill>
        <p:spPr>
          <a:xfrm>
            <a:off x="1024128" y="1941922"/>
            <a:ext cx="10382305" cy="2658358"/>
          </a:xfrm>
          <a:prstGeom prst="rect">
            <a:avLst/>
          </a:prstGeom>
        </p:spPr>
      </p:pic>
    </p:spTree>
    <p:extLst>
      <p:ext uri="{BB962C8B-B14F-4D97-AF65-F5344CB8AC3E}">
        <p14:creationId xmlns:p14="http://schemas.microsoft.com/office/powerpoint/2010/main" val="86163280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F9580F7-6959-EEF6-578A-E23BEF9FF07D}"/>
              </a:ext>
            </a:extLst>
          </p:cNvPr>
          <p:cNvSpPr>
            <a:spLocks noGrp="1"/>
          </p:cNvSpPr>
          <p:nvPr>
            <p:ph idx="1"/>
          </p:nvPr>
        </p:nvSpPr>
        <p:spPr>
          <a:xfrm>
            <a:off x="791852" y="113122"/>
            <a:ext cx="11057641" cy="6196238"/>
          </a:xfrm>
        </p:spPr>
        <p:txBody>
          <a:bodyPr/>
          <a:lstStyle/>
          <a:p>
            <a:endParaRPr lang="en-US" dirty="0"/>
          </a:p>
          <a:p>
            <a:r>
              <a:rPr lang="en-US" dirty="0"/>
              <a:t>Examining which items were most in demand during Diwali , this will help in planning stock and marketing. </a:t>
            </a:r>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IN" dirty="0"/>
          </a:p>
        </p:txBody>
      </p:sp>
      <p:pic>
        <p:nvPicPr>
          <p:cNvPr id="5" name="Picture 4">
            <a:extLst>
              <a:ext uri="{FF2B5EF4-FFF2-40B4-BE49-F238E27FC236}">
                <a16:creationId xmlns:a16="http://schemas.microsoft.com/office/drawing/2014/main" id="{B20157FB-A17A-B9A9-6774-B0EC95625D30}"/>
              </a:ext>
            </a:extLst>
          </p:cNvPr>
          <p:cNvPicPr>
            <a:picLocks noChangeAspect="1"/>
          </p:cNvPicPr>
          <p:nvPr/>
        </p:nvPicPr>
        <p:blipFill>
          <a:blip r:embed="rId2">
            <a:extLst>
              <a:ext uri="{28A0092B-C50C-407E-A947-70E740481C1C}">
                <a14:useLocalDpi xmlns:a14="http://schemas.microsoft.com/office/drawing/2010/main" val="0"/>
              </a:ext>
            </a:extLst>
          </a:blip>
          <a:srcRect t="15464"/>
          <a:stretch>
            <a:fillRect/>
          </a:stretch>
        </p:blipFill>
        <p:spPr>
          <a:xfrm>
            <a:off x="886120" y="1423446"/>
            <a:ext cx="10661715" cy="3091993"/>
          </a:xfrm>
          <a:prstGeom prst="rect">
            <a:avLst/>
          </a:prstGeom>
        </p:spPr>
      </p:pic>
    </p:spTree>
    <p:extLst>
      <p:ext uri="{BB962C8B-B14F-4D97-AF65-F5344CB8AC3E}">
        <p14:creationId xmlns:p14="http://schemas.microsoft.com/office/powerpoint/2010/main" val="296433987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638DAC-0466-548B-39B3-D76C94F57FBE}"/>
              </a:ext>
            </a:extLst>
          </p:cNvPr>
          <p:cNvSpPr>
            <a:spLocks noGrp="1"/>
          </p:cNvSpPr>
          <p:nvPr>
            <p:ph type="title"/>
          </p:nvPr>
        </p:nvSpPr>
        <p:spPr/>
        <p:txBody>
          <a:bodyPr/>
          <a:lstStyle/>
          <a:p>
            <a:r>
              <a:rPr lang="en-IN" dirty="0"/>
              <a:t>Conclusion</a:t>
            </a:r>
          </a:p>
        </p:txBody>
      </p:sp>
      <p:sp>
        <p:nvSpPr>
          <p:cNvPr id="3" name="Content Placeholder 2">
            <a:extLst>
              <a:ext uri="{FF2B5EF4-FFF2-40B4-BE49-F238E27FC236}">
                <a16:creationId xmlns:a16="http://schemas.microsoft.com/office/drawing/2014/main" id="{C20C29A6-E8BC-4C42-0701-265F09EDD071}"/>
              </a:ext>
            </a:extLst>
          </p:cNvPr>
          <p:cNvSpPr>
            <a:spLocks noGrp="1"/>
          </p:cNvSpPr>
          <p:nvPr>
            <p:ph idx="1"/>
          </p:nvPr>
        </p:nvSpPr>
        <p:spPr/>
        <p:txBody>
          <a:bodyPr/>
          <a:lstStyle/>
          <a:p>
            <a:r>
              <a:rPr lang="en-US" dirty="0"/>
              <a:t>The highest sales came from married women aged 26–35, mainly from Uttar Pradesh, Maharashtra, and Karnataka. Most of them worked in IT, Healthcare, or Aviation and preferred buying products from the Food, Clothing, and Electronics categories.</a:t>
            </a:r>
            <a:endParaRPr lang="en-IN" dirty="0"/>
          </a:p>
        </p:txBody>
      </p:sp>
    </p:spTree>
    <p:extLst>
      <p:ext uri="{BB962C8B-B14F-4D97-AF65-F5344CB8AC3E}">
        <p14:creationId xmlns:p14="http://schemas.microsoft.com/office/powerpoint/2010/main" val="1583872172"/>
      </p:ext>
    </p:extLst>
  </p:cSld>
  <p:clrMapOvr>
    <a:masterClrMapping/>
  </p:clrMapOvr>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Integral">
  <a:themeElements>
    <a:clrScheme name="Integral">
      <a:dk1>
        <a:sysClr val="windowText" lastClr="000000"/>
      </a:dk1>
      <a:lt1>
        <a:sysClr val="window" lastClr="FFFFFF"/>
      </a:lt1>
      <a:dk2>
        <a:srgbClr val="514949"/>
      </a:dk2>
      <a:lt2>
        <a:srgbClr val="E1E1DB"/>
      </a:lt2>
      <a:accent1>
        <a:srgbClr val="9DBFBE"/>
      </a:accent1>
      <a:accent2>
        <a:srgbClr val="DB8631"/>
      </a:accent2>
      <a:accent3>
        <a:srgbClr val="E3CC5A"/>
      </a:accent3>
      <a:accent4>
        <a:srgbClr val="ACADA8"/>
      </a:accent4>
      <a:accent5>
        <a:srgbClr val="927C61"/>
      </a:accent5>
      <a:accent6>
        <a:srgbClr val="B3B435"/>
      </a:accent6>
      <a:hlink>
        <a:srgbClr val="0000FF"/>
      </a:hlink>
      <a:folHlink>
        <a:srgbClr val="800080"/>
      </a:folHlink>
    </a:clrScheme>
    <a:fontScheme name="Integral">
      <a:majorFont>
        <a:latin typeface="Tw Cen MT Condensed" panose="020B0606020104020203"/>
        <a:ea typeface=""/>
        <a:cs typeface=""/>
        <a:font script="Grek" typeface="Calibri"/>
        <a:font script="Cyrl" typeface="Calibri"/>
        <a:font script="Jpan" typeface="メイリオ"/>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w Cen MT" panose="020B0602020104020603"/>
        <a:ea typeface=""/>
        <a:cs typeface=""/>
        <a:font script="Grek" typeface="Calibri"/>
        <a:font script="Cyrl" typeface="Calibri"/>
        <a:font script="Jpan" typeface="メイリオ"/>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Integral">
      <a:fillStyleLst>
        <a:solidFill>
          <a:schemeClr val="phClr"/>
        </a:solidFill>
        <a:gradFill rotWithShape="1">
          <a:gsLst>
            <a:gs pos="0">
              <a:schemeClr val="phClr">
                <a:tint val="83000"/>
                <a:satMod val="100000"/>
                <a:lumMod val="100000"/>
              </a:schemeClr>
            </a:gs>
            <a:gs pos="100000">
              <a:schemeClr val="phClr">
                <a:tint val="61000"/>
                <a:satMod val="150000"/>
                <a:lumMod val="100000"/>
              </a:schemeClr>
            </a:gs>
          </a:gsLst>
          <a:path path="circle">
            <a:fillToRect l="100000" t="100000" r="100000" b="100000"/>
          </a:path>
        </a:gradFill>
        <a:gradFill rotWithShape="1">
          <a:gsLst>
            <a:gs pos="0">
              <a:schemeClr val="phClr">
                <a:tint val="100000"/>
                <a:shade val="85000"/>
                <a:satMod val="100000"/>
                <a:lumMod val="100000"/>
              </a:schemeClr>
            </a:gs>
            <a:gs pos="100000">
              <a:schemeClr val="phClr">
                <a:tint val="90000"/>
                <a:shade val="100000"/>
                <a:satMod val="150000"/>
                <a:lumMod val="100000"/>
              </a:schemeClr>
            </a:gs>
          </a:gsLst>
          <a:path path="circle">
            <a:fillToRect l="100000" t="100000" r="100000" b="100000"/>
          </a:path>
        </a:gradFill>
      </a:fillStyleLst>
      <a:lnStyleLst>
        <a:ln w="9525" cap="flat" cmpd="sng" algn="ctr">
          <a:solidFill>
            <a:schemeClr val="phClr"/>
          </a:solidFill>
          <a:prstDash val="solid"/>
        </a:ln>
        <a:ln w="15875"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outerShdw blurRad="50800" dist="12700" dir="5400000" algn="ctr" rotWithShape="0">
              <a:srgbClr val="000000">
                <a:alpha val="50000"/>
              </a:srgbClr>
            </a:outerShdw>
          </a:effectLst>
        </a:effectStyle>
        <a:effectStyle>
          <a:effectLst>
            <a:outerShdw blurRad="76200" dist="25400" dir="5400000" algn="ctr" rotWithShape="0">
              <a:srgbClr val="000000">
                <a:alpha val="60000"/>
              </a:srgbClr>
            </a:outerShdw>
          </a:effectLst>
          <a:scene3d>
            <a:camera prst="orthographicFront">
              <a:rot lat="0" lon="0" rev="0"/>
            </a:camera>
            <a:lightRig rig="flat" dir="t">
              <a:rot lat="0" lon="0" rev="3600000"/>
            </a:lightRig>
          </a:scene3d>
          <a:sp3d contourW="12700" prstMaterial="flat">
            <a:bevelT w="38100" h="44450" prst="angle"/>
            <a:contourClr>
              <a:schemeClr val="phClr">
                <a:shade val="35000"/>
                <a:satMod val="160000"/>
              </a:schemeClr>
            </a:contourClr>
          </a:sp3d>
        </a:effectStyle>
      </a:effectStyleLst>
      <a:bgFillStyleLst>
        <a:solidFill>
          <a:schemeClr val="phClr"/>
        </a:solidFill>
        <a:blipFill rotWithShape="1">
          <a:blip xmlns:r="http://schemas.openxmlformats.org/officeDocument/2006/relationships" r:embed="rId1">
            <a:duotone>
              <a:schemeClr val="phClr">
                <a:tint val="98000"/>
              </a:schemeClr>
              <a:schemeClr val="phClr">
                <a:shade val="89000"/>
                <a:satMod val="145000"/>
              </a:schemeClr>
            </a:duotone>
          </a:blip>
          <a:tile tx="0" ty="0" sx="32000" sy="32000" flip="none" algn="tl"/>
        </a:blipFill>
        <a:blipFill rotWithShape="1">
          <a:blip xmlns:r="http://schemas.openxmlformats.org/officeDocument/2006/relationships" r:embed="rId2">
            <a:duotone>
              <a:schemeClr val="phClr">
                <a:tint val="98000"/>
              </a:schemeClr>
              <a:schemeClr val="phClr">
                <a:shade val="95000"/>
              </a:schemeClr>
            </a:duotone>
          </a:blip>
          <a:tile tx="0" ty="0" sx="32000" sy="32000" flip="none" algn="tl"/>
        </a:blipFill>
      </a:bgFillStyleLst>
    </a:fmtScheme>
  </a:themeElements>
  <a:objectDefaults/>
  <a:extraClrSchemeLst/>
  <a:extLst>
    <a:ext uri="{05A4C25C-085E-4340-85A3-A5531E510DB2}">
      <thm15:themeFamily xmlns:thm15="http://schemas.microsoft.com/office/thememl/2012/main" name="Integral" id="{3577F8C9-A904-41D8-97D2-FD898F53F20E}" vid="{B4028482-F53A-4442-AB14-9B7A43F44F96}"/>
    </a:ext>
  </a:extLst>
</a:theme>
</file>

<file path=docProps/app.xml><?xml version="1.0" encoding="utf-8"?>
<Properties xmlns="http://schemas.openxmlformats.org/officeDocument/2006/extended-properties" xmlns:vt="http://schemas.openxmlformats.org/officeDocument/2006/docPropsVTypes">
  <Template>Integral</Template>
  <TotalTime>606</TotalTime>
  <Words>908</Words>
  <Application>Microsoft Office PowerPoint</Application>
  <PresentationFormat>Widescreen</PresentationFormat>
  <Paragraphs>130</Paragraphs>
  <Slides>17</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17</vt:i4>
      </vt:variant>
    </vt:vector>
  </HeadingPairs>
  <TitlesOfParts>
    <vt:vector size="22" baseType="lpstr">
      <vt:lpstr>Tw Cen MT</vt:lpstr>
      <vt:lpstr>Tw Cen MT Condensed</vt:lpstr>
      <vt:lpstr>Wingdings</vt:lpstr>
      <vt:lpstr>Wingdings 3</vt:lpstr>
      <vt:lpstr>Integral</vt:lpstr>
      <vt:lpstr>DIWALI SALES REPORT  </vt:lpstr>
      <vt:lpstr>AGENDA   </vt:lpstr>
      <vt:lpstr>Problem Statement </vt:lpstr>
      <vt:lpstr>Research questions </vt:lpstr>
      <vt:lpstr>Data overview </vt:lpstr>
      <vt:lpstr>Relevant columns used for this eda </vt:lpstr>
      <vt:lpstr>Methodology </vt:lpstr>
      <vt:lpstr>Journey insights </vt:lpstr>
      <vt:lpstr>PowerPoint Presentation</vt:lpstr>
      <vt:lpstr>Exploratory data analysis (eda)</vt:lpstr>
      <vt:lpstr>PowerPoint Presentation</vt:lpstr>
      <vt:lpstr>PowerPoint Presentation</vt:lpstr>
      <vt:lpstr>PowerPoint Presentation</vt:lpstr>
      <vt:lpstr>PowerPoint Presentation</vt:lpstr>
      <vt:lpstr>PowerPoint Presentation</vt:lpstr>
      <vt:lpstr>PowerPoint Presentation</vt:lpstr>
      <vt:lpstr>Conclusion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vijay pratap singh</dc:creator>
  <cp:lastModifiedBy>vijay pratap singh</cp:lastModifiedBy>
  <cp:revision>2</cp:revision>
  <dcterms:created xsi:type="dcterms:W3CDTF">2025-11-17T10:11:23Z</dcterms:created>
  <dcterms:modified xsi:type="dcterms:W3CDTF">2025-12-01T07:08:50Z</dcterms:modified>
</cp:coreProperties>
</file>